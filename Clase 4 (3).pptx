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4" r:id="rId1"/>
  </p:sldMasterIdLst>
  <p:notesMasterIdLst>
    <p:notesMasterId r:id="rId12"/>
  </p:notesMasterIdLst>
  <p:sldIdLst>
    <p:sldId id="256" r:id="rId2"/>
    <p:sldId id="259" r:id="rId3"/>
    <p:sldId id="260" r:id="rId4"/>
    <p:sldId id="262" r:id="rId5"/>
    <p:sldId id="261" r:id="rId6"/>
    <p:sldId id="263" r:id="rId7"/>
    <p:sldId id="264" r:id="rId8"/>
    <p:sldId id="265" r:id="rId9"/>
    <p:sldId id="267" r:id="rId10"/>
    <p:sldId id="266" r:id="rId11"/>
  </p:sldIdLst>
  <p:sldSz cx="9144000" cy="5143500" type="screen16x9"/>
  <p:notesSz cx="6858000" cy="9144000"/>
  <p:embeddedFontLst>
    <p:embeddedFont>
      <p:font typeface="Alata" panose="020B0604020202020204" charset="0"/>
      <p:regular r:id="rId13"/>
    </p:embeddedFont>
    <p:embeddedFont>
      <p:font typeface="Montserrat Black" panose="00000A00000000000000" pitchFamily="2" charset="0"/>
      <p:bold r:id="rId14"/>
      <p:boldItalic r:id="rId15"/>
    </p:embeddedFont>
    <p:embeddedFont>
      <p:font typeface="Open Sans" panose="020B0606030504020204" pitchFamily="34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9AA0A6"/>
          </p15:clr>
        </p15:guide>
        <p15:guide id="2" pos="2880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56FDC1F-3681-44C8-BE73-1739F9C21FA9}">
  <a:tblStyle styleId="{156FDC1F-3681-44C8-BE73-1739F9C21FA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60" y="6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40971631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1309e4866fe_1_2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1309e4866fe_1_2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413641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130a4afd6ab_0_2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g130a4afd6ab_0_2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611186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5186501" y="0"/>
            <a:ext cx="3957573" cy="5147000"/>
            <a:chOff x="4907707" y="0"/>
            <a:chExt cx="4235869" cy="5147000"/>
          </a:xfrm>
        </p:grpSpPr>
        <p:sp>
          <p:nvSpPr>
            <p:cNvPr id="10" name="Google Shape;10;p2"/>
            <p:cNvSpPr/>
            <p:nvPr/>
          </p:nvSpPr>
          <p:spPr>
            <a:xfrm>
              <a:off x="5286477" y="0"/>
              <a:ext cx="3857100" cy="51435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1;p2"/>
            <p:cNvSpPr/>
            <p:nvPr/>
          </p:nvSpPr>
          <p:spPr>
            <a:xfrm rot="-5400000">
              <a:off x="4771057" y="442104"/>
              <a:ext cx="671700" cy="398400"/>
            </a:xfrm>
            <a:prstGeom prst="triangle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rot="-5400000">
              <a:off x="4942516" y="4783400"/>
              <a:ext cx="328800" cy="398400"/>
            </a:xfrm>
            <a:prstGeom prst="triangle">
              <a:avLst>
                <a:gd name="adj" fmla="val 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771057" y="1086782"/>
              <a:ext cx="671700" cy="398400"/>
            </a:xfrm>
            <a:prstGeom prst="triangle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4771057" y="1731461"/>
              <a:ext cx="671700" cy="398400"/>
            </a:xfrm>
            <a:prstGeom prst="triangle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-5400000">
              <a:off x="4771057" y="2376139"/>
              <a:ext cx="671700" cy="398400"/>
            </a:xfrm>
            <a:prstGeom prst="triangle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 rot="-5400000">
              <a:off x="4771057" y="3020818"/>
              <a:ext cx="671700" cy="398400"/>
            </a:xfrm>
            <a:prstGeom prst="triangle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 rot="-5400000">
              <a:off x="4771057" y="3665496"/>
              <a:ext cx="671700" cy="398400"/>
            </a:xfrm>
            <a:prstGeom prst="triangle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 rot="-5400000">
              <a:off x="4771057" y="4310175"/>
              <a:ext cx="671700" cy="398400"/>
            </a:xfrm>
            <a:prstGeom prst="triangle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 rot="-5400000" flipH="1">
              <a:off x="4942516" y="-34800"/>
              <a:ext cx="328800" cy="398400"/>
            </a:xfrm>
            <a:prstGeom prst="triangle">
              <a:avLst>
                <a:gd name="adj" fmla="val 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" name="Google Shape;20;p2"/>
          <p:cNvSpPr txBox="1">
            <a:spLocks noGrp="1"/>
          </p:cNvSpPr>
          <p:nvPr>
            <p:ph type="ctrTitle"/>
          </p:nvPr>
        </p:nvSpPr>
        <p:spPr>
          <a:xfrm>
            <a:off x="720000" y="1483157"/>
            <a:ext cx="4171500" cy="15972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000">
                <a:latin typeface="Alata"/>
                <a:ea typeface="Alata"/>
                <a:cs typeface="Alata"/>
                <a:sym typeface="Alat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21" name="Google Shape;21;p2"/>
          <p:cNvSpPr txBox="1">
            <a:spLocks noGrp="1"/>
          </p:cNvSpPr>
          <p:nvPr>
            <p:ph type="subTitle" idx="1"/>
          </p:nvPr>
        </p:nvSpPr>
        <p:spPr>
          <a:xfrm>
            <a:off x="720000" y="3047057"/>
            <a:ext cx="3091200" cy="644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7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2" name="Google Shape;22;p2"/>
          <p:cNvSpPr/>
          <p:nvPr/>
        </p:nvSpPr>
        <p:spPr>
          <a:xfrm rot="5400000">
            <a:off x="112963" y="112800"/>
            <a:ext cx="1327500" cy="13275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3" name="Google Shape;23;p2"/>
          <p:cNvGrpSpPr/>
          <p:nvPr/>
        </p:nvGrpSpPr>
        <p:grpSpPr>
          <a:xfrm>
            <a:off x="2531375" y="4603500"/>
            <a:ext cx="1947350" cy="1107600"/>
            <a:chOff x="2531375" y="4603500"/>
            <a:chExt cx="1947350" cy="1107600"/>
          </a:xfrm>
        </p:grpSpPr>
        <p:sp>
          <p:nvSpPr>
            <p:cNvPr id="24" name="Google Shape;24;p2"/>
            <p:cNvSpPr/>
            <p:nvPr/>
          </p:nvSpPr>
          <p:spPr>
            <a:xfrm>
              <a:off x="2531375" y="4603500"/>
              <a:ext cx="1107600" cy="1107600"/>
            </a:xfrm>
            <a:prstGeom prst="blockArc">
              <a:avLst>
                <a:gd name="adj1" fmla="val 10800000"/>
                <a:gd name="adj2" fmla="val 0"/>
                <a:gd name="adj3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3371125" y="4603500"/>
              <a:ext cx="1107600" cy="1107600"/>
            </a:xfrm>
            <a:prstGeom prst="blockArc">
              <a:avLst>
                <a:gd name="adj1" fmla="val 10800000"/>
                <a:gd name="adj2" fmla="val 0"/>
                <a:gd name="adj3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9"/>
          <p:cNvSpPr txBox="1">
            <a:spLocks noGrp="1"/>
          </p:cNvSpPr>
          <p:nvPr>
            <p:ph type="title"/>
          </p:nvPr>
        </p:nvSpPr>
        <p:spPr>
          <a:xfrm>
            <a:off x="1914000" y="1579500"/>
            <a:ext cx="5316000" cy="6255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69" name="Google Shape;69;p9"/>
          <p:cNvSpPr txBox="1">
            <a:spLocks noGrp="1"/>
          </p:cNvSpPr>
          <p:nvPr>
            <p:ph type="subTitle" idx="1"/>
          </p:nvPr>
        </p:nvSpPr>
        <p:spPr>
          <a:xfrm>
            <a:off x="1914000" y="2328900"/>
            <a:ext cx="53160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70" name="Google Shape;70;p9"/>
          <p:cNvSpPr/>
          <p:nvPr/>
        </p:nvSpPr>
        <p:spPr>
          <a:xfrm>
            <a:off x="7910700" y="4258075"/>
            <a:ext cx="1026600" cy="10287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9"/>
          <p:cNvSpPr/>
          <p:nvPr/>
        </p:nvSpPr>
        <p:spPr>
          <a:xfrm flipH="1">
            <a:off x="-243600" y="3639900"/>
            <a:ext cx="1927200" cy="1927200"/>
          </a:xfrm>
          <a:prstGeom prst="pie">
            <a:avLst>
              <a:gd name="adj1" fmla="val 10837203"/>
              <a:gd name="adj2" fmla="val 1620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9"/>
          <p:cNvSpPr/>
          <p:nvPr/>
        </p:nvSpPr>
        <p:spPr>
          <a:xfrm>
            <a:off x="399300" y="219450"/>
            <a:ext cx="641400" cy="6411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6"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4"/>
          <p:cNvSpPr/>
          <p:nvPr/>
        </p:nvSpPr>
        <p:spPr>
          <a:xfrm rot="10800000" flipH="1">
            <a:off x="6671479" y="-567600"/>
            <a:ext cx="1107600" cy="1107600"/>
          </a:xfrm>
          <a:prstGeom prst="blockArc">
            <a:avLst>
              <a:gd name="adj1" fmla="val 10800000"/>
              <a:gd name="adj2" fmla="val 0"/>
              <a:gd name="adj3" fmla="val 25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24"/>
          <p:cNvSpPr/>
          <p:nvPr/>
        </p:nvSpPr>
        <p:spPr>
          <a:xfrm rot="10800000" flipH="1">
            <a:off x="7511229" y="-567600"/>
            <a:ext cx="1107600" cy="1107600"/>
          </a:xfrm>
          <a:prstGeom prst="blockArc">
            <a:avLst>
              <a:gd name="adj1" fmla="val 10800000"/>
              <a:gd name="adj2" fmla="val 0"/>
              <a:gd name="adj3" fmla="val 25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24"/>
          <p:cNvSpPr/>
          <p:nvPr/>
        </p:nvSpPr>
        <p:spPr>
          <a:xfrm rot="5400000" flipH="1">
            <a:off x="-760159" y="-283487"/>
            <a:ext cx="1927200" cy="1927200"/>
          </a:xfrm>
          <a:prstGeom prst="pie">
            <a:avLst>
              <a:gd name="adj1" fmla="val 10837203"/>
              <a:gd name="adj2" fmla="val 1620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24"/>
          <p:cNvSpPr/>
          <p:nvPr/>
        </p:nvSpPr>
        <p:spPr>
          <a:xfrm>
            <a:off x="7711153" y="4114800"/>
            <a:ext cx="1026600" cy="10287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6_1"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5"/>
          <p:cNvSpPr/>
          <p:nvPr/>
        </p:nvSpPr>
        <p:spPr>
          <a:xfrm rot="10800000">
            <a:off x="4120777" y="4056100"/>
            <a:ext cx="1107600" cy="11076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25"/>
          <p:cNvSpPr/>
          <p:nvPr/>
        </p:nvSpPr>
        <p:spPr>
          <a:xfrm rot="-5400000">
            <a:off x="7738125" y="3940013"/>
            <a:ext cx="1107600" cy="1107600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25"/>
          <p:cNvSpPr/>
          <p:nvPr/>
        </p:nvSpPr>
        <p:spPr>
          <a:xfrm rot="10800000">
            <a:off x="3700925" y="-550687"/>
            <a:ext cx="1107600" cy="1107600"/>
          </a:xfrm>
          <a:prstGeom prst="blockArc">
            <a:avLst>
              <a:gd name="adj1" fmla="val 10800000"/>
              <a:gd name="adj2" fmla="val 0"/>
              <a:gd name="adj3" fmla="val 2500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25"/>
          <p:cNvSpPr/>
          <p:nvPr/>
        </p:nvSpPr>
        <p:spPr>
          <a:xfrm rot="10800000">
            <a:off x="400850" y="556913"/>
            <a:ext cx="843600" cy="843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25"/>
          <p:cNvSpPr/>
          <p:nvPr/>
        </p:nvSpPr>
        <p:spPr>
          <a:xfrm rot="10800000">
            <a:off x="4540675" y="-550687"/>
            <a:ext cx="1107600" cy="1107600"/>
          </a:xfrm>
          <a:prstGeom prst="blockArc">
            <a:avLst>
              <a:gd name="adj1" fmla="val 10800000"/>
              <a:gd name="adj2" fmla="val 0"/>
              <a:gd name="adj3" fmla="val 2500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0000" y="597600"/>
            <a:ext cx="7704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Black"/>
              <a:buNone/>
              <a:defRPr sz="30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20000" y="1187100"/>
            <a:ext cx="77040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5" r:id="rId2"/>
    <p:sldLayoutId id="2147483658" r:id="rId3"/>
    <p:sldLayoutId id="2147483670" r:id="rId4"/>
    <p:sldLayoutId id="2147483671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s://lms.inacap.cl/pluginfile.php/15252140/mod_resource/content/1/FGIE01_U01S00_TOOLKIT_U01.pdf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9"/>
          <p:cNvSpPr/>
          <p:nvPr/>
        </p:nvSpPr>
        <p:spPr>
          <a:xfrm>
            <a:off x="3486575" y="1430923"/>
            <a:ext cx="941100" cy="9411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29"/>
          <p:cNvSpPr txBox="1">
            <a:spLocks noGrp="1"/>
          </p:cNvSpPr>
          <p:nvPr>
            <p:ph type="ctrTitle"/>
          </p:nvPr>
        </p:nvSpPr>
        <p:spPr>
          <a:xfrm>
            <a:off x="212849" y="1681919"/>
            <a:ext cx="3954532" cy="144259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s-MX" sz="4000" dirty="0"/>
              <a:t>Detección de oportunidades.</a:t>
            </a:r>
          </a:p>
        </p:txBody>
      </p:sp>
      <p:sp>
        <p:nvSpPr>
          <p:cNvPr id="222" name="Google Shape;222;p29"/>
          <p:cNvSpPr txBox="1">
            <a:spLocks noGrp="1"/>
          </p:cNvSpPr>
          <p:nvPr>
            <p:ph type="subTitle" idx="1"/>
          </p:nvPr>
        </p:nvSpPr>
        <p:spPr>
          <a:xfrm>
            <a:off x="78447" y="3349263"/>
            <a:ext cx="5424879" cy="64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/>
            <a:r>
              <a:rPr lang="es-MX" dirty="0"/>
              <a:t>Docente Formación Integral: Estefanía González C.</a:t>
            </a:r>
          </a:p>
          <a:p>
            <a:pPr marL="0" indent="0"/>
            <a:r>
              <a:rPr lang="es-ES" sz="1800" dirty="0"/>
              <a:t>Innovación y Emprendimiento I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223" name="Google Shape;223;p29"/>
          <p:cNvGrpSpPr/>
          <p:nvPr/>
        </p:nvGrpSpPr>
        <p:grpSpPr>
          <a:xfrm>
            <a:off x="4983938" y="815554"/>
            <a:ext cx="3751457" cy="3512392"/>
            <a:chOff x="4983938" y="766705"/>
            <a:chExt cx="3751457" cy="3512392"/>
          </a:xfrm>
        </p:grpSpPr>
        <p:sp>
          <p:nvSpPr>
            <p:cNvPr id="224" name="Google Shape;224;p29"/>
            <p:cNvSpPr/>
            <p:nvPr/>
          </p:nvSpPr>
          <p:spPr>
            <a:xfrm>
              <a:off x="7618044" y="1511978"/>
              <a:ext cx="756084" cy="658360"/>
            </a:xfrm>
            <a:custGeom>
              <a:avLst/>
              <a:gdLst/>
              <a:ahLst/>
              <a:cxnLst/>
              <a:rect l="l" t="t" r="r" b="b"/>
              <a:pathLst>
                <a:path w="13617" h="11857" extrusionOk="0">
                  <a:moveTo>
                    <a:pt x="13520" y="0"/>
                  </a:moveTo>
                  <a:cubicBezTo>
                    <a:pt x="13472" y="0"/>
                    <a:pt x="10773" y="1350"/>
                    <a:pt x="12074" y="5133"/>
                  </a:cubicBezTo>
                  <a:cubicBezTo>
                    <a:pt x="13062" y="7977"/>
                    <a:pt x="11110" y="10579"/>
                    <a:pt x="9809" y="11182"/>
                  </a:cubicBezTo>
                  <a:cubicBezTo>
                    <a:pt x="9215" y="11456"/>
                    <a:pt x="8339" y="11611"/>
                    <a:pt x="7403" y="11611"/>
                  </a:cubicBezTo>
                  <a:cubicBezTo>
                    <a:pt x="6364" y="11611"/>
                    <a:pt x="5250" y="11420"/>
                    <a:pt x="4363" y="10989"/>
                  </a:cubicBezTo>
                  <a:cubicBezTo>
                    <a:pt x="1760" y="9736"/>
                    <a:pt x="242" y="5856"/>
                    <a:pt x="218" y="5808"/>
                  </a:cubicBezTo>
                  <a:lnTo>
                    <a:pt x="1" y="5904"/>
                  </a:lnTo>
                  <a:cubicBezTo>
                    <a:pt x="73" y="6073"/>
                    <a:pt x="1567" y="9905"/>
                    <a:pt x="4242" y="11206"/>
                  </a:cubicBezTo>
                  <a:cubicBezTo>
                    <a:pt x="5206" y="11664"/>
                    <a:pt x="6339" y="11856"/>
                    <a:pt x="7399" y="11856"/>
                  </a:cubicBezTo>
                  <a:cubicBezTo>
                    <a:pt x="8363" y="11856"/>
                    <a:pt x="9279" y="11688"/>
                    <a:pt x="9905" y="11399"/>
                  </a:cubicBezTo>
                  <a:cubicBezTo>
                    <a:pt x="11279" y="10772"/>
                    <a:pt x="13327" y="8049"/>
                    <a:pt x="12315" y="5061"/>
                  </a:cubicBezTo>
                  <a:cubicBezTo>
                    <a:pt x="11086" y="1470"/>
                    <a:pt x="13520" y="266"/>
                    <a:pt x="13616" y="217"/>
                  </a:cubicBezTo>
                  <a:lnTo>
                    <a:pt x="13520" y="0"/>
                  </a:lnTo>
                  <a:close/>
                </a:path>
              </a:pathLst>
            </a:custGeom>
            <a:solidFill>
              <a:srgbClr val="1624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225;p29"/>
            <p:cNvSpPr/>
            <p:nvPr/>
          </p:nvSpPr>
          <p:spPr>
            <a:xfrm>
              <a:off x="5370122" y="1550790"/>
              <a:ext cx="2721613" cy="1801009"/>
            </a:xfrm>
            <a:custGeom>
              <a:avLst/>
              <a:gdLst/>
              <a:ahLst/>
              <a:cxnLst/>
              <a:rect l="l" t="t" r="r" b="b"/>
              <a:pathLst>
                <a:path w="49016" h="32436" extrusionOk="0">
                  <a:moveTo>
                    <a:pt x="1423" y="0"/>
                  </a:moveTo>
                  <a:lnTo>
                    <a:pt x="1254" y="169"/>
                  </a:lnTo>
                  <a:cubicBezTo>
                    <a:pt x="1278" y="193"/>
                    <a:pt x="4122" y="3711"/>
                    <a:pt x="3037" y="7784"/>
                  </a:cubicBezTo>
                  <a:cubicBezTo>
                    <a:pt x="2652" y="9157"/>
                    <a:pt x="2194" y="10338"/>
                    <a:pt x="1736" y="11471"/>
                  </a:cubicBezTo>
                  <a:cubicBezTo>
                    <a:pt x="844" y="13760"/>
                    <a:pt x="1" y="15905"/>
                    <a:pt x="218" y="19061"/>
                  </a:cubicBezTo>
                  <a:cubicBezTo>
                    <a:pt x="531" y="23881"/>
                    <a:pt x="4194" y="28845"/>
                    <a:pt x="11592" y="28990"/>
                  </a:cubicBezTo>
                  <a:cubicBezTo>
                    <a:pt x="11681" y="28992"/>
                    <a:pt x="11770" y="28993"/>
                    <a:pt x="11860" y="28993"/>
                  </a:cubicBezTo>
                  <a:cubicBezTo>
                    <a:pt x="14952" y="28993"/>
                    <a:pt x="18471" y="27796"/>
                    <a:pt x="22171" y="26532"/>
                  </a:cubicBezTo>
                  <a:cubicBezTo>
                    <a:pt x="26197" y="25159"/>
                    <a:pt x="30324" y="23757"/>
                    <a:pt x="34231" y="23757"/>
                  </a:cubicBezTo>
                  <a:cubicBezTo>
                    <a:pt x="35398" y="23757"/>
                    <a:pt x="36546" y="23882"/>
                    <a:pt x="37666" y="24170"/>
                  </a:cubicBezTo>
                  <a:cubicBezTo>
                    <a:pt x="46148" y="26339"/>
                    <a:pt x="48630" y="30387"/>
                    <a:pt x="48775" y="32436"/>
                  </a:cubicBezTo>
                  <a:lnTo>
                    <a:pt x="49016" y="32412"/>
                  </a:lnTo>
                  <a:cubicBezTo>
                    <a:pt x="48823" y="29592"/>
                    <a:pt x="45256" y="25857"/>
                    <a:pt x="37738" y="23929"/>
                  </a:cubicBezTo>
                  <a:cubicBezTo>
                    <a:pt x="36597" y="23634"/>
                    <a:pt x="35429" y="23506"/>
                    <a:pt x="34243" y="23506"/>
                  </a:cubicBezTo>
                  <a:cubicBezTo>
                    <a:pt x="30293" y="23506"/>
                    <a:pt x="26139" y="24925"/>
                    <a:pt x="22098" y="26315"/>
                  </a:cubicBezTo>
                  <a:cubicBezTo>
                    <a:pt x="18398" y="27556"/>
                    <a:pt x="14903" y="28752"/>
                    <a:pt x="11878" y="28752"/>
                  </a:cubicBezTo>
                  <a:cubicBezTo>
                    <a:pt x="11790" y="28752"/>
                    <a:pt x="11703" y="28751"/>
                    <a:pt x="11616" y="28749"/>
                  </a:cubicBezTo>
                  <a:cubicBezTo>
                    <a:pt x="4363" y="28604"/>
                    <a:pt x="772" y="23761"/>
                    <a:pt x="459" y="19037"/>
                  </a:cubicBezTo>
                  <a:cubicBezTo>
                    <a:pt x="242" y="15953"/>
                    <a:pt x="1085" y="13808"/>
                    <a:pt x="1977" y="11567"/>
                  </a:cubicBezTo>
                  <a:cubicBezTo>
                    <a:pt x="2411" y="10435"/>
                    <a:pt x="2893" y="9230"/>
                    <a:pt x="3254" y="7856"/>
                  </a:cubicBezTo>
                  <a:cubicBezTo>
                    <a:pt x="4387" y="3639"/>
                    <a:pt x="1447" y="48"/>
                    <a:pt x="1423" y="0"/>
                  </a:cubicBezTo>
                  <a:close/>
                </a:path>
              </a:pathLst>
            </a:custGeom>
            <a:solidFill>
              <a:srgbClr val="1624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226;p29"/>
            <p:cNvSpPr/>
            <p:nvPr/>
          </p:nvSpPr>
          <p:spPr>
            <a:xfrm>
              <a:off x="5688620" y="3003910"/>
              <a:ext cx="1450424" cy="1237708"/>
            </a:xfrm>
            <a:custGeom>
              <a:avLst/>
              <a:gdLst/>
              <a:ahLst/>
              <a:cxnLst/>
              <a:rect l="l" t="t" r="r" b="b"/>
              <a:pathLst>
                <a:path w="26122" h="22291" extrusionOk="0">
                  <a:moveTo>
                    <a:pt x="3904" y="0"/>
                  </a:moveTo>
                  <a:lnTo>
                    <a:pt x="3904" y="7061"/>
                  </a:lnTo>
                  <a:lnTo>
                    <a:pt x="2193" y="7061"/>
                  </a:lnTo>
                  <a:cubicBezTo>
                    <a:pt x="964" y="7061"/>
                    <a:pt x="0" y="8025"/>
                    <a:pt x="0" y="9254"/>
                  </a:cubicBezTo>
                  <a:lnTo>
                    <a:pt x="0" y="9302"/>
                  </a:lnTo>
                  <a:cubicBezTo>
                    <a:pt x="0" y="10507"/>
                    <a:pt x="964" y="11495"/>
                    <a:pt x="2193" y="11495"/>
                  </a:cubicBezTo>
                  <a:lnTo>
                    <a:pt x="3904" y="11495"/>
                  </a:lnTo>
                  <a:lnTo>
                    <a:pt x="3904" y="18266"/>
                  </a:lnTo>
                  <a:lnTo>
                    <a:pt x="11037" y="18266"/>
                  </a:lnTo>
                  <a:lnTo>
                    <a:pt x="11037" y="20074"/>
                  </a:lnTo>
                  <a:cubicBezTo>
                    <a:pt x="11037" y="21303"/>
                    <a:pt x="12025" y="22291"/>
                    <a:pt x="13230" y="22291"/>
                  </a:cubicBezTo>
                  <a:lnTo>
                    <a:pt x="13278" y="22291"/>
                  </a:lnTo>
                  <a:cubicBezTo>
                    <a:pt x="14483" y="22291"/>
                    <a:pt x="15471" y="21303"/>
                    <a:pt x="15471" y="20074"/>
                  </a:cubicBezTo>
                  <a:lnTo>
                    <a:pt x="15471" y="18266"/>
                  </a:lnTo>
                  <a:lnTo>
                    <a:pt x="22170" y="18266"/>
                  </a:lnTo>
                  <a:lnTo>
                    <a:pt x="22170" y="11109"/>
                  </a:lnTo>
                  <a:lnTo>
                    <a:pt x="23929" y="11109"/>
                  </a:lnTo>
                  <a:cubicBezTo>
                    <a:pt x="25158" y="11109"/>
                    <a:pt x="26122" y="10121"/>
                    <a:pt x="26122" y="8916"/>
                  </a:cubicBezTo>
                  <a:lnTo>
                    <a:pt x="26122" y="8868"/>
                  </a:lnTo>
                  <a:cubicBezTo>
                    <a:pt x="26122" y="7663"/>
                    <a:pt x="25158" y="6675"/>
                    <a:pt x="23929" y="6675"/>
                  </a:cubicBezTo>
                  <a:lnTo>
                    <a:pt x="22170" y="6675"/>
                  </a:lnTo>
                  <a:lnTo>
                    <a:pt x="22170" y="0"/>
                  </a:lnTo>
                  <a:close/>
                </a:path>
              </a:pathLst>
            </a:custGeom>
            <a:solidFill>
              <a:srgbClr val="2745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29"/>
            <p:cNvSpPr/>
            <p:nvPr/>
          </p:nvSpPr>
          <p:spPr>
            <a:xfrm>
              <a:off x="5905339" y="1988337"/>
              <a:ext cx="1255143" cy="1272522"/>
            </a:xfrm>
            <a:custGeom>
              <a:avLst/>
              <a:gdLst/>
              <a:ahLst/>
              <a:cxnLst/>
              <a:rect l="l" t="t" r="r" b="b"/>
              <a:pathLst>
                <a:path w="22605" h="22918" extrusionOk="0">
                  <a:moveTo>
                    <a:pt x="1" y="0"/>
                  </a:moveTo>
                  <a:lnTo>
                    <a:pt x="1" y="7133"/>
                  </a:lnTo>
                  <a:lnTo>
                    <a:pt x="2146" y="7133"/>
                  </a:lnTo>
                  <a:cubicBezTo>
                    <a:pt x="3351" y="7133"/>
                    <a:pt x="4339" y="8121"/>
                    <a:pt x="4339" y="9326"/>
                  </a:cubicBezTo>
                  <a:lnTo>
                    <a:pt x="4339" y="9374"/>
                  </a:lnTo>
                  <a:cubicBezTo>
                    <a:pt x="4339" y="10579"/>
                    <a:pt x="3351" y="11567"/>
                    <a:pt x="2146" y="11567"/>
                  </a:cubicBezTo>
                  <a:lnTo>
                    <a:pt x="1" y="11567"/>
                  </a:lnTo>
                  <a:lnTo>
                    <a:pt x="1" y="18290"/>
                  </a:lnTo>
                  <a:lnTo>
                    <a:pt x="7134" y="18290"/>
                  </a:lnTo>
                  <a:lnTo>
                    <a:pt x="7134" y="20724"/>
                  </a:lnTo>
                  <a:cubicBezTo>
                    <a:pt x="7134" y="21953"/>
                    <a:pt x="8122" y="22917"/>
                    <a:pt x="9327" y="22917"/>
                  </a:cubicBezTo>
                  <a:lnTo>
                    <a:pt x="9375" y="22917"/>
                  </a:lnTo>
                  <a:cubicBezTo>
                    <a:pt x="10580" y="22917"/>
                    <a:pt x="11568" y="21953"/>
                    <a:pt x="11568" y="20724"/>
                  </a:cubicBezTo>
                  <a:lnTo>
                    <a:pt x="11568" y="18290"/>
                  </a:lnTo>
                  <a:lnTo>
                    <a:pt x="18267" y="18290"/>
                  </a:lnTo>
                  <a:lnTo>
                    <a:pt x="18267" y="10868"/>
                  </a:lnTo>
                  <a:lnTo>
                    <a:pt x="20412" y="10868"/>
                  </a:lnTo>
                  <a:cubicBezTo>
                    <a:pt x="21617" y="10868"/>
                    <a:pt x="22605" y="9880"/>
                    <a:pt x="22605" y="8675"/>
                  </a:cubicBezTo>
                  <a:lnTo>
                    <a:pt x="22605" y="8627"/>
                  </a:lnTo>
                  <a:cubicBezTo>
                    <a:pt x="22605" y="7422"/>
                    <a:pt x="21617" y="6434"/>
                    <a:pt x="20412" y="6434"/>
                  </a:cubicBezTo>
                  <a:lnTo>
                    <a:pt x="18267" y="6434"/>
                  </a:lnTo>
                  <a:lnTo>
                    <a:pt x="1826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29"/>
            <p:cNvSpPr/>
            <p:nvPr/>
          </p:nvSpPr>
          <p:spPr>
            <a:xfrm>
              <a:off x="6144879" y="766705"/>
              <a:ext cx="584789" cy="211439"/>
            </a:xfrm>
            <a:custGeom>
              <a:avLst/>
              <a:gdLst/>
              <a:ahLst/>
              <a:cxnLst/>
              <a:rect l="l" t="t" r="r" b="b"/>
              <a:pathLst>
                <a:path w="10532" h="3808" extrusionOk="0">
                  <a:moveTo>
                    <a:pt x="4603" y="0"/>
                  </a:moveTo>
                  <a:cubicBezTo>
                    <a:pt x="3398" y="0"/>
                    <a:pt x="2410" y="988"/>
                    <a:pt x="2410" y="2193"/>
                  </a:cubicBezTo>
                  <a:lnTo>
                    <a:pt x="2410" y="3687"/>
                  </a:lnTo>
                  <a:lnTo>
                    <a:pt x="0" y="3687"/>
                  </a:lnTo>
                  <a:lnTo>
                    <a:pt x="0" y="3808"/>
                  </a:lnTo>
                  <a:lnTo>
                    <a:pt x="10531" y="3808"/>
                  </a:lnTo>
                  <a:lnTo>
                    <a:pt x="10531" y="3687"/>
                  </a:lnTo>
                  <a:lnTo>
                    <a:pt x="6844" y="3687"/>
                  </a:lnTo>
                  <a:lnTo>
                    <a:pt x="6844" y="2193"/>
                  </a:lnTo>
                  <a:cubicBezTo>
                    <a:pt x="6844" y="988"/>
                    <a:pt x="5856" y="0"/>
                    <a:pt x="4651" y="0"/>
                  </a:cubicBezTo>
                  <a:close/>
                </a:path>
              </a:pathLst>
            </a:custGeom>
            <a:solidFill>
              <a:srgbClr val="FCD1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;p29"/>
            <p:cNvSpPr/>
            <p:nvPr/>
          </p:nvSpPr>
          <p:spPr>
            <a:xfrm>
              <a:off x="5689953" y="766705"/>
              <a:ext cx="1423717" cy="1220328"/>
            </a:xfrm>
            <a:custGeom>
              <a:avLst/>
              <a:gdLst/>
              <a:ahLst/>
              <a:cxnLst/>
              <a:rect l="l" t="t" r="r" b="b"/>
              <a:pathLst>
                <a:path w="25641" h="21978" extrusionOk="0">
                  <a:moveTo>
                    <a:pt x="12796" y="0"/>
                  </a:moveTo>
                  <a:cubicBezTo>
                    <a:pt x="11591" y="0"/>
                    <a:pt x="10603" y="988"/>
                    <a:pt x="10603" y="2193"/>
                  </a:cubicBezTo>
                  <a:lnTo>
                    <a:pt x="10603" y="3687"/>
                  </a:lnTo>
                  <a:lnTo>
                    <a:pt x="3808" y="3687"/>
                  </a:lnTo>
                  <a:lnTo>
                    <a:pt x="3808" y="10724"/>
                  </a:lnTo>
                  <a:lnTo>
                    <a:pt x="2193" y="10724"/>
                  </a:lnTo>
                  <a:cubicBezTo>
                    <a:pt x="988" y="10724"/>
                    <a:pt x="0" y="11712"/>
                    <a:pt x="0" y="12916"/>
                  </a:cubicBezTo>
                  <a:lnTo>
                    <a:pt x="0" y="12965"/>
                  </a:lnTo>
                  <a:cubicBezTo>
                    <a:pt x="0" y="14169"/>
                    <a:pt x="988" y="15157"/>
                    <a:pt x="2193" y="15157"/>
                  </a:cubicBezTo>
                  <a:lnTo>
                    <a:pt x="3808" y="15157"/>
                  </a:lnTo>
                  <a:lnTo>
                    <a:pt x="3808" y="21977"/>
                  </a:lnTo>
                  <a:lnTo>
                    <a:pt x="22074" y="21977"/>
                  </a:lnTo>
                  <a:lnTo>
                    <a:pt x="22074" y="15157"/>
                  </a:lnTo>
                  <a:lnTo>
                    <a:pt x="23447" y="15157"/>
                  </a:lnTo>
                  <a:cubicBezTo>
                    <a:pt x="24652" y="15157"/>
                    <a:pt x="25640" y="14169"/>
                    <a:pt x="25640" y="12965"/>
                  </a:cubicBezTo>
                  <a:lnTo>
                    <a:pt x="25640" y="12916"/>
                  </a:lnTo>
                  <a:cubicBezTo>
                    <a:pt x="25640" y="11712"/>
                    <a:pt x="24652" y="10724"/>
                    <a:pt x="23447" y="10724"/>
                  </a:cubicBezTo>
                  <a:lnTo>
                    <a:pt x="22074" y="10724"/>
                  </a:lnTo>
                  <a:lnTo>
                    <a:pt x="22074" y="3687"/>
                  </a:lnTo>
                  <a:lnTo>
                    <a:pt x="15037" y="3687"/>
                  </a:lnTo>
                  <a:lnTo>
                    <a:pt x="15037" y="2193"/>
                  </a:lnTo>
                  <a:cubicBezTo>
                    <a:pt x="15037" y="988"/>
                    <a:pt x="14049" y="0"/>
                    <a:pt x="1284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230;p29"/>
            <p:cNvSpPr/>
            <p:nvPr/>
          </p:nvSpPr>
          <p:spPr>
            <a:xfrm>
              <a:off x="6455326" y="1032953"/>
              <a:ext cx="963414" cy="898672"/>
            </a:xfrm>
            <a:custGeom>
              <a:avLst/>
              <a:gdLst/>
              <a:ahLst/>
              <a:cxnLst/>
              <a:rect l="l" t="t" r="r" b="b"/>
              <a:pathLst>
                <a:path w="17351" h="16185" extrusionOk="0">
                  <a:moveTo>
                    <a:pt x="8675" y="1"/>
                  </a:moveTo>
                  <a:cubicBezTo>
                    <a:pt x="8464" y="1"/>
                    <a:pt x="8254" y="121"/>
                    <a:pt x="8169" y="362"/>
                  </a:cubicBezTo>
                  <a:lnTo>
                    <a:pt x="6410" y="5254"/>
                  </a:lnTo>
                  <a:cubicBezTo>
                    <a:pt x="6338" y="5447"/>
                    <a:pt x="6145" y="5591"/>
                    <a:pt x="5928" y="5615"/>
                  </a:cubicBezTo>
                  <a:lnTo>
                    <a:pt x="723" y="5760"/>
                  </a:lnTo>
                  <a:cubicBezTo>
                    <a:pt x="217" y="5784"/>
                    <a:pt x="0" y="6410"/>
                    <a:pt x="410" y="6724"/>
                  </a:cubicBezTo>
                  <a:lnTo>
                    <a:pt x="4506" y="9929"/>
                  </a:lnTo>
                  <a:cubicBezTo>
                    <a:pt x="4699" y="10049"/>
                    <a:pt x="4771" y="10290"/>
                    <a:pt x="4699" y="10507"/>
                  </a:cubicBezTo>
                  <a:lnTo>
                    <a:pt x="3253" y="15495"/>
                  </a:lnTo>
                  <a:cubicBezTo>
                    <a:pt x="3141" y="15869"/>
                    <a:pt x="3449" y="16184"/>
                    <a:pt x="3783" y="16184"/>
                  </a:cubicBezTo>
                  <a:cubicBezTo>
                    <a:pt x="3881" y="16184"/>
                    <a:pt x="3980" y="16157"/>
                    <a:pt x="4073" y="16098"/>
                  </a:cubicBezTo>
                  <a:lnTo>
                    <a:pt x="8362" y="13158"/>
                  </a:lnTo>
                  <a:cubicBezTo>
                    <a:pt x="8458" y="13098"/>
                    <a:pt x="8567" y="13067"/>
                    <a:pt x="8675" y="13067"/>
                  </a:cubicBezTo>
                  <a:cubicBezTo>
                    <a:pt x="8784" y="13067"/>
                    <a:pt x="8892" y="13098"/>
                    <a:pt x="8989" y="13158"/>
                  </a:cubicBezTo>
                  <a:lnTo>
                    <a:pt x="13278" y="16098"/>
                  </a:lnTo>
                  <a:cubicBezTo>
                    <a:pt x="13370" y="16157"/>
                    <a:pt x="13470" y="16184"/>
                    <a:pt x="13567" y="16184"/>
                  </a:cubicBezTo>
                  <a:cubicBezTo>
                    <a:pt x="13902" y="16184"/>
                    <a:pt x="14209" y="15869"/>
                    <a:pt x="14097" y="15495"/>
                  </a:cubicBezTo>
                  <a:lnTo>
                    <a:pt x="12651" y="10507"/>
                  </a:lnTo>
                  <a:cubicBezTo>
                    <a:pt x="12579" y="10290"/>
                    <a:pt x="12651" y="10049"/>
                    <a:pt x="12844" y="9929"/>
                  </a:cubicBezTo>
                  <a:lnTo>
                    <a:pt x="16941" y="6724"/>
                  </a:lnTo>
                  <a:cubicBezTo>
                    <a:pt x="17350" y="6410"/>
                    <a:pt x="17134" y="5784"/>
                    <a:pt x="16627" y="5760"/>
                  </a:cubicBezTo>
                  <a:lnTo>
                    <a:pt x="11422" y="5615"/>
                  </a:lnTo>
                  <a:cubicBezTo>
                    <a:pt x="11206" y="5591"/>
                    <a:pt x="11013" y="5447"/>
                    <a:pt x="10940" y="5254"/>
                  </a:cubicBezTo>
                  <a:lnTo>
                    <a:pt x="9181" y="362"/>
                  </a:lnTo>
                  <a:cubicBezTo>
                    <a:pt x="9097" y="121"/>
                    <a:pt x="8886" y="1"/>
                    <a:pt x="8675" y="1"/>
                  </a:cubicBezTo>
                  <a:close/>
                </a:path>
              </a:pathLst>
            </a:custGeom>
            <a:solidFill>
              <a:srgbClr val="1624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231;p29"/>
            <p:cNvSpPr/>
            <p:nvPr/>
          </p:nvSpPr>
          <p:spPr>
            <a:xfrm>
              <a:off x="6915582" y="766705"/>
              <a:ext cx="1014275" cy="1220328"/>
            </a:xfrm>
            <a:custGeom>
              <a:avLst/>
              <a:gdLst/>
              <a:ahLst/>
              <a:cxnLst/>
              <a:rect l="l" t="t" r="r" b="b"/>
              <a:pathLst>
                <a:path w="18267" h="21978" extrusionOk="0">
                  <a:moveTo>
                    <a:pt x="8628" y="0"/>
                  </a:moveTo>
                  <a:cubicBezTo>
                    <a:pt x="7399" y="0"/>
                    <a:pt x="6411" y="988"/>
                    <a:pt x="6411" y="2193"/>
                  </a:cubicBezTo>
                  <a:lnTo>
                    <a:pt x="6411" y="3687"/>
                  </a:lnTo>
                  <a:lnTo>
                    <a:pt x="1" y="3687"/>
                  </a:lnTo>
                  <a:lnTo>
                    <a:pt x="1" y="21977"/>
                  </a:lnTo>
                  <a:lnTo>
                    <a:pt x="8314" y="21977"/>
                  </a:lnTo>
                  <a:lnTo>
                    <a:pt x="8314" y="20724"/>
                  </a:lnTo>
                  <a:cubicBezTo>
                    <a:pt x="8314" y="19519"/>
                    <a:pt x="9302" y="18531"/>
                    <a:pt x="10531" y="18531"/>
                  </a:cubicBezTo>
                  <a:lnTo>
                    <a:pt x="10580" y="18531"/>
                  </a:lnTo>
                  <a:cubicBezTo>
                    <a:pt x="11784" y="18531"/>
                    <a:pt x="12772" y="19519"/>
                    <a:pt x="12772" y="20724"/>
                  </a:cubicBezTo>
                  <a:lnTo>
                    <a:pt x="12772" y="21977"/>
                  </a:lnTo>
                  <a:lnTo>
                    <a:pt x="18267" y="21977"/>
                  </a:lnTo>
                  <a:lnTo>
                    <a:pt x="18267" y="15157"/>
                  </a:lnTo>
                  <a:lnTo>
                    <a:pt x="15929" y="15157"/>
                  </a:lnTo>
                  <a:cubicBezTo>
                    <a:pt x="14700" y="15157"/>
                    <a:pt x="13712" y="14169"/>
                    <a:pt x="13712" y="12965"/>
                  </a:cubicBezTo>
                  <a:lnTo>
                    <a:pt x="13712" y="12916"/>
                  </a:lnTo>
                  <a:cubicBezTo>
                    <a:pt x="13712" y="11712"/>
                    <a:pt x="14700" y="10724"/>
                    <a:pt x="15929" y="10724"/>
                  </a:cubicBezTo>
                  <a:lnTo>
                    <a:pt x="18267" y="10724"/>
                  </a:lnTo>
                  <a:lnTo>
                    <a:pt x="18267" y="3687"/>
                  </a:lnTo>
                  <a:lnTo>
                    <a:pt x="10869" y="3687"/>
                  </a:lnTo>
                  <a:lnTo>
                    <a:pt x="10869" y="2193"/>
                  </a:lnTo>
                  <a:cubicBezTo>
                    <a:pt x="10869" y="988"/>
                    <a:pt x="9881" y="0"/>
                    <a:pt x="867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232;p29"/>
            <p:cNvSpPr/>
            <p:nvPr/>
          </p:nvSpPr>
          <p:spPr>
            <a:xfrm>
              <a:off x="7881682" y="1363278"/>
              <a:ext cx="277014" cy="242589"/>
            </a:xfrm>
            <a:custGeom>
              <a:avLst/>
              <a:gdLst/>
              <a:ahLst/>
              <a:cxnLst/>
              <a:rect l="l" t="t" r="r" b="b"/>
              <a:pathLst>
                <a:path w="4989" h="4369" extrusionOk="0">
                  <a:moveTo>
                    <a:pt x="2495" y="0"/>
                  </a:moveTo>
                  <a:cubicBezTo>
                    <a:pt x="2140" y="0"/>
                    <a:pt x="1780" y="87"/>
                    <a:pt x="1446" y="269"/>
                  </a:cubicBezTo>
                  <a:cubicBezTo>
                    <a:pt x="386" y="847"/>
                    <a:pt x="0" y="2172"/>
                    <a:pt x="554" y="3233"/>
                  </a:cubicBezTo>
                  <a:cubicBezTo>
                    <a:pt x="951" y="3959"/>
                    <a:pt x="1709" y="4369"/>
                    <a:pt x="2488" y="4369"/>
                  </a:cubicBezTo>
                  <a:cubicBezTo>
                    <a:pt x="2846" y="4369"/>
                    <a:pt x="3209" y="4282"/>
                    <a:pt x="3543" y="4100"/>
                  </a:cubicBezTo>
                  <a:cubicBezTo>
                    <a:pt x="4603" y="3522"/>
                    <a:pt x="4988" y="2197"/>
                    <a:pt x="4410" y="1136"/>
                  </a:cubicBezTo>
                  <a:cubicBezTo>
                    <a:pt x="4014" y="410"/>
                    <a:pt x="3267" y="0"/>
                    <a:pt x="249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233;p29"/>
            <p:cNvSpPr/>
            <p:nvPr/>
          </p:nvSpPr>
          <p:spPr>
            <a:xfrm>
              <a:off x="5577568" y="1379048"/>
              <a:ext cx="298391" cy="264577"/>
            </a:xfrm>
            <a:custGeom>
              <a:avLst/>
              <a:gdLst/>
              <a:ahLst/>
              <a:cxnLst/>
              <a:rect l="l" t="t" r="r" b="b"/>
              <a:pathLst>
                <a:path w="5374" h="4765" extrusionOk="0">
                  <a:moveTo>
                    <a:pt x="2698" y="0"/>
                  </a:moveTo>
                  <a:cubicBezTo>
                    <a:pt x="1738" y="0"/>
                    <a:pt x="836" y="576"/>
                    <a:pt x="482" y="1527"/>
                  </a:cubicBezTo>
                  <a:cubicBezTo>
                    <a:pt x="0" y="2756"/>
                    <a:pt x="602" y="4129"/>
                    <a:pt x="1831" y="4611"/>
                  </a:cubicBezTo>
                  <a:cubicBezTo>
                    <a:pt x="2110" y="4715"/>
                    <a:pt x="2395" y="4764"/>
                    <a:pt x="2676" y="4764"/>
                  </a:cubicBezTo>
                  <a:cubicBezTo>
                    <a:pt x="3637" y="4764"/>
                    <a:pt x="4543" y="4189"/>
                    <a:pt x="4916" y="3238"/>
                  </a:cubicBezTo>
                  <a:cubicBezTo>
                    <a:pt x="5374" y="2009"/>
                    <a:pt x="4771" y="635"/>
                    <a:pt x="3542" y="153"/>
                  </a:cubicBezTo>
                  <a:cubicBezTo>
                    <a:pt x="3264" y="50"/>
                    <a:pt x="2979" y="0"/>
                    <a:pt x="269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34;p29"/>
            <p:cNvSpPr/>
            <p:nvPr/>
          </p:nvSpPr>
          <p:spPr>
            <a:xfrm>
              <a:off x="6455326" y="1032953"/>
              <a:ext cx="963414" cy="898672"/>
            </a:xfrm>
            <a:custGeom>
              <a:avLst/>
              <a:gdLst/>
              <a:ahLst/>
              <a:cxnLst/>
              <a:rect l="l" t="t" r="r" b="b"/>
              <a:pathLst>
                <a:path w="17351" h="16185" extrusionOk="0">
                  <a:moveTo>
                    <a:pt x="8675" y="1"/>
                  </a:moveTo>
                  <a:cubicBezTo>
                    <a:pt x="8464" y="1"/>
                    <a:pt x="8254" y="121"/>
                    <a:pt x="8169" y="362"/>
                  </a:cubicBezTo>
                  <a:lnTo>
                    <a:pt x="6410" y="5254"/>
                  </a:lnTo>
                  <a:cubicBezTo>
                    <a:pt x="6338" y="5447"/>
                    <a:pt x="6145" y="5591"/>
                    <a:pt x="5928" y="5615"/>
                  </a:cubicBezTo>
                  <a:lnTo>
                    <a:pt x="723" y="5760"/>
                  </a:lnTo>
                  <a:cubicBezTo>
                    <a:pt x="217" y="5784"/>
                    <a:pt x="0" y="6410"/>
                    <a:pt x="410" y="6724"/>
                  </a:cubicBezTo>
                  <a:lnTo>
                    <a:pt x="4506" y="9929"/>
                  </a:lnTo>
                  <a:cubicBezTo>
                    <a:pt x="4699" y="10049"/>
                    <a:pt x="4771" y="10290"/>
                    <a:pt x="4699" y="10507"/>
                  </a:cubicBezTo>
                  <a:lnTo>
                    <a:pt x="3253" y="15495"/>
                  </a:lnTo>
                  <a:cubicBezTo>
                    <a:pt x="3141" y="15869"/>
                    <a:pt x="3449" y="16184"/>
                    <a:pt x="3783" y="16184"/>
                  </a:cubicBezTo>
                  <a:cubicBezTo>
                    <a:pt x="3881" y="16184"/>
                    <a:pt x="3980" y="16157"/>
                    <a:pt x="4073" y="16098"/>
                  </a:cubicBezTo>
                  <a:lnTo>
                    <a:pt x="8362" y="13158"/>
                  </a:lnTo>
                  <a:cubicBezTo>
                    <a:pt x="8458" y="13098"/>
                    <a:pt x="8567" y="13067"/>
                    <a:pt x="8675" y="13067"/>
                  </a:cubicBezTo>
                  <a:cubicBezTo>
                    <a:pt x="8784" y="13067"/>
                    <a:pt x="8892" y="13098"/>
                    <a:pt x="8989" y="13158"/>
                  </a:cubicBezTo>
                  <a:lnTo>
                    <a:pt x="13278" y="16098"/>
                  </a:lnTo>
                  <a:cubicBezTo>
                    <a:pt x="13370" y="16157"/>
                    <a:pt x="13470" y="16184"/>
                    <a:pt x="13567" y="16184"/>
                  </a:cubicBezTo>
                  <a:cubicBezTo>
                    <a:pt x="13902" y="16184"/>
                    <a:pt x="14209" y="15869"/>
                    <a:pt x="14097" y="15495"/>
                  </a:cubicBezTo>
                  <a:lnTo>
                    <a:pt x="12651" y="10507"/>
                  </a:lnTo>
                  <a:cubicBezTo>
                    <a:pt x="12579" y="10290"/>
                    <a:pt x="12651" y="10049"/>
                    <a:pt x="12844" y="9929"/>
                  </a:cubicBezTo>
                  <a:lnTo>
                    <a:pt x="16941" y="6724"/>
                  </a:lnTo>
                  <a:cubicBezTo>
                    <a:pt x="17350" y="6410"/>
                    <a:pt x="17134" y="5784"/>
                    <a:pt x="16627" y="5760"/>
                  </a:cubicBezTo>
                  <a:lnTo>
                    <a:pt x="11422" y="5615"/>
                  </a:lnTo>
                  <a:cubicBezTo>
                    <a:pt x="11206" y="5591"/>
                    <a:pt x="11013" y="5447"/>
                    <a:pt x="10940" y="5254"/>
                  </a:cubicBezTo>
                  <a:lnTo>
                    <a:pt x="9181" y="362"/>
                  </a:lnTo>
                  <a:cubicBezTo>
                    <a:pt x="9097" y="121"/>
                    <a:pt x="8886" y="1"/>
                    <a:pt x="8675" y="1"/>
                  </a:cubicBezTo>
                  <a:close/>
                </a:path>
              </a:pathLst>
            </a:custGeom>
            <a:solidFill>
              <a:srgbClr val="1624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235;p29"/>
            <p:cNvSpPr/>
            <p:nvPr/>
          </p:nvSpPr>
          <p:spPr>
            <a:xfrm>
              <a:off x="5601611" y="1445069"/>
              <a:ext cx="101777" cy="105775"/>
            </a:xfrm>
            <a:custGeom>
              <a:avLst/>
              <a:gdLst/>
              <a:ahLst/>
              <a:cxnLst/>
              <a:rect l="l" t="t" r="r" b="b"/>
              <a:pathLst>
                <a:path w="1833" h="1905" extrusionOk="0">
                  <a:moveTo>
                    <a:pt x="242" y="1"/>
                  </a:moveTo>
                  <a:lnTo>
                    <a:pt x="1" y="1904"/>
                  </a:lnTo>
                  <a:lnTo>
                    <a:pt x="1" y="1904"/>
                  </a:lnTo>
                  <a:lnTo>
                    <a:pt x="1688" y="1760"/>
                  </a:lnTo>
                  <a:lnTo>
                    <a:pt x="1832" y="483"/>
                  </a:lnTo>
                  <a:lnTo>
                    <a:pt x="242" y="1"/>
                  </a:lnTo>
                  <a:close/>
                </a:path>
              </a:pathLst>
            </a:custGeom>
            <a:solidFill>
              <a:srgbClr val="1624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36;p29"/>
            <p:cNvSpPr/>
            <p:nvPr/>
          </p:nvSpPr>
          <p:spPr>
            <a:xfrm>
              <a:off x="4983938" y="1495930"/>
              <a:ext cx="53582" cy="107663"/>
            </a:xfrm>
            <a:custGeom>
              <a:avLst/>
              <a:gdLst/>
              <a:ahLst/>
              <a:cxnLst/>
              <a:rect l="l" t="t" r="r" b="b"/>
              <a:pathLst>
                <a:path w="965" h="1939" extrusionOk="0">
                  <a:moveTo>
                    <a:pt x="386" y="0"/>
                  </a:moveTo>
                  <a:lnTo>
                    <a:pt x="0" y="1904"/>
                  </a:lnTo>
                  <a:cubicBezTo>
                    <a:pt x="0" y="1904"/>
                    <a:pt x="58" y="1939"/>
                    <a:pt x="143" y="1939"/>
                  </a:cubicBezTo>
                  <a:cubicBezTo>
                    <a:pt x="270" y="1939"/>
                    <a:pt x="458" y="1861"/>
                    <a:pt x="603" y="1470"/>
                  </a:cubicBezTo>
                  <a:cubicBezTo>
                    <a:pt x="868" y="844"/>
                    <a:pt x="964" y="555"/>
                    <a:pt x="964" y="555"/>
                  </a:cubicBezTo>
                  <a:lnTo>
                    <a:pt x="940" y="97"/>
                  </a:lnTo>
                  <a:lnTo>
                    <a:pt x="38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29"/>
            <p:cNvSpPr/>
            <p:nvPr/>
          </p:nvSpPr>
          <p:spPr>
            <a:xfrm>
              <a:off x="5908060" y="1279156"/>
              <a:ext cx="49528" cy="47640"/>
            </a:xfrm>
            <a:custGeom>
              <a:avLst/>
              <a:gdLst/>
              <a:ahLst/>
              <a:cxnLst/>
              <a:rect l="l" t="t" r="r" b="b"/>
              <a:pathLst>
                <a:path w="892" h="858" extrusionOk="0">
                  <a:moveTo>
                    <a:pt x="72" y="0"/>
                  </a:moveTo>
                  <a:lnTo>
                    <a:pt x="0" y="772"/>
                  </a:lnTo>
                  <a:cubicBezTo>
                    <a:pt x="0" y="772"/>
                    <a:pt x="187" y="858"/>
                    <a:pt x="376" y="858"/>
                  </a:cubicBezTo>
                  <a:cubicBezTo>
                    <a:pt x="533" y="858"/>
                    <a:pt x="692" y="798"/>
                    <a:pt x="747" y="579"/>
                  </a:cubicBezTo>
                  <a:cubicBezTo>
                    <a:pt x="892" y="121"/>
                    <a:pt x="72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29"/>
            <p:cNvSpPr/>
            <p:nvPr/>
          </p:nvSpPr>
          <p:spPr>
            <a:xfrm>
              <a:off x="5175282" y="1058384"/>
              <a:ext cx="107052" cy="89673"/>
            </a:xfrm>
            <a:custGeom>
              <a:avLst/>
              <a:gdLst/>
              <a:ahLst/>
              <a:cxnLst/>
              <a:rect l="l" t="t" r="r" b="b"/>
              <a:pathLst>
                <a:path w="1928" h="1615" extrusionOk="0">
                  <a:moveTo>
                    <a:pt x="338" y="0"/>
                  </a:moveTo>
                  <a:lnTo>
                    <a:pt x="338" y="0"/>
                  </a:lnTo>
                  <a:cubicBezTo>
                    <a:pt x="337" y="0"/>
                    <a:pt x="0" y="241"/>
                    <a:pt x="482" y="747"/>
                  </a:cubicBezTo>
                  <a:cubicBezTo>
                    <a:pt x="940" y="1229"/>
                    <a:pt x="1157" y="1470"/>
                    <a:pt x="1157" y="1470"/>
                  </a:cubicBezTo>
                  <a:lnTo>
                    <a:pt x="1567" y="1615"/>
                  </a:lnTo>
                  <a:lnTo>
                    <a:pt x="1928" y="1157"/>
                  </a:lnTo>
                  <a:lnTo>
                    <a:pt x="33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29"/>
            <p:cNvSpPr/>
            <p:nvPr/>
          </p:nvSpPr>
          <p:spPr>
            <a:xfrm>
              <a:off x="5025417" y="1115909"/>
              <a:ext cx="448253" cy="630264"/>
            </a:xfrm>
            <a:custGeom>
              <a:avLst/>
              <a:gdLst/>
              <a:ahLst/>
              <a:cxnLst/>
              <a:rect l="l" t="t" r="r" b="b"/>
              <a:pathLst>
                <a:path w="8073" h="11351" extrusionOk="0">
                  <a:moveTo>
                    <a:pt x="3470" y="1"/>
                  </a:moveTo>
                  <a:cubicBezTo>
                    <a:pt x="3470" y="1"/>
                    <a:pt x="1422" y="3784"/>
                    <a:pt x="1591" y="4266"/>
                  </a:cubicBezTo>
                  <a:cubicBezTo>
                    <a:pt x="1735" y="4700"/>
                    <a:pt x="4217" y="5832"/>
                    <a:pt x="4579" y="6483"/>
                  </a:cubicBezTo>
                  <a:cubicBezTo>
                    <a:pt x="4820" y="6965"/>
                    <a:pt x="4386" y="9302"/>
                    <a:pt x="4386" y="9302"/>
                  </a:cubicBezTo>
                  <a:cubicBezTo>
                    <a:pt x="4386" y="9302"/>
                    <a:pt x="3253" y="8097"/>
                    <a:pt x="2675" y="7784"/>
                  </a:cubicBezTo>
                  <a:cubicBezTo>
                    <a:pt x="2121" y="7471"/>
                    <a:pt x="121" y="6941"/>
                    <a:pt x="121" y="6941"/>
                  </a:cubicBezTo>
                  <a:lnTo>
                    <a:pt x="0" y="7929"/>
                  </a:lnTo>
                  <a:lnTo>
                    <a:pt x="5013" y="11278"/>
                  </a:lnTo>
                  <a:cubicBezTo>
                    <a:pt x="5083" y="11328"/>
                    <a:pt x="5162" y="11350"/>
                    <a:pt x="5239" y="11350"/>
                  </a:cubicBezTo>
                  <a:cubicBezTo>
                    <a:pt x="5428" y="11350"/>
                    <a:pt x="5612" y="11218"/>
                    <a:pt x="5663" y="11013"/>
                  </a:cubicBezTo>
                  <a:lnTo>
                    <a:pt x="6169" y="8218"/>
                  </a:lnTo>
                  <a:lnTo>
                    <a:pt x="6362" y="6145"/>
                  </a:lnTo>
                  <a:lnTo>
                    <a:pt x="8073" y="5567"/>
                  </a:lnTo>
                  <a:cubicBezTo>
                    <a:pt x="7736" y="5206"/>
                    <a:pt x="6579" y="4820"/>
                    <a:pt x="6507" y="4772"/>
                  </a:cubicBezTo>
                  <a:lnTo>
                    <a:pt x="3181" y="3784"/>
                  </a:lnTo>
                  <a:cubicBezTo>
                    <a:pt x="3277" y="3591"/>
                    <a:pt x="3567" y="2989"/>
                    <a:pt x="3639" y="2796"/>
                  </a:cubicBezTo>
                  <a:cubicBezTo>
                    <a:pt x="3976" y="1639"/>
                    <a:pt x="4314" y="507"/>
                    <a:pt x="4314" y="507"/>
                  </a:cubicBezTo>
                  <a:lnTo>
                    <a:pt x="347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29"/>
            <p:cNvSpPr/>
            <p:nvPr/>
          </p:nvSpPr>
          <p:spPr>
            <a:xfrm>
              <a:off x="5524041" y="1272438"/>
              <a:ext cx="388064" cy="186897"/>
            </a:xfrm>
            <a:custGeom>
              <a:avLst/>
              <a:gdLst/>
              <a:ahLst/>
              <a:cxnLst/>
              <a:rect l="l" t="t" r="r" b="b"/>
              <a:pathLst>
                <a:path w="6989" h="3366" extrusionOk="0">
                  <a:moveTo>
                    <a:pt x="4049" y="1"/>
                  </a:moveTo>
                  <a:cubicBezTo>
                    <a:pt x="3832" y="1"/>
                    <a:pt x="3711" y="25"/>
                    <a:pt x="3591" y="97"/>
                  </a:cubicBezTo>
                  <a:lnTo>
                    <a:pt x="1591" y="1278"/>
                  </a:lnTo>
                  <a:lnTo>
                    <a:pt x="0" y="2194"/>
                  </a:lnTo>
                  <a:cubicBezTo>
                    <a:pt x="435" y="2767"/>
                    <a:pt x="556" y="3366"/>
                    <a:pt x="1050" y="3366"/>
                  </a:cubicBezTo>
                  <a:cubicBezTo>
                    <a:pt x="1242" y="3366"/>
                    <a:pt x="1489" y="3276"/>
                    <a:pt x="1832" y="3061"/>
                  </a:cubicBezTo>
                  <a:cubicBezTo>
                    <a:pt x="2844" y="2411"/>
                    <a:pt x="3711" y="1350"/>
                    <a:pt x="4024" y="1254"/>
                  </a:cubicBezTo>
                  <a:cubicBezTo>
                    <a:pt x="4314" y="1134"/>
                    <a:pt x="6868" y="989"/>
                    <a:pt x="6868" y="989"/>
                  </a:cubicBezTo>
                  <a:lnTo>
                    <a:pt x="6988" y="121"/>
                  </a:lnTo>
                  <a:lnTo>
                    <a:pt x="404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29"/>
            <p:cNvSpPr/>
            <p:nvPr/>
          </p:nvSpPr>
          <p:spPr>
            <a:xfrm>
              <a:off x="5889292" y="1269772"/>
              <a:ext cx="34870" cy="70961"/>
            </a:xfrm>
            <a:custGeom>
              <a:avLst/>
              <a:gdLst/>
              <a:ahLst/>
              <a:cxnLst/>
              <a:rect l="l" t="t" r="r" b="b"/>
              <a:pathLst>
                <a:path w="628" h="1278" extrusionOk="0">
                  <a:moveTo>
                    <a:pt x="145" y="1"/>
                  </a:moveTo>
                  <a:lnTo>
                    <a:pt x="1" y="1206"/>
                  </a:lnTo>
                  <a:lnTo>
                    <a:pt x="483" y="1278"/>
                  </a:lnTo>
                  <a:lnTo>
                    <a:pt x="627" y="49"/>
                  </a:lnTo>
                  <a:lnTo>
                    <a:pt x="14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29"/>
            <p:cNvSpPr/>
            <p:nvPr/>
          </p:nvSpPr>
          <p:spPr>
            <a:xfrm>
              <a:off x="5863861" y="1723588"/>
              <a:ext cx="46641" cy="45364"/>
            </a:xfrm>
            <a:custGeom>
              <a:avLst/>
              <a:gdLst/>
              <a:ahLst/>
              <a:cxnLst/>
              <a:rect l="l" t="t" r="r" b="b"/>
              <a:pathLst>
                <a:path w="840" h="817" extrusionOk="0">
                  <a:moveTo>
                    <a:pt x="312" y="1"/>
                  </a:moveTo>
                  <a:cubicBezTo>
                    <a:pt x="192" y="1"/>
                    <a:pt x="97" y="21"/>
                    <a:pt x="97" y="21"/>
                  </a:cubicBezTo>
                  <a:lnTo>
                    <a:pt x="1" y="816"/>
                  </a:lnTo>
                  <a:cubicBezTo>
                    <a:pt x="1" y="816"/>
                    <a:pt x="8" y="816"/>
                    <a:pt x="21" y="816"/>
                  </a:cubicBezTo>
                  <a:cubicBezTo>
                    <a:pt x="147" y="816"/>
                    <a:pt x="840" y="796"/>
                    <a:pt x="796" y="358"/>
                  </a:cubicBezTo>
                  <a:cubicBezTo>
                    <a:pt x="781" y="57"/>
                    <a:pt x="512" y="1"/>
                    <a:pt x="31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29"/>
            <p:cNvSpPr/>
            <p:nvPr/>
          </p:nvSpPr>
          <p:spPr>
            <a:xfrm>
              <a:off x="5506606" y="1527969"/>
              <a:ext cx="361357" cy="240979"/>
            </a:xfrm>
            <a:custGeom>
              <a:avLst/>
              <a:gdLst/>
              <a:ahLst/>
              <a:cxnLst/>
              <a:rect l="l" t="t" r="r" b="b"/>
              <a:pathLst>
                <a:path w="6508" h="4340" extrusionOk="0">
                  <a:moveTo>
                    <a:pt x="1139" y="1"/>
                  </a:moveTo>
                  <a:cubicBezTo>
                    <a:pt x="728" y="1"/>
                    <a:pt x="498" y="508"/>
                    <a:pt x="1" y="941"/>
                  </a:cubicBezTo>
                  <a:lnTo>
                    <a:pt x="1399" y="2146"/>
                  </a:lnTo>
                  <a:lnTo>
                    <a:pt x="3109" y="3713"/>
                  </a:lnTo>
                  <a:cubicBezTo>
                    <a:pt x="3230" y="3785"/>
                    <a:pt x="3326" y="3857"/>
                    <a:pt x="3543" y="3905"/>
                  </a:cubicBezTo>
                  <a:lnTo>
                    <a:pt x="6435" y="4339"/>
                  </a:lnTo>
                  <a:lnTo>
                    <a:pt x="6507" y="3448"/>
                  </a:lnTo>
                  <a:cubicBezTo>
                    <a:pt x="6507" y="3448"/>
                    <a:pt x="4025" y="2821"/>
                    <a:pt x="3760" y="2652"/>
                  </a:cubicBezTo>
                  <a:cubicBezTo>
                    <a:pt x="3471" y="2508"/>
                    <a:pt x="2820" y="1303"/>
                    <a:pt x="1953" y="459"/>
                  </a:cubicBezTo>
                  <a:cubicBezTo>
                    <a:pt x="1598" y="129"/>
                    <a:pt x="1346" y="1"/>
                    <a:pt x="11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29"/>
            <p:cNvSpPr/>
            <p:nvPr/>
          </p:nvSpPr>
          <p:spPr>
            <a:xfrm>
              <a:off x="5847814" y="1707319"/>
              <a:ext cx="33537" cy="69628"/>
            </a:xfrm>
            <a:custGeom>
              <a:avLst/>
              <a:gdLst/>
              <a:ahLst/>
              <a:cxnLst/>
              <a:rect l="l" t="t" r="r" b="b"/>
              <a:pathLst>
                <a:path w="604" h="1254" extrusionOk="0">
                  <a:moveTo>
                    <a:pt x="97" y="1"/>
                  </a:moveTo>
                  <a:lnTo>
                    <a:pt x="1" y="1206"/>
                  </a:lnTo>
                  <a:lnTo>
                    <a:pt x="507" y="1254"/>
                  </a:lnTo>
                  <a:lnTo>
                    <a:pt x="603" y="25"/>
                  </a:lnTo>
                  <a:lnTo>
                    <a:pt x="9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29"/>
            <p:cNvSpPr/>
            <p:nvPr/>
          </p:nvSpPr>
          <p:spPr>
            <a:xfrm>
              <a:off x="5360794" y="1380825"/>
              <a:ext cx="285065" cy="229707"/>
            </a:xfrm>
            <a:custGeom>
              <a:avLst/>
              <a:gdLst/>
              <a:ahLst/>
              <a:cxnLst/>
              <a:rect l="l" t="t" r="r" b="b"/>
              <a:pathLst>
                <a:path w="5134" h="4137" extrusionOk="0">
                  <a:moveTo>
                    <a:pt x="338" y="1"/>
                  </a:moveTo>
                  <a:lnTo>
                    <a:pt x="0" y="3447"/>
                  </a:lnTo>
                  <a:lnTo>
                    <a:pt x="3784" y="4122"/>
                  </a:lnTo>
                  <a:cubicBezTo>
                    <a:pt x="3839" y="4132"/>
                    <a:pt x="3893" y="4136"/>
                    <a:pt x="3947" y="4136"/>
                  </a:cubicBezTo>
                  <a:cubicBezTo>
                    <a:pt x="4409" y="4136"/>
                    <a:pt x="4803" y="3777"/>
                    <a:pt x="4868" y="3302"/>
                  </a:cubicBezTo>
                  <a:lnTo>
                    <a:pt x="5085" y="1037"/>
                  </a:lnTo>
                  <a:cubicBezTo>
                    <a:pt x="5133" y="483"/>
                    <a:pt x="4699" y="25"/>
                    <a:pt x="4169" y="25"/>
                  </a:cubicBezTo>
                  <a:lnTo>
                    <a:pt x="33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29"/>
            <p:cNvSpPr/>
            <p:nvPr/>
          </p:nvSpPr>
          <p:spPr>
            <a:xfrm>
              <a:off x="5339361" y="1466502"/>
              <a:ext cx="314494" cy="42865"/>
            </a:xfrm>
            <a:custGeom>
              <a:avLst/>
              <a:gdLst/>
              <a:ahLst/>
              <a:cxnLst/>
              <a:rect l="l" t="t" r="r" b="b"/>
              <a:pathLst>
                <a:path w="5664" h="772" extrusionOk="0">
                  <a:moveTo>
                    <a:pt x="25" y="0"/>
                  </a:moveTo>
                  <a:lnTo>
                    <a:pt x="1" y="241"/>
                  </a:lnTo>
                  <a:lnTo>
                    <a:pt x="5640" y="771"/>
                  </a:lnTo>
                  <a:lnTo>
                    <a:pt x="5664" y="530"/>
                  </a:lnTo>
                  <a:lnTo>
                    <a:pt x="2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247;p29"/>
            <p:cNvSpPr/>
            <p:nvPr/>
          </p:nvSpPr>
          <p:spPr>
            <a:xfrm>
              <a:off x="5655138" y="1452898"/>
              <a:ext cx="137869" cy="112882"/>
            </a:xfrm>
            <a:custGeom>
              <a:avLst/>
              <a:gdLst/>
              <a:ahLst/>
              <a:cxnLst/>
              <a:rect l="l" t="t" r="r" b="b"/>
              <a:pathLst>
                <a:path w="2483" h="2033" extrusionOk="0">
                  <a:moveTo>
                    <a:pt x="1419" y="0"/>
                  </a:moveTo>
                  <a:cubicBezTo>
                    <a:pt x="850" y="0"/>
                    <a:pt x="117" y="373"/>
                    <a:pt x="49" y="896"/>
                  </a:cubicBezTo>
                  <a:cubicBezTo>
                    <a:pt x="1" y="1450"/>
                    <a:pt x="748" y="1980"/>
                    <a:pt x="1326" y="2028"/>
                  </a:cubicBezTo>
                  <a:cubicBezTo>
                    <a:pt x="1356" y="2031"/>
                    <a:pt x="1385" y="2032"/>
                    <a:pt x="1415" y="2032"/>
                  </a:cubicBezTo>
                  <a:cubicBezTo>
                    <a:pt x="1931" y="2032"/>
                    <a:pt x="2365" y="1637"/>
                    <a:pt x="2410" y="1113"/>
                  </a:cubicBezTo>
                  <a:cubicBezTo>
                    <a:pt x="2483" y="558"/>
                    <a:pt x="2073" y="52"/>
                    <a:pt x="1519" y="4"/>
                  </a:cubicBezTo>
                  <a:cubicBezTo>
                    <a:pt x="1486" y="1"/>
                    <a:pt x="1453" y="0"/>
                    <a:pt x="1419" y="0"/>
                  </a:cubicBezTo>
                  <a:close/>
                </a:path>
              </a:pathLst>
            </a:custGeom>
            <a:solidFill>
              <a:srgbClr val="F4A27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48;p29"/>
            <p:cNvSpPr/>
            <p:nvPr/>
          </p:nvSpPr>
          <p:spPr>
            <a:xfrm>
              <a:off x="5647142" y="1415306"/>
              <a:ext cx="171239" cy="197558"/>
            </a:xfrm>
            <a:custGeom>
              <a:avLst/>
              <a:gdLst/>
              <a:ahLst/>
              <a:cxnLst/>
              <a:rect l="l" t="t" r="r" b="b"/>
              <a:pathLst>
                <a:path w="3084" h="3558" extrusionOk="0">
                  <a:moveTo>
                    <a:pt x="2121" y="0"/>
                  </a:moveTo>
                  <a:cubicBezTo>
                    <a:pt x="1822" y="0"/>
                    <a:pt x="964" y="537"/>
                    <a:pt x="964" y="537"/>
                  </a:cubicBezTo>
                  <a:lnTo>
                    <a:pt x="0" y="946"/>
                  </a:lnTo>
                  <a:cubicBezTo>
                    <a:pt x="0" y="946"/>
                    <a:pt x="491" y="879"/>
                    <a:pt x="931" y="879"/>
                  </a:cubicBezTo>
                  <a:cubicBezTo>
                    <a:pt x="1233" y="879"/>
                    <a:pt x="1512" y="911"/>
                    <a:pt x="1591" y="1019"/>
                  </a:cubicBezTo>
                  <a:cubicBezTo>
                    <a:pt x="1783" y="1284"/>
                    <a:pt x="1494" y="1500"/>
                    <a:pt x="1494" y="1500"/>
                  </a:cubicBezTo>
                  <a:cubicBezTo>
                    <a:pt x="1494" y="1500"/>
                    <a:pt x="1446" y="3332"/>
                    <a:pt x="1735" y="3549"/>
                  </a:cubicBezTo>
                  <a:cubicBezTo>
                    <a:pt x="1745" y="3555"/>
                    <a:pt x="1756" y="3557"/>
                    <a:pt x="1768" y="3557"/>
                  </a:cubicBezTo>
                  <a:cubicBezTo>
                    <a:pt x="2064" y="3557"/>
                    <a:pt x="3084" y="1972"/>
                    <a:pt x="3061" y="1717"/>
                  </a:cubicBezTo>
                  <a:cubicBezTo>
                    <a:pt x="3061" y="1428"/>
                    <a:pt x="2410" y="79"/>
                    <a:pt x="2169" y="6"/>
                  </a:cubicBezTo>
                  <a:cubicBezTo>
                    <a:pt x="2155" y="2"/>
                    <a:pt x="2139" y="0"/>
                    <a:pt x="21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249;p29"/>
            <p:cNvSpPr/>
            <p:nvPr/>
          </p:nvSpPr>
          <p:spPr>
            <a:xfrm>
              <a:off x="8265701" y="1194868"/>
              <a:ext cx="441590" cy="444256"/>
            </a:xfrm>
            <a:custGeom>
              <a:avLst/>
              <a:gdLst/>
              <a:ahLst/>
              <a:cxnLst/>
              <a:rect l="l" t="t" r="r" b="b"/>
              <a:pathLst>
                <a:path w="7953" h="8001" extrusionOk="0">
                  <a:moveTo>
                    <a:pt x="3784" y="0"/>
                  </a:moveTo>
                  <a:lnTo>
                    <a:pt x="3205" y="289"/>
                  </a:lnTo>
                  <a:cubicBezTo>
                    <a:pt x="3205" y="289"/>
                    <a:pt x="3398" y="723"/>
                    <a:pt x="3639" y="1663"/>
                  </a:cubicBezTo>
                  <a:cubicBezTo>
                    <a:pt x="3808" y="2266"/>
                    <a:pt x="4169" y="2603"/>
                    <a:pt x="4266" y="2747"/>
                  </a:cubicBezTo>
                  <a:lnTo>
                    <a:pt x="1277" y="3398"/>
                  </a:lnTo>
                  <a:cubicBezTo>
                    <a:pt x="1205" y="3446"/>
                    <a:pt x="289" y="3735"/>
                    <a:pt x="0" y="4025"/>
                  </a:cubicBezTo>
                  <a:lnTo>
                    <a:pt x="1350" y="4482"/>
                  </a:lnTo>
                  <a:lnTo>
                    <a:pt x="1422" y="6073"/>
                  </a:lnTo>
                  <a:lnTo>
                    <a:pt x="3976" y="7784"/>
                  </a:lnTo>
                  <a:cubicBezTo>
                    <a:pt x="4193" y="7928"/>
                    <a:pt x="4434" y="8001"/>
                    <a:pt x="4699" y="8001"/>
                  </a:cubicBezTo>
                  <a:lnTo>
                    <a:pt x="7952" y="7928"/>
                  </a:lnTo>
                  <a:lnTo>
                    <a:pt x="7784" y="7206"/>
                  </a:lnTo>
                  <a:cubicBezTo>
                    <a:pt x="7784" y="7206"/>
                    <a:pt x="7061" y="7133"/>
                    <a:pt x="6097" y="6989"/>
                  </a:cubicBezTo>
                  <a:cubicBezTo>
                    <a:pt x="6001" y="6973"/>
                    <a:pt x="5894" y="6966"/>
                    <a:pt x="5784" y="6966"/>
                  </a:cubicBezTo>
                  <a:cubicBezTo>
                    <a:pt x="5231" y="6966"/>
                    <a:pt x="4579" y="7133"/>
                    <a:pt x="4579" y="7133"/>
                  </a:cubicBezTo>
                  <a:lnTo>
                    <a:pt x="2796" y="5157"/>
                  </a:lnTo>
                  <a:cubicBezTo>
                    <a:pt x="2723" y="5109"/>
                    <a:pt x="2651" y="4892"/>
                    <a:pt x="2796" y="4796"/>
                  </a:cubicBezTo>
                  <a:cubicBezTo>
                    <a:pt x="3302" y="4482"/>
                    <a:pt x="5085" y="3398"/>
                    <a:pt x="5205" y="3061"/>
                  </a:cubicBezTo>
                  <a:cubicBezTo>
                    <a:pt x="5350" y="2675"/>
                    <a:pt x="3784" y="0"/>
                    <a:pt x="37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50;p29"/>
            <p:cNvSpPr/>
            <p:nvPr/>
          </p:nvSpPr>
          <p:spPr>
            <a:xfrm>
              <a:off x="8693863" y="1590936"/>
              <a:ext cx="41533" cy="87063"/>
            </a:xfrm>
            <a:custGeom>
              <a:avLst/>
              <a:gdLst/>
              <a:ahLst/>
              <a:cxnLst/>
              <a:rect l="l" t="t" r="r" b="b"/>
              <a:pathLst>
                <a:path w="748" h="1568" extrusionOk="0">
                  <a:moveTo>
                    <a:pt x="458" y="0"/>
                  </a:moveTo>
                  <a:lnTo>
                    <a:pt x="0" y="97"/>
                  </a:lnTo>
                  <a:cubicBezTo>
                    <a:pt x="0" y="97"/>
                    <a:pt x="49" y="675"/>
                    <a:pt x="241" y="1181"/>
                  </a:cubicBezTo>
                  <a:cubicBezTo>
                    <a:pt x="359" y="1505"/>
                    <a:pt x="522" y="1568"/>
                    <a:pt x="631" y="1568"/>
                  </a:cubicBezTo>
                  <a:cubicBezTo>
                    <a:pt x="700" y="1568"/>
                    <a:pt x="748" y="1542"/>
                    <a:pt x="748" y="1542"/>
                  </a:cubicBezTo>
                  <a:lnTo>
                    <a:pt x="45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29"/>
            <p:cNvSpPr/>
            <p:nvPr/>
          </p:nvSpPr>
          <p:spPr>
            <a:xfrm>
              <a:off x="7874963" y="1295203"/>
              <a:ext cx="38868" cy="38201"/>
            </a:xfrm>
            <a:custGeom>
              <a:avLst/>
              <a:gdLst/>
              <a:ahLst/>
              <a:cxnLst/>
              <a:rect l="l" t="t" r="r" b="b"/>
              <a:pathLst>
                <a:path w="700" h="688" extrusionOk="0">
                  <a:moveTo>
                    <a:pt x="651" y="1"/>
                  </a:moveTo>
                  <a:cubicBezTo>
                    <a:pt x="651" y="1"/>
                    <a:pt x="1" y="97"/>
                    <a:pt x="97" y="459"/>
                  </a:cubicBezTo>
                  <a:cubicBezTo>
                    <a:pt x="142" y="640"/>
                    <a:pt x="279" y="688"/>
                    <a:pt x="410" y="688"/>
                  </a:cubicBezTo>
                  <a:cubicBezTo>
                    <a:pt x="558" y="688"/>
                    <a:pt x="700" y="627"/>
                    <a:pt x="700" y="627"/>
                  </a:cubicBezTo>
                  <a:lnTo>
                    <a:pt x="651" y="1"/>
                  </a:lnTo>
                  <a:close/>
                </a:path>
              </a:pathLst>
            </a:custGeom>
            <a:solidFill>
              <a:srgbClr val="1624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52;p29"/>
            <p:cNvSpPr/>
            <p:nvPr/>
          </p:nvSpPr>
          <p:spPr>
            <a:xfrm>
              <a:off x="8431613" y="1142673"/>
              <a:ext cx="85675" cy="76347"/>
            </a:xfrm>
            <a:custGeom>
              <a:avLst/>
              <a:gdLst/>
              <a:ahLst/>
              <a:cxnLst/>
              <a:rect l="l" t="t" r="r" b="b"/>
              <a:pathLst>
                <a:path w="1543" h="1375" extrusionOk="0">
                  <a:moveTo>
                    <a:pt x="1278" y="1"/>
                  </a:moveTo>
                  <a:lnTo>
                    <a:pt x="0" y="916"/>
                  </a:lnTo>
                  <a:lnTo>
                    <a:pt x="265" y="1374"/>
                  </a:lnTo>
                  <a:cubicBezTo>
                    <a:pt x="265" y="1374"/>
                    <a:pt x="771" y="989"/>
                    <a:pt x="1157" y="603"/>
                  </a:cubicBezTo>
                  <a:cubicBezTo>
                    <a:pt x="1543" y="217"/>
                    <a:pt x="1278" y="1"/>
                    <a:pt x="12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253;p29"/>
            <p:cNvSpPr/>
            <p:nvPr/>
          </p:nvSpPr>
          <p:spPr>
            <a:xfrm>
              <a:off x="7911111" y="1291206"/>
              <a:ext cx="309108" cy="151750"/>
            </a:xfrm>
            <a:custGeom>
              <a:avLst/>
              <a:gdLst/>
              <a:ahLst/>
              <a:cxnLst/>
              <a:rect l="l" t="t" r="r" b="b"/>
              <a:pathLst>
                <a:path w="5567" h="2733" extrusionOk="0">
                  <a:moveTo>
                    <a:pt x="2362" y="0"/>
                  </a:moveTo>
                  <a:lnTo>
                    <a:pt x="0" y="73"/>
                  </a:lnTo>
                  <a:lnTo>
                    <a:pt x="73" y="771"/>
                  </a:lnTo>
                  <a:cubicBezTo>
                    <a:pt x="73" y="771"/>
                    <a:pt x="2121" y="916"/>
                    <a:pt x="2362" y="1012"/>
                  </a:cubicBezTo>
                  <a:cubicBezTo>
                    <a:pt x="2603" y="1085"/>
                    <a:pt x="3278" y="1952"/>
                    <a:pt x="4097" y="2482"/>
                  </a:cubicBezTo>
                  <a:cubicBezTo>
                    <a:pt x="4370" y="2660"/>
                    <a:pt x="4565" y="2733"/>
                    <a:pt x="4717" y="2733"/>
                  </a:cubicBezTo>
                  <a:cubicBezTo>
                    <a:pt x="5101" y="2733"/>
                    <a:pt x="5204" y="2264"/>
                    <a:pt x="5567" y="1832"/>
                  </a:cubicBezTo>
                  <a:lnTo>
                    <a:pt x="4290" y="1085"/>
                  </a:lnTo>
                  <a:lnTo>
                    <a:pt x="2723" y="97"/>
                  </a:lnTo>
                  <a:cubicBezTo>
                    <a:pt x="2627" y="49"/>
                    <a:pt x="2531" y="0"/>
                    <a:pt x="236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54;p29"/>
            <p:cNvSpPr/>
            <p:nvPr/>
          </p:nvSpPr>
          <p:spPr>
            <a:xfrm>
              <a:off x="7901727" y="1287208"/>
              <a:ext cx="26819" cy="56247"/>
            </a:xfrm>
            <a:custGeom>
              <a:avLst/>
              <a:gdLst/>
              <a:ahLst/>
              <a:cxnLst/>
              <a:rect l="l" t="t" r="r" b="b"/>
              <a:pathLst>
                <a:path w="483" h="1013" extrusionOk="0">
                  <a:moveTo>
                    <a:pt x="386" y="0"/>
                  </a:moveTo>
                  <a:lnTo>
                    <a:pt x="1" y="48"/>
                  </a:lnTo>
                  <a:lnTo>
                    <a:pt x="97" y="1012"/>
                  </a:lnTo>
                  <a:lnTo>
                    <a:pt x="483" y="988"/>
                  </a:lnTo>
                  <a:lnTo>
                    <a:pt x="38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255;p29"/>
            <p:cNvSpPr/>
            <p:nvPr/>
          </p:nvSpPr>
          <p:spPr>
            <a:xfrm>
              <a:off x="7905725" y="1651459"/>
              <a:ext cx="37535" cy="35869"/>
            </a:xfrm>
            <a:custGeom>
              <a:avLst/>
              <a:gdLst/>
              <a:ahLst/>
              <a:cxnLst/>
              <a:rect l="l" t="t" r="r" b="b"/>
              <a:pathLst>
                <a:path w="676" h="646" extrusionOk="0">
                  <a:moveTo>
                    <a:pt x="427" y="1"/>
                  </a:moveTo>
                  <a:cubicBezTo>
                    <a:pt x="270" y="1"/>
                    <a:pt x="64" y="47"/>
                    <a:pt x="49" y="284"/>
                  </a:cubicBezTo>
                  <a:cubicBezTo>
                    <a:pt x="1" y="645"/>
                    <a:pt x="676" y="645"/>
                    <a:pt x="676" y="645"/>
                  </a:cubicBezTo>
                  <a:lnTo>
                    <a:pt x="603" y="19"/>
                  </a:lnTo>
                  <a:cubicBezTo>
                    <a:pt x="603" y="19"/>
                    <a:pt x="525" y="1"/>
                    <a:pt x="427" y="1"/>
                  </a:cubicBezTo>
                  <a:close/>
                </a:path>
              </a:pathLst>
            </a:custGeom>
            <a:solidFill>
              <a:srgbClr val="1624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56;p29"/>
            <p:cNvSpPr/>
            <p:nvPr/>
          </p:nvSpPr>
          <p:spPr>
            <a:xfrm>
              <a:off x="7940540" y="1498984"/>
              <a:ext cx="291728" cy="188341"/>
            </a:xfrm>
            <a:custGeom>
              <a:avLst/>
              <a:gdLst/>
              <a:ahLst/>
              <a:cxnLst/>
              <a:rect l="l" t="t" r="r" b="b"/>
              <a:pathLst>
                <a:path w="5254" h="3392" extrusionOk="0">
                  <a:moveTo>
                    <a:pt x="4346" y="1"/>
                  </a:moveTo>
                  <a:cubicBezTo>
                    <a:pt x="4179" y="1"/>
                    <a:pt x="3974" y="100"/>
                    <a:pt x="3687" y="355"/>
                  </a:cubicBezTo>
                  <a:cubicBezTo>
                    <a:pt x="2989" y="1006"/>
                    <a:pt x="2434" y="1969"/>
                    <a:pt x="2217" y="2090"/>
                  </a:cubicBezTo>
                  <a:cubicBezTo>
                    <a:pt x="2001" y="2210"/>
                    <a:pt x="0" y="2692"/>
                    <a:pt x="0" y="2692"/>
                  </a:cubicBezTo>
                  <a:lnTo>
                    <a:pt x="49" y="3391"/>
                  </a:lnTo>
                  <a:lnTo>
                    <a:pt x="2362" y="3078"/>
                  </a:lnTo>
                  <a:cubicBezTo>
                    <a:pt x="2531" y="3054"/>
                    <a:pt x="2627" y="3006"/>
                    <a:pt x="2724" y="2933"/>
                  </a:cubicBezTo>
                  <a:lnTo>
                    <a:pt x="4121" y="1704"/>
                  </a:lnTo>
                  <a:lnTo>
                    <a:pt x="5254" y="765"/>
                  </a:lnTo>
                  <a:cubicBezTo>
                    <a:pt x="4867" y="410"/>
                    <a:pt x="4685" y="1"/>
                    <a:pt x="43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257;p29"/>
            <p:cNvSpPr/>
            <p:nvPr/>
          </p:nvSpPr>
          <p:spPr>
            <a:xfrm>
              <a:off x="7929823" y="1637744"/>
              <a:ext cx="25486" cy="56247"/>
            </a:xfrm>
            <a:custGeom>
              <a:avLst/>
              <a:gdLst/>
              <a:ahLst/>
              <a:cxnLst/>
              <a:rect l="l" t="t" r="r" b="b"/>
              <a:pathLst>
                <a:path w="459" h="1013" extrusionOk="0">
                  <a:moveTo>
                    <a:pt x="410" y="1"/>
                  </a:moveTo>
                  <a:lnTo>
                    <a:pt x="1" y="25"/>
                  </a:lnTo>
                  <a:lnTo>
                    <a:pt x="73" y="1013"/>
                  </a:lnTo>
                  <a:lnTo>
                    <a:pt x="459" y="989"/>
                  </a:lnTo>
                  <a:lnTo>
                    <a:pt x="41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258;p29"/>
            <p:cNvSpPr/>
            <p:nvPr/>
          </p:nvSpPr>
          <p:spPr>
            <a:xfrm>
              <a:off x="8122554" y="1366110"/>
              <a:ext cx="299946" cy="206553"/>
            </a:xfrm>
            <a:custGeom>
              <a:avLst/>
              <a:gdLst/>
              <a:ahLst/>
              <a:cxnLst/>
              <a:rect l="l" t="t" r="r" b="b"/>
              <a:pathLst>
                <a:path w="5402" h="3720" extrusionOk="0">
                  <a:moveTo>
                    <a:pt x="604" y="0"/>
                  </a:moveTo>
                  <a:cubicBezTo>
                    <a:pt x="186" y="0"/>
                    <a:pt x="1" y="659"/>
                    <a:pt x="48" y="1085"/>
                  </a:cubicBezTo>
                  <a:lnTo>
                    <a:pt x="193" y="2893"/>
                  </a:lnTo>
                  <a:cubicBezTo>
                    <a:pt x="215" y="3296"/>
                    <a:pt x="529" y="3719"/>
                    <a:pt x="921" y="3719"/>
                  </a:cubicBezTo>
                  <a:cubicBezTo>
                    <a:pt x="951" y="3719"/>
                    <a:pt x="981" y="3717"/>
                    <a:pt x="1012" y="3712"/>
                  </a:cubicBezTo>
                  <a:lnTo>
                    <a:pt x="2819" y="2820"/>
                  </a:lnTo>
                  <a:cubicBezTo>
                    <a:pt x="2819" y="2820"/>
                    <a:pt x="4265" y="3302"/>
                    <a:pt x="4723" y="3519"/>
                  </a:cubicBezTo>
                  <a:cubicBezTo>
                    <a:pt x="4846" y="3575"/>
                    <a:pt x="4936" y="3601"/>
                    <a:pt x="5000" y="3601"/>
                  </a:cubicBezTo>
                  <a:cubicBezTo>
                    <a:pt x="5402" y="3601"/>
                    <a:pt x="4775" y="2588"/>
                    <a:pt x="4651" y="1736"/>
                  </a:cubicBezTo>
                  <a:cubicBezTo>
                    <a:pt x="4514" y="828"/>
                    <a:pt x="4998" y="113"/>
                    <a:pt x="4713" y="113"/>
                  </a:cubicBezTo>
                  <a:cubicBezTo>
                    <a:pt x="4695" y="113"/>
                    <a:pt x="4675" y="116"/>
                    <a:pt x="4651" y="121"/>
                  </a:cubicBezTo>
                  <a:cubicBezTo>
                    <a:pt x="3349" y="459"/>
                    <a:pt x="2699" y="772"/>
                    <a:pt x="2699" y="772"/>
                  </a:cubicBezTo>
                  <a:lnTo>
                    <a:pt x="626" y="1"/>
                  </a:lnTo>
                  <a:cubicBezTo>
                    <a:pt x="619" y="0"/>
                    <a:pt x="611" y="0"/>
                    <a:pt x="60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259;p29"/>
            <p:cNvSpPr/>
            <p:nvPr/>
          </p:nvSpPr>
          <p:spPr>
            <a:xfrm>
              <a:off x="8150595" y="1454452"/>
              <a:ext cx="239590" cy="34814"/>
            </a:xfrm>
            <a:custGeom>
              <a:avLst/>
              <a:gdLst/>
              <a:ahLst/>
              <a:cxnLst/>
              <a:rect l="l" t="t" r="r" b="b"/>
              <a:pathLst>
                <a:path w="4315" h="627" extrusionOk="0">
                  <a:moveTo>
                    <a:pt x="4290" y="0"/>
                  </a:moveTo>
                  <a:lnTo>
                    <a:pt x="1" y="386"/>
                  </a:lnTo>
                  <a:lnTo>
                    <a:pt x="25" y="627"/>
                  </a:lnTo>
                  <a:lnTo>
                    <a:pt x="4314" y="241"/>
                  </a:lnTo>
                  <a:lnTo>
                    <a:pt x="429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260;p29"/>
            <p:cNvSpPr/>
            <p:nvPr/>
          </p:nvSpPr>
          <p:spPr>
            <a:xfrm>
              <a:off x="8068972" y="1445069"/>
              <a:ext cx="80345" cy="75014"/>
            </a:xfrm>
            <a:custGeom>
              <a:avLst/>
              <a:gdLst/>
              <a:ahLst/>
              <a:cxnLst/>
              <a:rect l="l" t="t" r="r" b="b"/>
              <a:pathLst>
                <a:path w="1447" h="1351" extrusionOk="0">
                  <a:moveTo>
                    <a:pt x="1447" y="1"/>
                  </a:moveTo>
                  <a:lnTo>
                    <a:pt x="459" y="217"/>
                  </a:lnTo>
                  <a:lnTo>
                    <a:pt x="1" y="1350"/>
                  </a:lnTo>
                  <a:lnTo>
                    <a:pt x="1374" y="1326"/>
                  </a:lnTo>
                  <a:lnTo>
                    <a:pt x="144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29"/>
            <p:cNvSpPr/>
            <p:nvPr/>
          </p:nvSpPr>
          <p:spPr>
            <a:xfrm>
              <a:off x="8003451" y="1439627"/>
              <a:ext cx="108385" cy="90062"/>
            </a:xfrm>
            <a:custGeom>
              <a:avLst/>
              <a:gdLst/>
              <a:ahLst/>
              <a:cxnLst/>
              <a:rect l="l" t="t" r="r" b="b"/>
              <a:pathLst>
                <a:path w="1952" h="1622" extrusionOk="0">
                  <a:moveTo>
                    <a:pt x="822" y="1"/>
                  </a:moveTo>
                  <a:cubicBezTo>
                    <a:pt x="805" y="1"/>
                    <a:pt x="788" y="1"/>
                    <a:pt x="771" y="2"/>
                  </a:cubicBezTo>
                  <a:cubicBezTo>
                    <a:pt x="337" y="50"/>
                    <a:pt x="0" y="436"/>
                    <a:pt x="24" y="870"/>
                  </a:cubicBezTo>
                  <a:cubicBezTo>
                    <a:pt x="69" y="1298"/>
                    <a:pt x="410" y="1621"/>
                    <a:pt x="829" y="1621"/>
                  </a:cubicBezTo>
                  <a:cubicBezTo>
                    <a:pt x="858" y="1621"/>
                    <a:pt x="887" y="1620"/>
                    <a:pt x="916" y="1617"/>
                  </a:cubicBezTo>
                  <a:cubicBezTo>
                    <a:pt x="1350" y="1593"/>
                    <a:pt x="1952" y="1183"/>
                    <a:pt x="1928" y="725"/>
                  </a:cubicBezTo>
                  <a:cubicBezTo>
                    <a:pt x="1881" y="307"/>
                    <a:pt x="1275" y="1"/>
                    <a:pt x="822" y="1"/>
                  </a:cubicBezTo>
                  <a:close/>
                </a:path>
              </a:pathLst>
            </a:custGeom>
            <a:solidFill>
              <a:srgbClr val="F4A27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29"/>
            <p:cNvSpPr/>
            <p:nvPr/>
          </p:nvSpPr>
          <p:spPr>
            <a:xfrm>
              <a:off x="7982073" y="1408754"/>
              <a:ext cx="116436" cy="158524"/>
            </a:xfrm>
            <a:custGeom>
              <a:avLst/>
              <a:gdLst/>
              <a:ahLst/>
              <a:cxnLst/>
              <a:rect l="l" t="t" r="r" b="b"/>
              <a:pathLst>
                <a:path w="2097" h="2855" extrusionOk="0">
                  <a:moveTo>
                    <a:pt x="776" y="1"/>
                  </a:moveTo>
                  <a:cubicBezTo>
                    <a:pt x="765" y="1"/>
                    <a:pt x="755" y="2"/>
                    <a:pt x="747" y="4"/>
                  </a:cubicBezTo>
                  <a:cubicBezTo>
                    <a:pt x="554" y="52"/>
                    <a:pt x="24" y="1137"/>
                    <a:pt x="24" y="1353"/>
                  </a:cubicBezTo>
                  <a:cubicBezTo>
                    <a:pt x="1" y="1561"/>
                    <a:pt x="797" y="2855"/>
                    <a:pt x="1033" y="2855"/>
                  </a:cubicBezTo>
                  <a:cubicBezTo>
                    <a:pt x="1043" y="2855"/>
                    <a:pt x="1052" y="2852"/>
                    <a:pt x="1060" y="2847"/>
                  </a:cubicBezTo>
                  <a:cubicBezTo>
                    <a:pt x="1277" y="2703"/>
                    <a:pt x="1132" y="1137"/>
                    <a:pt x="1132" y="1137"/>
                  </a:cubicBezTo>
                  <a:cubicBezTo>
                    <a:pt x="1132" y="1137"/>
                    <a:pt x="891" y="896"/>
                    <a:pt x="1108" y="775"/>
                  </a:cubicBezTo>
                  <a:cubicBezTo>
                    <a:pt x="1149" y="748"/>
                    <a:pt x="1194" y="737"/>
                    <a:pt x="1240" y="737"/>
                  </a:cubicBezTo>
                  <a:cubicBezTo>
                    <a:pt x="1440" y="737"/>
                    <a:pt x="1662" y="944"/>
                    <a:pt x="1662" y="944"/>
                  </a:cubicBezTo>
                  <a:lnTo>
                    <a:pt x="2096" y="896"/>
                  </a:lnTo>
                  <a:lnTo>
                    <a:pt x="1735" y="462"/>
                  </a:lnTo>
                  <a:cubicBezTo>
                    <a:pt x="1735" y="462"/>
                    <a:pt x="1010" y="1"/>
                    <a:pt x="7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29"/>
            <p:cNvSpPr/>
            <p:nvPr/>
          </p:nvSpPr>
          <p:spPr>
            <a:xfrm>
              <a:off x="7932488" y="1449011"/>
              <a:ext cx="101777" cy="77791"/>
            </a:xfrm>
            <a:custGeom>
              <a:avLst/>
              <a:gdLst/>
              <a:ahLst/>
              <a:cxnLst/>
              <a:rect l="l" t="t" r="r" b="b"/>
              <a:pathLst>
                <a:path w="1833" h="1401" extrusionOk="0">
                  <a:moveTo>
                    <a:pt x="727" y="0"/>
                  </a:moveTo>
                  <a:cubicBezTo>
                    <a:pt x="361" y="0"/>
                    <a:pt x="48" y="282"/>
                    <a:pt x="25" y="653"/>
                  </a:cubicBezTo>
                  <a:cubicBezTo>
                    <a:pt x="1" y="1038"/>
                    <a:pt x="314" y="1375"/>
                    <a:pt x="700" y="1400"/>
                  </a:cubicBezTo>
                  <a:cubicBezTo>
                    <a:pt x="715" y="1400"/>
                    <a:pt x="730" y="1401"/>
                    <a:pt x="746" y="1401"/>
                  </a:cubicBezTo>
                  <a:cubicBezTo>
                    <a:pt x="1141" y="1401"/>
                    <a:pt x="1808" y="1119"/>
                    <a:pt x="1808" y="749"/>
                  </a:cubicBezTo>
                  <a:cubicBezTo>
                    <a:pt x="1832" y="363"/>
                    <a:pt x="1158" y="2"/>
                    <a:pt x="772" y="2"/>
                  </a:cubicBezTo>
                  <a:cubicBezTo>
                    <a:pt x="757" y="1"/>
                    <a:pt x="742" y="0"/>
                    <a:pt x="72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29"/>
            <p:cNvSpPr/>
            <p:nvPr/>
          </p:nvSpPr>
          <p:spPr>
            <a:xfrm>
              <a:off x="6455326" y="1032953"/>
              <a:ext cx="963414" cy="898672"/>
            </a:xfrm>
            <a:custGeom>
              <a:avLst/>
              <a:gdLst/>
              <a:ahLst/>
              <a:cxnLst/>
              <a:rect l="l" t="t" r="r" b="b"/>
              <a:pathLst>
                <a:path w="17351" h="16185" extrusionOk="0">
                  <a:moveTo>
                    <a:pt x="8675" y="1"/>
                  </a:moveTo>
                  <a:cubicBezTo>
                    <a:pt x="8464" y="1"/>
                    <a:pt x="8254" y="121"/>
                    <a:pt x="8169" y="362"/>
                  </a:cubicBezTo>
                  <a:lnTo>
                    <a:pt x="6410" y="5254"/>
                  </a:lnTo>
                  <a:cubicBezTo>
                    <a:pt x="6338" y="5447"/>
                    <a:pt x="6145" y="5591"/>
                    <a:pt x="5928" y="5615"/>
                  </a:cubicBezTo>
                  <a:lnTo>
                    <a:pt x="723" y="5760"/>
                  </a:lnTo>
                  <a:cubicBezTo>
                    <a:pt x="217" y="5784"/>
                    <a:pt x="0" y="6410"/>
                    <a:pt x="410" y="6724"/>
                  </a:cubicBezTo>
                  <a:lnTo>
                    <a:pt x="4506" y="9929"/>
                  </a:lnTo>
                  <a:cubicBezTo>
                    <a:pt x="4699" y="10049"/>
                    <a:pt x="4771" y="10290"/>
                    <a:pt x="4699" y="10507"/>
                  </a:cubicBezTo>
                  <a:lnTo>
                    <a:pt x="3253" y="15495"/>
                  </a:lnTo>
                  <a:cubicBezTo>
                    <a:pt x="3141" y="15869"/>
                    <a:pt x="3449" y="16184"/>
                    <a:pt x="3783" y="16184"/>
                  </a:cubicBezTo>
                  <a:cubicBezTo>
                    <a:pt x="3881" y="16184"/>
                    <a:pt x="3980" y="16157"/>
                    <a:pt x="4073" y="16098"/>
                  </a:cubicBezTo>
                  <a:lnTo>
                    <a:pt x="8362" y="13158"/>
                  </a:lnTo>
                  <a:cubicBezTo>
                    <a:pt x="8458" y="13098"/>
                    <a:pt x="8567" y="13067"/>
                    <a:pt x="8675" y="13067"/>
                  </a:cubicBezTo>
                  <a:cubicBezTo>
                    <a:pt x="8784" y="13067"/>
                    <a:pt x="8892" y="13098"/>
                    <a:pt x="8989" y="13158"/>
                  </a:cubicBezTo>
                  <a:lnTo>
                    <a:pt x="13278" y="16098"/>
                  </a:lnTo>
                  <a:cubicBezTo>
                    <a:pt x="13370" y="16157"/>
                    <a:pt x="13470" y="16184"/>
                    <a:pt x="13567" y="16184"/>
                  </a:cubicBezTo>
                  <a:cubicBezTo>
                    <a:pt x="13902" y="16184"/>
                    <a:pt x="14209" y="15869"/>
                    <a:pt x="14097" y="15495"/>
                  </a:cubicBezTo>
                  <a:lnTo>
                    <a:pt x="12651" y="10507"/>
                  </a:lnTo>
                  <a:cubicBezTo>
                    <a:pt x="12579" y="10290"/>
                    <a:pt x="12651" y="10049"/>
                    <a:pt x="12844" y="9929"/>
                  </a:cubicBezTo>
                  <a:lnTo>
                    <a:pt x="16941" y="6724"/>
                  </a:lnTo>
                  <a:cubicBezTo>
                    <a:pt x="17350" y="6410"/>
                    <a:pt x="17134" y="5784"/>
                    <a:pt x="16627" y="5760"/>
                  </a:cubicBezTo>
                  <a:lnTo>
                    <a:pt x="11422" y="5615"/>
                  </a:lnTo>
                  <a:cubicBezTo>
                    <a:pt x="11206" y="5591"/>
                    <a:pt x="11013" y="5447"/>
                    <a:pt x="10940" y="5254"/>
                  </a:cubicBezTo>
                  <a:lnTo>
                    <a:pt x="9181" y="362"/>
                  </a:lnTo>
                  <a:cubicBezTo>
                    <a:pt x="9097" y="121"/>
                    <a:pt x="8886" y="1"/>
                    <a:pt x="867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29"/>
            <p:cNvSpPr/>
            <p:nvPr/>
          </p:nvSpPr>
          <p:spPr>
            <a:xfrm>
              <a:off x="6278697" y="1978953"/>
              <a:ext cx="246253" cy="204776"/>
            </a:xfrm>
            <a:custGeom>
              <a:avLst/>
              <a:gdLst/>
              <a:ahLst/>
              <a:cxnLst/>
              <a:rect l="l" t="t" r="r" b="b"/>
              <a:pathLst>
                <a:path w="4435" h="3688" extrusionOk="0">
                  <a:moveTo>
                    <a:pt x="0" y="1"/>
                  </a:moveTo>
                  <a:lnTo>
                    <a:pt x="0" y="1495"/>
                  </a:lnTo>
                  <a:cubicBezTo>
                    <a:pt x="0" y="2699"/>
                    <a:pt x="988" y="3687"/>
                    <a:pt x="2193" y="3687"/>
                  </a:cubicBezTo>
                  <a:lnTo>
                    <a:pt x="2241" y="3687"/>
                  </a:lnTo>
                  <a:cubicBezTo>
                    <a:pt x="3446" y="3687"/>
                    <a:pt x="4434" y="2699"/>
                    <a:pt x="4434" y="1495"/>
                  </a:cubicBezTo>
                  <a:lnTo>
                    <a:pt x="443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29"/>
            <p:cNvSpPr/>
            <p:nvPr/>
          </p:nvSpPr>
          <p:spPr>
            <a:xfrm>
              <a:off x="7393274" y="2238760"/>
              <a:ext cx="501835" cy="443811"/>
            </a:xfrm>
            <a:custGeom>
              <a:avLst/>
              <a:gdLst/>
              <a:ahLst/>
              <a:cxnLst/>
              <a:rect l="l" t="t" r="r" b="b"/>
              <a:pathLst>
                <a:path w="9038" h="7993" extrusionOk="0">
                  <a:moveTo>
                    <a:pt x="4508" y="1"/>
                  </a:moveTo>
                  <a:cubicBezTo>
                    <a:pt x="3284" y="1"/>
                    <a:pt x="2078" y="561"/>
                    <a:pt x="1302" y="1611"/>
                  </a:cubicBezTo>
                  <a:cubicBezTo>
                    <a:pt x="1" y="3394"/>
                    <a:pt x="362" y="5900"/>
                    <a:pt x="2145" y="7202"/>
                  </a:cubicBezTo>
                  <a:cubicBezTo>
                    <a:pt x="2855" y="7736"/>
                    <a:pt x="3686" y="7992"/>
                    <a:pt x="4512" y="7992"/>
                  </a:cubicBezTo>
                  <a:cubicBezTo>
                    <a:pt x="5734" y="7992"/>
                    <a:pt x="6945" y="7432"/>
                    <a:pt x="7736" y="6382"/>
                  </a:cubicBezTo>
                  <a:cubicBezTo>
                    <a:pt x="9037" y="4599"/>
                    <a:pt x="8676" y="2093"/>
                    <a:pt x="6892" y="792"/>
                  </a:cubicBezTo>
                  <a:cubicBezTo>
                    <a:pt x="6173" y="257"/>
                    <a:pt x="5336" y="1"/>
                    <a:pt x="450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29"/>
            <p:cNvSpPr/>
            <p:nvPr/>
          </p:nvSpPr>
          <p:spPr>
            <a:xfrm>
              <a:off x="7311650" y="2262636"/>
              <a:ext cx="662358" cy="396115"/>
            </a:xfrm>
            <a:custGeom>
              <a:avLst/>
              <a:gdLst/>
              <a:ahLst/>
              <a:cxnLst/>
              <a:rect l="l" t="t" r="r" b="b"/>
              <a:pathLst>
                <a:path w="11929" h="7134" extrusionOk="0">
                  <a:moveTo>
                    <a:pt x="1640" y="0"/>
                  </a:moveTo>
                  <a:cubicBezTo>
                    <a:pt x="1463" y="0"/>
                    <a:pt x="1291" y="23"/>
                    <a:pt x="1133" y="72"/>
                  </a:cubicBezTo>
                  <a:cubicBezTo>
                    <a:pt x="579" y="241"/>
                    <a:pt x="242" y="675"/>
                    <a:pt x="169" y="1326"/>
                  </a:cubicBezTo>
                  <a:cubicBezTo>
                    <a:pt x="1" y="3205"/>
                    <a:pt x="4917" y="5639"/>
                    <a:pt x="7350" y="6531"/>
                  </a:cubicBezTo>
                  <a:cubicBezTo>
                    <a:pt x="8531" y="6964"/>
                    <a:pt x="9399" y="7133"/>
                    <a:pt x="10049" y="7133"/>
                  </a:cubicBezTo>
                  <a:cubicBezTo>
                    <a:pt x="11254" y="7133"/>
                    <a:pt x="11640" y="6555"/>
                    <a:pt x="11784" y="6241"/>
                  </a:cubicBezTo>
                  <a:cubicBezTo>
                    <a:pt x="11929" y="5856"/>
                    <a:pt x="11881" y="5422"/>
                    <a:pt x="11688" y="5037"/>
                  </a:cubicBezTo>
                  <a:cubicBezTo>
                    <a:pt x="11471" y="4675"/>
                    <a:pt x="11013" y="4193"/>
                    <a:pt x="9977" y="4000"/>
                  </a:cubicBezTo>
                  <a:lnTo>
                    <a:pt x="9929" y="4241"/>
                  </a:lnTo>
                  <a:cubicBezTo>
                    <a:pt x="10869" y="4410"/>
                    <a:pt x="11278" y="4844"/>
                    <a:pt x="11471" y="5157"/>
                  </a:cubicBezTo>
                  <a:cubicBezTo>
                    <a:pt x="11640" y="5470"/>
                    <a:pt x="11664" y="5832"/>
                    <a:pt x="11543" y="6145"/>
                  </a:cubicBezTo>
                  <a:cubicBezTo>
                    <a:pt x="11436" y="6422"/>
                    <a:pt x="11093" y="6894"/>
                    <a:pt x="10028" y="6894"/>
                  </a:cubicBezTo>
                  <a:cubicBezTo>
                    <a:pt x="9423" y="6894"/>
                    <a:pt x="8584" y="6742"/>
                    <a:pt x="7423" y="6314"/>
                  </a:cubicBezTo>
                  <a:cubicBezTo>
                    <a:pt x="4507" y="5229"/>
                    <a:pt x="266" y="2916"/>
                    <a:pt x="410" y="1350"/>
                  </a:cubicBezTo>
                  <a:cubicBezTo>
                    <a:pt x="483" y="795"/>
                    <a:pt x="748" y="434"/>
                    <a:pt x="1205" y="289"/>
                  </a:cubicBezTo>
                  <a:cubicBezTo>
                    <a:pt x="1335" y="251"/>
                    <a:pt x="1473" y="234"/>
                    <a:pt x="1614" y="234"/>
                  </a:cubicBezTo>
                  <a:cubicBezTo>
                    <a:pt x="2180" y="234"/>
                    <a:pt x="2791" y="515"/>
                    <a:pt x="3061" y="844"/>
                  </a:cubicBezTo>
                  <a:lnTo>
                    <a:pt x="3254" y="699"/>
                  </a:lnTo>
                  <a:cubicBezTo>
                    <a:pt x="2900" y="270"/>
                    <a:pt x="2243" y="0"/>
                    <a:pt x="164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29"/>
            <p:cNvSpPr/>
            <p:nvPr/>
          </p:nvSpPr>
          <p:spPr>
            <a:xfrm>
              <a:off x="7209982" y="2704180"/>
              <a:ext cx="58912" cy="58912"/>
            </a:xfrm>
            <a:custGeom>
              <a:avLst/>
              <a:gdLst/>
              <a:ahLst/>
              <a:cxnLst/>
              <a:rect l="l" t="t" r="r" b="b"/>
              <a:pathLst>
                <a:path w="1061" h="1061" extrusionOk="0">
                  <a:moveTo>
                    <a:pt x="530" y="0"/>
                  </a:moveTo>
                  <a:cubicBezTo>
                    <a:pt x="241" y="0"/>
                    <a:pt x="0" y="241"/>
                    <a:pt x="0" y="531"/>
                  </a:cubicBezTo>
                  <a:cubicBezTo>
                    <a:pt x="0" y="820"/>
                    <a:pt x="241" y="1061"/>
                    <a:pt x="530" y="1061"/>
                  </a:cubicBezTo>
                  <a:cubicBezTo>
                    <a:pt x="819" y="1061"/>
                    <a:pt x="1060" y="820"/>
                    <a:pt x="1060" y="531"/>
                  </a:cubicBezTo>
                  <a:cubicBezTo>
                    <a:pt x="1060" y="241"/>
                    <a:pt x="819" y="0"/>
                    <a:pt x="53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29"/>
            <p:cNvSpPr/>
            <p:nvPr/>
          </p:nvSpPr>
          <p:spPr>
            <a:xfrm>
              <a:off x="7995399" y="2320161"/>
              <a:ext cx="29484" cy="28151"/>
            </a:xfrm>
            <a:custGeom>
              <a:avLst/>
              <a:gdLst/>
              <a:ahLst/>
              <a:cxnLst/>
              <a:rect l="l" t="t" r="r" b="b"/>
              <a:pathLst>
                <a:path w="531" h="507" extrusionOk="0">
                  <a:moveTo>
                    <a:pt x="266" y="0"/>
                  </a:moveTo>
                  <a:cubicBezTo>
                    <a:pt x="121" y="0"/>
                    <a:pt x="1" y="121"/>
                    <a:pt x="1" y="265"/>
                  </a:cubicBezTo>
                  <a:cubicBezTo>
                    <a:pt x="1" y="410"/>
                    <a:pt x="121" y="506"/>
                    <a:pt x="266" y="506"/>
                  </a:cubicBezTo>
                  <a:cubicBezTo>
                    <a:pt x="410" y="506"/>
                    <a:pt x="531" y="410"/>
                    <a:pt x="531" y="265"/>
                  </a:cubicBezTo>
                  <a:cubicBezTo>
                    <a:pt x="531" y="121"/>
                    <a:pt x="410" y="0"/>
                    <a:pt x="2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70;p29"/>
            <p:cNvSpPr/>
            <p:nvPr/>
          </p:nvSpPr>
          <p:spPr>
            <a:xfrm>
              <a:off x="7036018" y="2091338"/>
              <a:ext cx="62965" cy="62965"/>
            </a:xfrm>
            <a:custGeom>
              <a:avLst/>
              <a:gdLst/>
              <a:ahLst/>
              <a:cxnLst/>
              <a:rect l="l" t="t" r="r" b="b"/>
              <a:pathLst>
                <a:path w="1134" h="1134" extrusionOk="0">
                  <a:moveTo>
                    <a:pt x="579" y="1"/>
                  </a:moveTo>
                  <a:cubicBezTo>
                    <a:pt x="266" y="1"/>
                    <a:pt x="0" y="266"/>
                    <a:pt x="0" y="579"/>
                  </a:cubicBezTo>
                  <a:cubicBezTo>
                    <a:pt x="0" y="892"/>
                    <a:pt x="266" y="1133"/>
                    <a:pt x="579" y="1133"/>
                  </a:cubicBezTo>
                  <a:cubicBezTo>
                    <a:pt x="892" y="1133"/>
                    <a:pt x="1133" y="892"/>
                    <a:pt x="1133" y="579"/>
                  </a:cubicBezTo>
                  <a:cubicBezTo>
                    <a:pt x="1133" y="266"/>
                    <a:pt x="892" y="1"/>
                    <a:pt x="57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271;p29"/>
            <p:cNvSpPr/>
            <p:nvPr/>
          </p:nvSpPr>
          <p:spPr>
            <a:xfrm>
              <a:off x="7247406" y="3006575"/>
              <a:ext cx="1256475" cy="1272522"/>
            </a:xfrm>
            <a:custGeom>
              <a:avLst/>
              <a:gdLst/>
              <a:ahLst/>
              <a:cxnLst/>
              <a:rect l="l" t="t" r="r" b="b"/>
              <a:pathLst>
                <a:path w="22629" h="22918" extrusionOk="0">
                  <a:moveTo>
                    <a:pt x="1" y="0"/>
                  </a:moveTo>
                  <a:lnTo>
                    <a:pt x="1" y="7133"/>
                  </a:lnTo>
                  <a:lnTo>
                    <a:pt x="2146" y="7133"/>
                  </a:lnTo>
                  <a:cubicBezTo>
                    <a:pt x="3350" y="7133"/>
                    <a:pt x="4338" y="8121"/>
                    <a:pt x="4338" y="9326"/>
                  </a:cubicBezTo>
                  <a:lnTo>
                    <a:pt x="4338" y="9374"/>
                  </a:lnTo>
                  <a:cubicBezTo>
                    <a:pt x="4338" y="10579"/>
                    <a:pt x="3350" y="11567"/>
                    <a:pt x="2146" y="11567"/>
                  </a:cubicBezTo>
                  <a:lnTo>
                    <a:pt x="1" y="11567"/>
                  </a:lnTo>
                  <a:lnTo>
                    <a:pt x="1" y="18291"/>
                  </a:lnTo>
                  <a:lnTo>
                    <a:pt x="7134" y="18291"/>
                  </a:lnTo>
                  <a:lnTo>
                    <a:pt x="7134" y="20724"/>
                  </a:lnTo>
                  <a:cubicBezTo>
                    <a:pt x="7134" y="21953"/>
                    <a:pt x="8122" y="22917"/>
                    <a:pt x="9327" y="22917"/>
                  </a:cubicBezTo>
                  <a:lnTo>
                    <a:pt x="9375" y="22917"/>
                  </a:lnTo>
                  <a:cubicBezTo>
                    <a:pt x="10580" y="22917"/>
                    <a:pt x="11568" y="21953"/>
                    <a:pt x="11568" y="20724"/>
                  </a:cubicBezTo>
                  <a:lnTo>
                    <a:pt x="11568" y="18291"/>
                  </a:lnTo>
                  <a:lnTo>
                    <a:pt x="18291" y="18291"/>
                  </a:lnTo>
                  <a:lnTo>
                    <a:pt x="18291" y="10868"/>
                  </a:lnTo>
                  <a:lnTo>
                    <a:pt x="20412" y="10868"/>
                  </a:lnTo>
                  <a:cubicBezTo>
                    <a:pt x="21641" y="10868"/>
                    <a:pt x="22629" y="9880"/>
                    <a:pt x="22629" y="8676"/>
                  </a:cubicBezTo>
                  <a:lnTo>
                    <a:pt x="22629" y="8627"/>
                  </a:lnTo>
                  <a:cubicBezTo>
                    <a:pt x="22629" y="7423"/>
                    <a:pt x="21641" y="6435"/>
                    <a:pt x="20412" y="6435"/>
                  </a:cubicBezTo>
                  <a:lnTo>
                    <a:pt x="18291" y="6435"/>
                  </a:lnTo>
                  <a:lnTo>
                    <a:pt x="1829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4" name="Google Shape;221;p29"/>
          <p:cNvSpPr txBox="1">
            <a:spLocks/>
          </p:cNvSpPr>
          <p:nvPr/>
        </p:nvSpPr>
        <p:spPr>
          <a:xfrm>
            <a:off x="803689" y="437985"/>
            <a:ext cx="3608914" cy="10189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 Black"/>
              <a:buNone/>
              <a:defRPr sz="5000" b="0" i="0" u="none" strike="noStrike" cap="none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s-MX" sz="4000" dirty="0"/>
              <a:t>Clase </a:t>
            </a:r>
            <a:r>
              <a:rPr lang="es-MX" sz="4000"/>
              <a:t>N°5</a:t>
            </a:r>
            <a:endParaRPr lang="es-MX" sz="4000" dirty="0"/>
          </a:p>
        </p:txBody>
      </p:sp>
      <p:grpSp>
        <p:nvGrpSpPr>
          <p:cNvPr id="6" name="Group 14">
            <a:extLst>
              <a:ext uri="{FF2B5EF4-FFF2-40B4-BE49-F238E27FC236}">
                <a16:creationId xmlns:a16="http://schemas.microsoft.com/office/drawing/2014/main" id="{2EF0F7B3-35D4-0BCB-54F7-0F6B722E9D0B}"/>
              </a:ext>
            </a:extLst>
          </p:cNvPr>
          <p:cNvGrpSpPr/>
          <p:nvPr/>
        </p:nvGrpSpPr>
        <p:grpSpPr>
          <a:xfrm>
            <a:off x="0" y="4327206"/>
            <a:ext cx="18288000" cy="856676"/>
            <a:chOff x="0" y="0"/>
            <a:chExt cx="4816593" cy="225627"/>
          </a:xfrm>
        </p:grpSpPr>
        <p:sp>
          <p:nvSpPr>
            <p:cNvPr id="7" name="Freeform 15">
              <a:extLst>
                <a:ext uri="{FF2B5EF4-FFF2-40B4-BE49-F238E27FC236}">
                  <a16:creationId xmlns:a16="http://schemas.microsoft.com/office/drawing/2014/main" id="{AE614CFC-5D7D-38BC-FF92-2C48A8975B77}"/>
                </a:ext>
              </a:extLst>
            </p:cNvPr>
            <p:cNvSpPr/>
            <p:nvPr/>
          </p:nvSpPr>
          <p:spPr>
            <a:xfrm>
              <a:off x="0" y="0"/>
              <a:ext cx="4816592" cy="225627"/>
            </a:xfrm>
            <a:custGeom>
              <a:avLst/>
              <a:gdLst/>
              <a:ahLst/>
              <a:cxnLst/>
              <a:rect l="l" t="t" r="r" b="b"/>
              <a:pathLst>
                <a:path w="4816592" h="225627">
                  <a:moveTo>
                    <a:pt x="0" y="0"/>
                  </a:moveTo>
                  <a:lnTo>
                    <a:pt x="4816592" y="0"/>
                  </a:lnTo>
                  <a:lnTo>
                    <a:pt x="4816592" y="225627"/>
                  </a:lnTo>
                  <a:lnTo>
                    <a:pt x="0" y="22562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8" name="TextBox 16">
              <a:extLst>
                <a:ext uri="{FF2B5EF4-FFF2-40B4-BE49-F238E27FC236}">
                  <a16:creationId xmlns:a16="http://schemas.microsoft.com/office/drawing/2014/main" id="{7260D653-370C-B48D-6AE3-1D51B05DDCE1}"/>
                </a:ext>
              </a:extLst>
            </p:cNvPr>
            <p:cNvSpPr txBox="1"/>
            <p:nvPr/>
          </p:nvSpPr>
          <p:spPr>
            <a:xfrm>
              <a:off x="0" y="-28575"/>
              <a:ext cx="4816593" cy="2542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Freeform 17">
            <a:extLst>
              <a:ext uri="{FF2B5EF4-FFF2-40B4-BE49-F238E27FC236}">
                <a16:creationId xmlns:a16="http://schemas.microsoft.com/office/drawing/2014/main" id="{B42CC351-D346-8316-45B3-B5C9BC0ECBAC}"/>
              </a:ext>
            </a:extLst>
          </p:cNvPr>
          <p:cNvSpPr/>
          <p:nvPr/>
        </p:nvSpPr>
        <p:spPr>
          <a:xfrm>
            <a:off x="3220602" y="4482077"/>
            <a:ext cx="2702796" cy="647086"/>
          </a:xfrm>
          <a:custGeom>
            <a:avLst/>
            <a:gdLst/>
            <a:ahLst/>
            <a:cxnLst/>
            <a:rect l="l" t="t" r="r" b="b"/>
            <a:pathLst>
              <a:path w="2702796" h="647086">
                <a:moveTo>
                  <a:pt x="0" y="0"/>
                </a:moveTo>
                <a:lnTo>
                  <a:pt x="2702796" y="0"/>
                </a:lnTo>
                <a:lnTo>
                  <a:pt x="2702796" y="647087"/>
                </a:lnTo>
                <a:lnTo>
                  <a:pt x="0" y="6470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32"/>
          <p:cNvSpPr/>
          <p:nvPr/>
        </p:nvSpPr>
        <p:spPr>
          <a:xfrm>
            <a:off x="4101450" y="1421698"/>
            <a:ext cx="941100" cy="9411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4" name="Google Shape;344;p32"/>
          <p:cNvSpPr txBox="1">
            <a:spLocks noGrp="1"/>
          </p:cNvSpPr>
          <p:nvPr>
            <p:ph type="title"/>
          </p:nvPr>
        </p:nvSpPr>
        <p:spPr>
          <a:xfrm>
            <a:off x="2394345" y="506026"/>
            <a:ext cx="4355309" cy="62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/>
              <a:t>Objetivo de aprendizaje.</a:t>
            </a:r>
            <a:endParaRPr sz="2800" dirty="0"/>
          </a:p>
        </p:txBody>
      </p:sp>
      <p:sp>
        <p:nvSpPr>
          <p:cNvPr id="345" name="Google Shape;345;p32"/>
          <p:cNvSpPr txBox="1">
            <a:spLocks noGrp="1"/>
          </p:cNvSpPr>
          <p:nvPr>
            <p:ph type="subTitle" idx="1"/>
          </p:nvPr>
        </p:nvSpPr>
        <p:spPr>
          <a:xfrm>
            <a:off x="948787" y="2311812"/>
            <a:ext cx="7427044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/>
            <a:r>
              <a:rPr lang="es-MX" sz="1600" dirty="0"/>
              <a:t>Aplicar la técnica de procesamiento de hallazgos para visualizar los vínculos entre datos, agrupar información relevante, entender las relaciones causa-efecto en las problemáticas, distinguir los problemas específicos de los usuarios y desarrollar nuevas perspectivas que enriquezcan la comprensión y solución de los hallazgos.</a:t>
            </a:r>
            <a:endParaRPr sz="1600" dirty="0"/>
          </a:p>
        </p:txBody>
      </p:sp>
      <p:grpSp>
        <p:nvGrpSpPr>
          <p:cNvPr id="346" name="Google Shape;346;p32"/>
          <p:cNvGrpSpPr/>
          <p:nvPr/>
        </p:nvGrpSpPr>
        <p:grpSpPr>
          <a:xfrm rot="10800000" flipH="1">
            <a:off x="6332156" y="415575"/>
            <a:ext cx="2043675" cy="1028700"/>
            <a:chOff x="6978706" y="411575"/>
            <a:chExt cx="2043675" cy="1028700"/>
          </a:xfrm>
        </p:grpSpPr>
        <p:sp>
          <p:nvSpPr>
            <p:cNvPr id="347" name="Google Shape;347;p32"/>
            <p:cNvSpPr/>
            <p:nvPr/>
          </p:nvSpPr>
          <p:spPr>
            <a:xfrm>
              <a:off x="7995781" y="411575"/>
              <a:ext cx="1026600" cy="10287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32"/>
            <p:cNvSpPr/>
            <p:nvPr/>
          </p:nvSpPr>
          <p:spPr>
            <a:xfrm>
              <a:off x="6978706" y="411575"/>
              <a:ext cx="1026600" cy="10287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" name="Group 14">
            <a:extLst>
              <a:ext uri="{FF2B5EF4-FFF2-40B4-BE49-F238E27FC236}">
                <a16:creationId xmlns:a16="http://schemas.microsoft.com/office/drawing/2014/main" id="{5DE9FF70-A5EC-A701-0F74-07983065D91D}"/>
              </a:ext>
            </a:extLst>
          </p:cNvPr>
          <p:cNvGrpSpPr/>
          <p:nvPr/>
        </p:nvGrpSpPr>
        <p:grpSpPr>
          <a:xfrm>
            <a:off x="0" y="4327206"/>
            <a:ext cx="18288000" cy="856676"/>
            <a:chOff x="0" y="0"/>
            <a:chExt cx="4816593" cy="225627"/>
          </a:xfrm>
        </p:grpSpPr>
        <p:sp>
          <p:nvSpPr>
            <p:cNvPr id="3" name="Freeform 15">
              <a:extLst>
                <a:ext uri="{FF2B5EF4-FFF2-40B4-BE49-F238E27FC236}">
                  <a16:creationId xmlns:a16="http://schemas.microsoft.com/office/drawing/2014/main" id="{0356BE07-7FC6-6E72-1B9B-6B3440134F00}"/>
                </a:ext>
              </a:extLst>
            </p:cNvPr>
            <p:cNvSpPr/>
            <p:nvPr/>
          </p:nvSpPr>
          <p:spPr>
            <a:xfrm>
              <a:off x="0" y="0"/>
              <a:ext cx="4816592" cy="225627"/>
            </a:xfrm>
            <a:custGeom>
              <a:avLst/>
              <a:gdLst/>
              <a:ahLst/>
              <a:cxnLst/>
              <a:rect l="l" t="t" r="r" b="b"/>
              <a:pathLst>
                <a:path w="4816592" h="225627">
                  <a:moveTo>
                    <a:pt x="0" y="0"/>
                  </a:moveTo>
                  <a:lnTo>
                    <a:pt x="4816592" y="0"/>
                  </a:lnTo>
                  <a:lnTo>
                    <a:pt x="4816592" y="225627"/>
                  </a:lnTo>
                  <a:lnTo>
                    <a:pt x="0" y="22562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TextBox 16">
              <a:extLst>
                <a:ext uri="{FF2B5EF4-FFF2-40B4-BE49-F238E27FC236}">
                  <a16:creationId xmlns:a16="http://schemas.microsoft.com/office/drawing/2014/main" id="{59AF6B3A-DF67-D705-874C-1D3727F929DA}"/>
                </a:ext>
              </a:extLst>
            </p:cNvPr>
            <p:cNvSpPr txBox="1"/>
            <p:nvPr/>
          </p:nvSpPr>
          <p:spPr>
            <a:xfrm>
              <a:off x="0" y="-28575"/>
              <a:ext cx="4816593" cy="2542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17">
            <a:extLst>
              <a:ext uri="{FF2B5EF4-FFF2-40B4-BE49-F238E27FC236}">
                <a16:creationId xmlns:a16="http://schemas.microsoft.com/office/drawing/2014/main" id="{182EFD00-A7BF-EC31-7555-502349586509}"/>
              </a:ext>
            </a:extLst>
          </p:cNvPr>
          <p:cNvSpPr/>
          <p:nvPr/>
        </p:nvSpPr>
        <p:spPr>
          <a:xfrm>
            <a:off x="3220602" y="4482077"/>
            <a:ext cx="2702796" cy="647086"/>
          </a:xfrm>
          <a:custGeom>
            <a:avLst/>
            <a:gdLst/>
            <a:ahLst/>
            <a:cxnLst/>
            <a:rect l="l" t="t" r="r" b="b"/>
            <a:pathLst>
              <a:path w="2702796" h="647086">
                <a:moveTo>
                  <a:pt x="0" y="0"/>
                </a:moveTo>
                <a:lnTo>
                  <a:pt x="2702796" y="0"/>
                </a:lnTo>
                <a:lnTo>
                  <a:pt x="2702796" y="647087"/>
                </a:lnTo>
                <a:lnTo>
                  <a:pt x="0" y="6470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33384" y="340560"/>
            <a:ext cx="6877231" cy="625500"/>
          </a:xfrm>
        </p:spPr>
        <p:txBody>
          <a:bodyPr/>
          <a:lstStyle/>
          <a:p>
            <a:r>
              <a:rPr lang="es-MX" sz="2800" dirty="0"/>
              <a:t>Proceso de ejecución de la unidad</a:t>
            </a:r>
            <a:endParaRPr lang="es-CL" sz="2800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174" y="1066611"/>
            <a:ext cx="7867650" cy="3324225"/>
          </a:xfrm>
          <a:prstGeom prst="rect">
            <a:avLst/>
          </a:prstGeom>
        </p:spPr>
      </p:pic>
      <p:grpSp>
        <p:nvGrpSpPr>
          <p:cNvPr id="3" name="Group 14">
            <a:extLst>
              <a:ext uri="{FF2B5EF4-FFF2-40B4-BE49-F238E27FC236}">
                <a16:creationId xmlns:a16="http://schemas.microsoft.com/office/drawing/2014/main" id="{8F3F449D-AA10-B1C8-E5D0-5427A9AD084E}"/>
              </a:ext>
            </a:extLst>
          </p:cNvPr>
          <p:cNvGrpSpPr/>
          <p:nvPr/>
        </p:nvGrpSpPr>
        <p:grpSpPr>
          <a:xfrm>
            <a:off x="0" y="4327206"/>
            <a:ext cx="18288000" cy="856676"/>
            <a:chOff x="0" y="0"/>
            <a:chExt cx="4816593" cy="225627"/>
          </a:xfrm>
        </p:grpSpPr>
        <p:sp>
          <p:nvSpPr>
            <p:cNvPr id="5" name="Freeform 15">
              <a:extLst>
                <a:ext uri="{FF2B5EF4-FFF2-40B4-BE49-F238E27FC236}">
                  <a16:creationId xmlns:a16="http://schemas.microsoft.com/office/drawing/2014/main" id="{CBCAB856-8250-AF35-325B-404A84AD8562}"/>
                </a:ext>
              </a:extLst>
            </p:cNvPr>
            <p:cNvSpPr/>
            <p:nvPr/>
          </p:nvSpPr>
          <p:spPr>
            <a:xfrm>
              <a:off x="0" y="0"/>
              <a:ext cx="4816592" cy="225627"/>
            </a:xfrm>
            <a:custGeom>
              <a:avLst/>
              <a:gdLst/>
              <a:ahLst/>
              <a:cxnLst/>
              <a:rect l="l" t="t" r="r" b="b"/>
              <a:pathLst>
                <a:path w="4816592" h="225627">
                  <a:moveTo>
                    <a:pt x="0" y="0"/>
                  </a:moveTo>
                  <a:lnTo>
                    <a:pt x="4816592" y="0"/>
                  </a:lnTo>
                  <a:lnTo>
                    <a:pt x="4816592" y="225627"/>
                  </a:lnTo>
                  <a:lnTo>
                    <a:pt x="0" y="22562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6" name="TextBox 16">
              <a:extLst>
                <a:ext uri="{FF2B5EF4-FFF2-40B4-BE49-F238E27FC236}">
                  <a16:creationId xmlns:a16="http://schemas.microsoft.com/office/drawing/2014/main" id="{04B014F0-7184-22C0-6CF1-E00DB5237E68}"/>
                </a:ext>
              </a:extLst>
            </p:cNvPr>
            <p:cNvSpPr txBox="1"/>
            <p:nvPr/>
          </p:nvSpPr>
          <p:spPr>
            <a:xfrm>
              <a:off x="0" y="-28575"/>
              <a:ext cx="4816593" cy="2542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Freeform 17">
            <a:extLst>
              <a:ext uri="{FF2B5EF4-FFF2-40B4-BE49-F238E27FC236}">
                <a16:creationId xmlns:a16="http://schemas.microsoft.com/office/drawing/2014/main" id="{87160C8C-0A89-9936-0E3B-3DA11373F090}"/>
              </a:ext>
            </a:extLst>
          </p:cNvPr>
          <p:cNvSpPr/>
          <p:nvPr/>
        </p:nvSpPr>
        <p:spPr>
          <a:xfrm>
            <a:off x="3220602" y="4482077"/>
            <a:ext cx="2702796" cy="647086"/>
          </a:xfrm>
          <a:custGeom>
            <a:avLst/>
            <a:gdLst/>
            <a:ahLst/>
            <a:cxnLst/>
            <a:rect l="l" t="t" r="r" b="b"/>
            <a:pathLst>
              <a:path w="2702796" h="647086">
                <a:moveTo>
                  <a:pt x="0" y="0"/>
                </a:moveTo>
                <a:lnTo>
                  <a:pt x="2702796" y="0"/>
                </a:lnTo>
                <a:lnTo>
                  <a:pt x="2702796" y="647087"/>
                </a:lnTo>
                <a:lnTo>
                  <a:pt x="0" y="6470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5566297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38428" y="232744"/>
            <a:ext cx="5667144" cy="625500"/>
          </a:xfrm>
        </p:spPr>
        <p:txBody>
          <a:bodyPr/>
          <a:lstStyle/>
          <a:p>
            <a:r>
              <a:rPr lang="es-MX" sz="2800" dirty="0"/>
              <a:t>Procesamiento de hallazgos </a:t>
            </a:r>
            <a:endParaRPr lang="es-CL" sz="2800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4451331" y="1289064"/>
            <a:ext cx="4056185" cy="2738810"/>
          </a:xfrm>
        </p:spPr>
        <p:txBody>
          <a:bodyPr/>
          <a:lstStyle/>
          <a:p>
            <a:pPr algn="just"/>
            <a:r>
              <a:rPr lang="es-MX" sz="1600" dirty="0"/>
              <a:t>	El procesamiento de hallazgos es una técnica que ayuda a visualizar los vínculos, crear agrupaciones, comprender las relaciones causa-efecto implícitas en las problemáticas, diferenciar los problemas relacionados con los usuarios y generar nuevas perspectivas sobre los hallazgos.</a:t>
            </a:r>
            <a:endParaRPr lang="es-CL" sz="1600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4806" y="858244"/>
            <a:ext cx="2676525" cy="3600450"/>
          </a:xfrm>
          <a:prstGeom prst="rect">
            <a:avLst/>
          </a:prstGeom>
        </p:spPr>
      </p:pic>
      <p:grpSp>
        <p:nvGrpSpPr>
          <p:cNvPr id="5" name="Group 14">
            <a:extLst>
              <a:ext uri="{FF2B5EF4-FFF2-40B4-BE49-F238E27FC236}">
                <a16:creationId xmlns:a16="http://schemas.microsoft.com/office/drawing/2014/main" id="{FC586ADF-FF2D-DE3F-317B-FBCD235AF0D6}"/>
              </a:ext>
            </a:extLst>
          </p:cNvPr>
          <p:cNvGrpSpPr/>
          <p:nvPr/>
        </p:nvGrpSpPr>
        <p:grpSpPr>
          <a:xfrm>
            <a:off x="0" y="4327206"/>
            <a:ext cx="18288000" cy="856676"/>
            <a:chOff x="0" y="0"/>
            <a:chExt cx="4816593" cy="225627"/>
          </a:xfrm>
        </p:grpSpPr>
        <p:sp>
          <p:nvSpPr>
            <p:cNvPr id="6" name="Freeform 15">
              <a:extLst>
                <a:ext uri="{FF2B5EF4-FFF2-40B4-BE49-F238E27FC236}">
                  <a16:creationId xmlns:a16="http://schemas.microsoft.com/office/drawing/2014/main" id="{44FECC36-DC8C-C0FD-E4A7-4B0573ABDFEF}"/>
                </a:ext>
              </a:extLst>
            </p:cNvPr>
            <p:cNvSpPr/>
            <p:nvPr/>
          </p:nvSpPr>
          <p:spPr>
            <a:xfrm>
              <a:off x="0" y="0"/>
              <a:ext cx="4816592" cy="225627"/>
            </a:xfrm>
            <a:custGeom>
              <a:avLst/>
              <a:gdLst/>
              <a:ahLst/>
              <a:cxnLst/>
              <a:rect l="l" t="t" r="r" b="b"/>
              <a:pathLst>
                <a:path w="4816592" h="225627">
                  <a:moveTo>
                    <a:pt x="0" y="0"/>
                  </a:moveTo>
                  <a:lnTo>
                    <a:pt x="4816592" y="0"/>
                  </a:lnTo>
                  <a:lnTo>
                    <a:pt x="4816592" y="225627"/>
                  </a:lnTo>
                  <a:lnTo>
                    <a:pt x="0" y="22562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7" name="TextBox 16">
              <a:extLst>
                <a:ext uri="{FF2B5EF4-FFF2-40B4-BE49-F238E27FC236}">
                  <a16:creationId xmlns:a16="http://schemas.microsoft.com/office/drawing/2014/main" id="{4539A6F3-C734-AF17-9294-4244CFA475C9}"/>
                </a:ext>
              </a:extLst>
            </p:cNvPr>
            <p:cNvSpPr txBox="1"/>
            <p:nvPr/>
          </p:nvSpPr>
          <p:spPr>
            <a:xfrm>
              <a:off x="0" y="-28575"/>
              <a:ext cx="4816593" cy="2542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Freeform 17">
            <a:extLst>
              <a:ext uri="{FF2B5EF4-FFF2-40B4-BE49-F238E27FC236}">
                <a16:creationId xmlns:a16="http://schemas.microsoft.com/office/drawing/2014/main" id="{3A119955-C17B-6C0D-3A50-10A0B9DE0976}"/>
              </a:ext>
            </a:extLst>
          </p:cNvPr>
          <p:cNvSpPr/>
          <p:nvPr/>
        </p:nvSpPr>
        <p:spPr>
          <a:xfrm>
            <a:off x="3220602" y="4482077"/>
            <a:ext cx="2702796" cy="647086"/>
          </a:xfrm>
          <a:custGeom>
            <a:avLst/>
            <a:gdLst/>
            <a:ahLst/>
            <a:cxnLst/>
            <a:rect l="l" t="t" r="r" b="b"/>
            <a:pathLst>
              <a:path w="2702796" h="647086">
                <a:moveTo>
                  <a:pt x="0" y="0"/>
                </a:moveTo>
                <a:lnTo>
                  <a:pt x="2702796" y="0"/>
                </a:lnTo>
                <a:lnTo>
                  <a:pt x="2702796" y="647087"/>
                </a:lnTo>
                <a:lnTo>
                  <a:pt x="0" y="6470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2400336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76377" y="361710"/>
            <a:ext cx="6991246" cy="625500"/>
          </a:xfrm>
        </p:spPr>
        <p:txBody>
          <a:bodyPr/>
          <a:lstStyle/>
          <a:p>
            <a:r>
              <a:rPr lang="es-MX" sz="2600" dirty="0"/>
              <a:t>Matriz de categorización de hallazgos</a:t>
            </a:r>
            <a:endParaRPr lang="es-CL" sz="2600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3578885" y="1396525"/>
            <a:ext cx="4948666" cy="3816263"/>
          </a:xfrm>
        </p:spPr>
        <p:txBody>
          <a:bodyPr/>
          <a:lstStyle/>
          <a:p>
            <a:pPr algn="l"/>
            <a:r>
              <a:rPr lang="es-MX" sz="1100" dirty="0"/>
              <a:t>	</a:t>
            </a:r>
            <a:r>
              <a:rPr lang="es-MX" sz="1200" dirty="0"/>
              <a:t>Facilita la comprensión, organización y priorización de la información recopilada. Destaca los detalles más relevantes y profundos, y ayuda a identificar patrones y elementos clave.</a:t>
            </a:r>
          </a:p>
          <a:p>
            <a:pPr algn="l"/>
            <a:endParaRPr lang="es-MX" sz="1200" dirty="0"/>
          </a:p>
          <a:p>
            <a:pPr algn="l"/>
            <a:r>
              <a:rPr lang="es-CL" sz="1200" dirty="0">
                <a:solidFill>
                  <a:srgbClr val="FF0000"/>
                </a:solidFill>
              </a:rPr>
              <a:t>	</a:t>
            </a:r>
            <a:r>
              <a:rPr lang="es-CL" sz="1200" dirty="0" err="1">
                <a:solidFill>
                  <a:srgbClr val="FF0000"/>
                </a:solidFill>
              </a:rPr>
              <a:t>Insight</a:t>
            </a:r>
            <a:r>
              <a:rPr lang="es-CL" sz="1200" dirty="0">
                <a:solidFill>
                  <a:srgbClr val="FF0000"/>
                </a:solidFill>
              </a:rPr>
              <a:t> :</a:t>
            </a:r>
            <a:r>
              <a:rPr lang="es-MX" sz="1200" dirty="0"/>
              <a:t>Es una verdad evidente que refleja la comprensión de los principales factores que están influyendo en la experiencia del usuario frente al desafío.</a:t>
            </a:r>
          </a:p>
          <a:p>
            <a:pPr algn="l"/>
            <a:endParaRPr lang="es-MX" sz="1200" dirty="0"/>
          </a:p>
          <a:p>
            <a:pPr algn="l"/>
            <a:r>
              <a:rPr lang="es-CL" sz="1200" dirty="0">
                <a:solidFill>
                  <a:srgbClr val="FF0000"/>
                </a:solidFill>
              </a:rPr>
              <a:t>	Descripción: </a:t>
            </a:r>
            <a:r>
              <a:rPr lang="es-MX" sz="1200" dirty="0"/>
              <a:t>Texto explicativo para ampliar la comprensión del </a:t>
            </a:r>
            <a:r>
              <a:rPr lang="es-MX" sz="1200" dirty="0" err="1"/>
              <a:t>Insight</a:t>
            </a:r>
            <a:r>
              <a:rPr lang="es-MX" sz="1200" dirty="0"/>
              <a:t>.</a:t>
            </a:r>
          </a:p>
          <a:p>
            <a:pPr algn="l"/>
            <a:endParaRPr lang="es-MX" sz="1200" dirty="0"/>
          </a:p>
          <a:p>
            <a:pPr algn="l"/>
            <a:r>
              <a:rPr lang="es-CL" sz="1200" dirty="0">
                <a:solidFill>
                  <a:srgbClr val="FF0000"/>
                </a:solidFill>
              </a:rPr>
              <a:t>	Citas Clave: </a:t>
            </a:r>
            <a:r>
              <a:rPr lang="es-MX" sz="1200" dirty="0"/>
              <a:t>Extraídas de las respuestas de la entrevista, estas respaldan el </a:t>
            </a:r>
            <a:r>
              <a:rPr lang="es-MX" sz="1200" dirty="0" err="1"/>
              <a:t>insight</a:t>
            </a:r>
            <a:r>
              <a:rPr lang="es-MX" sz="1200" dirty="0"/>
              <a:t>.</a:t>
            </a:r>
            <a:endParaRPr lang="es-CL" sz="1200" dirty="0">
              <a:solidFill>
                <a:srgbClr val="FF0000"/>
              </a:solidFill>
            </a:endParaRP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360" y="1312713"/>
            <a:ext cx="3438525" cy="3171825"/>
          </a:xfrm>
          <a:prstGeom prst="rect">
            <a:avLst/>
          </a:prstGeom>
        </p:spPr>
      </p:pic>
      <p:grpSp>
        <p:nvGrpSpPr>
          <p:cNvPr id="5" name="Group 14">
            <a:extLst>
              <a:ext uri="{FF2B5EF4-FFF2-40B4-BE49-F238E27FC236}">
                <a16:creationId xmlns:a16="http://schemas.microsoft.com/office/drawing/2014/main" id="{4F98BF5F-AD50-C7E3-5E36-20247640E81A}"/>
              </a:ext>
            </a:extLst>
          </p:cNvPr>
          <p:cNvGrpSpPr/>
          <p:nvPr/>
        </p:nvGrpSpPr>
        <p:grpSpPr>
          <a:xfrm>
            <a:off x="0" y="4327206"/>
            <a:ext cx="18288000" cy="856676"/>
            <a:chOff x="0" y="0"/>
            <a:chExt cx="4816593" cy="225627"/>
          </a:xfrm>
        </p:grpSpPr>
        <p:sp>
          <p:nvSpPr>
            <p:cNvPr id="6" name="Freeform 15">
              <a:extLst>
                <a:ext uri="{FF2B5EF4-FFF2-40B4-BE49-F238E27FC236}">
                  <a16:creationId xmlns:a16="http://schemas.microsoft.com/office/drawing/2014/main" id="{BCAB8FF3-1E07-0923-5773-F50404990394}"/>
                </a:ext>
              </a:extLst>
            </p:cNvPr>
            <p:cNvSpPr/>
            <p:nvPr/>
          </p:nvSpPr>
          <p:spPr>
            <a:xfrm>
              <a:off x="0" y="0"/>
              <a:ext cx="4816592" cy="225627"/>
            </a:xfrm>
            <a:custGeom>
              <a:avLst/>
              <a:gdLst/>
              <a:ahLst/>
              <a:cxnLst/>
              <a:rect l="l" t="t" r="r" b="b"/>
              <a:pathLst>
                <a:path w="4816592" h="225627">
                  <a:moveTo>
                    <a:pt x="0" y="0"/>
                  </a:moveTo>
                  <a:lnTo>
                    <a:pt x="4816592" y="0"/>
                  </a:lnTo>
                  <a:lnTo>
                    <a:pt x="4816592" y="225627"/>
                  </a:lnTo>
                  <a:lnTo>
                    <a:pt x="0" y="22562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7" name="TextBox 16">
              <a:extLst>
                <a:ext uri="{FF2B5EF4-FFF2-40B4-BE49-F238E27FC236}">
                  <a16:creationId xmlns:a16="http://schemas.microsoft.com/office/drawing/2014/main" id="{FDE5FE87-15C2-6A16-194E-5DCA13769E38}"/>
                </a:ext>
              </a:extLst>
            </p:cNvPr>
            <p:cNvSpPr txBox="1"/>
            <p:nvPr/>
          </p:nvSpPr>
          <p:spPr>
            <a:xfrm>
              <a:off x="0" y="-28575"/>
              <a:ext cx="4816593" cy="2542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Freeform 17">
            <a:extLst>
              <a:ext uri="{FF2B5EF4-FFF2-40B4-BE49-F238E27FC236}">
                <a16:creationId xmlns:a16="http://schemas.microsoft.com/office/drawing/2014/main" id="{7A176197-6C7B-A5C0-CA7C-0F2172216DBA}"/>
              </a:ext>
            </a:extLst>
          </p:cNvPr>
          <p:cNvSpPr/>
          <p:nvPr/>
        </p:nvSpPr>
        <p:spPr>
          <a:xfrm>
            <a:off x="3220602" y="4482077"/>
            <a:ext cx="2702796" cy="647086"/>
          </a:xfrm>
          <a:custGeom>
            <a:avLst/>
            <a:gdLst/>
            <a:ahLst/>
            <a:cxnLst/>
            <a:rect l="l" t="t" r="r" b="b"/>
            <a:pathLst>
              <a:path w="2702796" h="647086">
                <a:moveTo>
                  <a:pt x="0" y="0"/>
                </a:moveTo>
                <a:lnTo>
                  <a:pt x="2702796" y="0"/>
                </a:lnTo>
                <a:lnTo>
                  <a:pt x="2702796" y="647087"/>
                </a:lnTo>
                <a:lnTo>
                  <a:pt x="0" y="6470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460279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801803" y="270203"/>
            <a:ext cx="3540393" cy="625500"/>
          </a:xfrm>
        </p:spPr>
        <p:txBody>
          <a:bodyPr/>
          <a:lstStyle/>
          <a:p>
            <a:r>
              <a:rPr lang="es-MX" sz="2600" dirty="0"/>
              <a:t>¿Cómo se utiliza?</a:t>
            </a:r>
            <a:endParaRPr lang="es-CL" sz="2600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196859" y="697399"/>
            <a:ext cx="7542549" cy="2894099"/>
          </a:xfrm>
        </p:spPr>
        <p:txBody>
          <a:bodyPr/>
          <a:lstStyle/>
          <a:p>
            <a:pPr algn="just"/>
            <a:r>
              <a:rPr lang="es-MX" sz="1600" dirty="0"/>
              <a:t>Una vez vaciado los hallazgos y habiéndolos agrupado:</a:t>
            </a:r>
          </a:p>
          <a:p>
            <a:pPr algn="just"/>
            <a:endParaRPr lang="es-MX" sz="1600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s-MX" sz="1600" b="1" dirty="0"/>
              <a:t>Nombre los Insight </a:t>
            </a:r>
            <a:r>
              <a:rPr lang="es-MX" sz="1600" dirty="0"/>
              <a:t>que se desprenden del análisis de</a:t>
            </a:r>
          </a:p>
          <a:p>
            <a:pPr algn="just"/>
            <a:r>
              <a:rPr lang="es-MX" sz="1600" dirty="0"/>
              <a:t>los hallazgos.</a:t>
            </a:r>
          </a:p>
          <a:p>
            <a:pPr algn="just"/>
            <a:endParaRPr lang="es-MX" sz="1600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s-MX" sz="1600" dirty="0"/>
              <a:t>Describa en </a:t>
            </a:r>
            <a:r>
              <a:rPr lang="es-MX" sz="1600" b="1" dirty="0"/>
              <a:t>qué consiste </a:t>
            </a:r>
            <a:r>
              <a:rPr lang="es-MX" sz="1600" dirty="0"/>
              <a:t>el problema que el Insight busca</a:t>
            </a:r>
          </a:p>
          <a:p>
            <a:pPr algn="just"/>
            <a:r>
              <a:rPr lang="es-MX" sz="1600" dirty="0"/>
              <a:t>Relevar</a:t>
            </a:r>
          </a:p>
          <a:p>
            <a:pPr algn="just"/>
            <a:endParaRPr lang="es-MX" sz="1600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s-MX" sz="1600" dirty="0"/>
              <a:t>Enuncie las </a:t>
            </a:r>
            <a:r>
              <a:rPr lang="es-MX" sz="1600" b="1" dirty="0"/>
              <a:t>“citas” </a:t>
            </a:r>
            <a:r>
              <a:rPr lang="es-MX" sz="1600" dirty="0"/>
              <a:t>que están detrás de los Insight a</a:t>
            </a:r>
          </a:p>
          <a:p>
            <a:pPr algn="just"/>
            <a:r>
              <a:rPr lang="es-MX" sz="1600" dirty="0"/>
              <a:t>modo de evidencia y respaldo de los </a:t>
            </a:r>
            <a:r>
              <a:rPr lang="es-MX" sz="1600" dirty="0" err="1"/>
              <a:t>Insight</a:t>
            </a:r>
            <a:r>
              <a:rPr lang="es-MX" sz="1600" dirty="0"/>
              <a:t>.</a:t>
            </a:r>
          </a:p>
          <a:p>
            <a:pPr algn="just"/>
            <a:endParaRPr lang="es-MX" sz="1600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s-MX" sz="1600" dirty="0"/>
              <a:t>Establezca las categorías de los Insight de acuerdo a los</a:t>
            </a:r>
          </a:p>
          <a:p>
            <a:pPr algn="just"/>
            <a:r>
              <a:rPr lang="es-MX" sz="1600" dirty="0"/>
              <a:t>objetivos del desafío para la posterior priorización</a:t>
            </a:r>
            <a:endParaRPr lang="es-CL" sz="1600" dirty="0"/>
          </a:p>
        </p:txBody>
      </p:sp>
      <p:grpSp>
        <p:nvGrpSpPr>
          <p:cNvPr id="4" name="Group 14">
            <a:extLst>
              <a:ext uri="{FF2B5EF4-FFF2-40B4-BE49-F238E27FC236}">
                <a16:creationId xmlns:a16="http://schemas.microsoft.com/office/drawing/2014/main" id="{050DB6DF-060B-49FD-7D6E-B0933614C58D}"/>
              </a:ext>
            </a:extLst>
          </p:cNvPr>
          <p:cNvGrpSpPr/>
          <p:nvPr/>
        </p:nvGrpSpPr>
        <p:grpSpPr>
          <a:xfrm>
            <a:off x="0" y="4327206"/>
            <a:ext cx="18288000" cy="856676"/>
            <a:chOff x="0" y="0"/>
            <a:chExt cx="4816593" cy="225627"/>
          </a:xfrm>
        </p:grpSpPr>
        <p:sp>
          <p:nvSpPr>
            <p:cNvPr id="5" name="Freeform 15">
              <a:extLst>
                <a:ext uri="{FF2B5EF4-FFF2-40B4-BE49-F238E27FC236}">
                  <a16:creationId xmlns:a16="http://schemas.microsoft.com/office/drawing/2014/main" id="{BBA8E562-28B7-EB31-4864-7A9363ADE7E2}"/>
                </a:ext>
              </a:extLst>
            </p:cNvPr>
            <p:cNvSpPr/>
            <p:nvPr/>
          </p:nvSpPr>
          <p:spPr>
            <a:xfrm>
              <a:off x="0" y="0"/>
              <a:ext cx="4816592" cy="225627"/>
            </a:xfrm>
            <a:custGeom>
              <a:avLst/>
              <a:gdLst/>
              <a:ahLst/>
              <a:cxnLst/>
              <a:rect l="l" t="t" r="r" b="b"/>
              <a:pathLst>
                <a:path w="4816592" h="225627">
                  <a:moveTo>
                    <a:pt x="0" y="0"/>
                  </a:moveTo>
                  <a:lnTo>
                    <a:pt x="4816592" y="0"/>
                  </a:lnTo>
                  <a:lnTo>
                    <a:pt x="4816592" y="225627"/>
                  </a:lnTo>
                  <a:lnTo>
                    <a:pt x="0" y="22562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6" name="TextBox 16">
              <a:extLst>
                <a:ext uri="{FF2B5EF4-FFF2-40B4-BE49-F238E27FC236}">
                  <a16:creationId xmlns:a16="http://schemas.microsoft.com/office/drawing/2014/main" id="{AE85B0D7-FBE8-66AE-3433-BD17D43F756B}"/>
                </a:ext>
              </a:extLst>
            </p:cNvPr>
            <p:cNvSpPr txBox="1"/>
            <p:nvPr/>
          </p:nvSpPr>
          <p:spPr>
            <a:xfrm>
              <a:off x="0" y="-28575"/>
              <a:ext cx="4816593" cy="2542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Freeform 17">
            <a:extLst>
              <a:ext uri="{FF2B5EF4-FFF2-40B4-BE49-F238E27FC236}">
                <a16:creationId xmlns:a16="http://schemas.microsoft.com/office/drawing/2014/main" id="{DA5703D7-ED58-2B6D-D715-2D656E4B24B6}"/>
              </a:ext>
            </a:extLst>
          </p:cNvPr>
          <p:cNvSpPr/>
          <p:nvPr/>
        </p:nvSpPr>
        <p:spPr>
          <a:xfrm>
            <a:off x="3220602" y="4482077"/>
            <a:ext cx="2702796" cy="647086"/>
          </a:xfrm>
          <a:custGeom>
            <a:avLst/>
            <a:gdLst/>
            <a:ahLst/>
            <a:cxnLst/>
            <a:rect l="l" t="t" r="r" b="b"/>
            <a:pathLst>
              <a:path w="2702796" h="647086">
                <a:moveTo>
                  <a:pt x="0" y="0"/>
                </a:moveTo>
                <a:lnTo>
                  <a:pt x="2702796" y="0"/>
                </a:lnTo>
                <a:lnTo>
                  <a:pt x="2702796" y="647087"/>
                </a:lnTo>
                <a:lnTo>
                  <a:pt x="0" y="6470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875527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448596" y="394250"/>
            <a:ext cx="4246807" cy="625500"/>
          </a:xfrm>
        </p:spPr>
        <p:txBody>
          <a:bodyPr/>
          <a:lstStyle/>
          <a:p>
            <a:r>
              <a:rPr lang="es-MX" sz="2600" dirty="0"/>
              <a:t>Recomendaciones.</a:t>
            </a:r>
            <a:endParaRPr lang="es-CL" sz="2600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657546" y="1465869"/>
            <a:ext cx="7230000" cy="2355853"/>
          </a:xfrm>
        </p:spPr>
        <p:txBody>
          <a:bodyPr/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s-MX" sz="1600" dirty="0"/>
              <a:t>Identifique los temas que se saturan entre los hallazgos levantados en el instrumento anterior y que pueden generar</a:t>
            </a:r>
          </a:p>
          <a:p>
            <a:pPr algn="just"/>
            <a:r>
              <a:rPr lang="es-MX" sz="1600" dirty="0"/>
              <a:t>categorías.</a:t>
            </a:r>
          </a:p>
          <a:p>
            <a:pPr algn="just"/>
            <a:endParaRPr lang="es-MX" sz="1600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s-MX" sz="1600" dirty="0"/>
              <a:t>Utilice un concepto o una frase que represente la problemática</a:t>
            </a:r>
          </a:p>
          <a:p>
            <a:pPr algn="just"/>
            <a:r>
              <a:rPr lang="es-MX" sz="1600" dirty="0"/>
              <a:t>para nombrar el Insight.</a:t>
            </a:r>
            <a:endParaRPr lang="es-CL" sz="1600" dirty="0"/>
          </a:p>
        </p:txBody>
      </p:sp>
      <p:grpSp>
        <p:nvGrpSpPr>
          <p:cNvPr id="4" name="Group 14">
            <a:extLst>
              <a:ext uri="{FF2B5EF4-FFF2-40B4-BE49-F238E27FC236}">
                <a16:creationId xmlns:a16="http://schemas.microsoft.com/office/drawing/2014/main" id="{3F8CF643-E733-A0A8-29D7-D4E0279ACF42}"/>
              </a:ext>
            </a:extLst>
          </p:cNvPr>
          <p:cNvGrpSpPr/>
          <p:nvPr/>
        </p:nvGrpSpPr>
        <p:grpSpPr>
          <a:xfrm>
            <a:off x="0" y="4327206"/>
            <a:ext cx="18288000" cy="856676"/>
            <a:chOff x="0" y="0"/>
            <a:chExt cx="4816593" cy="225627"/>
          </a:xfrm>
        </p:grpSpPr>
        <p:sp>
          <p:nvSpPr>
            <p:cNvPr id="5" name="Freeform 15">
              <a:extLst>
                <a:ext uri="{FF2B5EF4-FFF2-40B4-BE49-F238E27FC236}">
                  <a16:creationId xmlns:a16="http://schemas.microsoft.com/office/drawing/2014/main" id="{787C0DBE-932F-C153-60D0-B973756FB3B1}"/>
                </a:ext>
              </a:extLst>
            </p:cNvPr>
            <p:cNvSpPr/>
            <p:nvPr/>
          </p:nvSpPr>
          <p:spPr>
            <a:xfrm>
              <a:off x="0" y="0"/>
              <a:ext cx="4816592" cy="225627"/>
            </a:xfrm>
            <a:custGeom>
              <a:avLst/>
              <a:gdLst/>
              <a:ahLst/>
              <a:cxnLst/>
              <a:rect l="l" t="t" r="r" b="b"/>
              <a:pathLst>
                <a:path w="4816592" h="225627">
                  <a:moveTo>
                    <a:pt x="0" y="0"/>
                  </a:moveTo>
                  <a:lnTo>
                    <a:pt x="4816592" y="0"/>
                  </a:lnTo>
                  <a:lnTo>
                    <a:pt x="4816592" y="225627"/>
                  </a:lnTo>
                  <a:lnTo>
                    <a:pt x="0" y="22562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6" name="TextBox 16">
              <a:extLst>
                <a:ext uri="{FF2B5EF4-FFF2-40B4-BE49-F238E27FC236}">
                  <a16:creationId xmlns:a16="http://schemas.microsoft.com/office/drawing/2014/main" id="{9CAB880E-0580-3EBA-2755-3B3C67A78C7F}"/>
                </a:ext>
              </a:extLst>
            </p:cNvPr>
            <p:cNvSpPr txBox="1"/>
            <p:nvPr/>
          </p:nvSpPr>
          <p:spPr>
            <a:xfrm>
              <a:off x="0" y="-28575"/>
              <a:ext cx="4816593" cy="2542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Freeform 17">
            <a:extLst>
              <a:ext uri="{FF2B5EF4-FFF2-40B4-BE49-F238E27FC236}">
                <a16:creationId xmlns:a16="http://schemas.microsoft.com/office/drawing/2014/main" id="{4B5E88FA-F941-AAD8-CEBE-B331C3F609BE}"/>
              </a:ext>
            </a:extLst>
          </p:cNvPr>
          <p:cNvSpPr/>
          <p:nvPr/>
        </p:nvSpPr>
        <p:spPr>
          <a:xfrm>
            <a:off x="3220602" y="4482077"/>
            <a:ext cx="2702796" cy="647086"/>
          </a:xfrm>
          <a:custGeom>
            <a:avLst/>
            <a:gdLst/>
            <a:ahLst/>
            <a:cxnLst/>
            <a:rect l="l" t="t" r="r" b="b"/>
            <a:pathLst>
              <a:path w="2702796" h="647086">
                <a:moveTo>
                  <a:pt x="0" y="0"/>
                </a:moveTo>
                <a:lnTo>
                  <a:pt x="2702796" y="0"/>
                </a:lnTo>
                <a:lnTo>
                  <a:pt x="2702796" y="647087"/>
                </a:lnTo>
                <a:lnTo>
                  <a:pt x="0" y="6470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6002391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a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9619644"/>
              </p:ext>
            </p:extLst>
          </p:nvPr>
        </p:nvGraphicFramePr>
        <p:xfrm>
          <a:off x="1989103" y="460381"/>
          <a:ext cx="5681609" cy="3703610"/>
        </p:xfrm>
        <a:graphic>
          <a:graphicData uri="http://schemas.openxmlformats.org/drawingml/2006/table">
            <a:tbl>
              <a:tblPr firstRow="1" firstCol="1" bandRow="1">
                <a:tableStyleId>{156FDC1F-3681-44C8-BE73-1739F9C21FA9}</a:tableStyleId>
              </a:tblPr>
              <a:tblGrid>
                <a:gridCol w="11146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43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453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925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795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5143">
                <a:tc gridSpan="5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CL" sz="700" kern="100">
                          <a:effectLst/>
                        </a:rPr>
                        <a:t>Instrumento 1.1.3.2 Matriz de categorización de hallazgos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879475" algn="l"/>
                        </a:tabLst>
                      </a:pPr>
                      <a:r>
                        <a:rPr lang="es-CL" sz="700" kern="100">
                          <a:effectLst/>
                        </a:rPr>
                        <a:t> </a:t>
                      </a:r>
                      <a:endParaRPr lang="es-CL" sz="700" kern="1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40814" marR="40814" marT="0" marB="0"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552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879475" algn="l"/>
                        </a:tabLst>
                      </a:pPr>
                      <a:r>
                        <a:rPr lang="es-CL" sz="700" kern="100">
                          <a:effectLst/>
                        </a:rPr>
                        <a:t> </a:t>
                      </a:r>
                      <a:endParaRPr lang="es-CL" sz="700" kern="1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40814" marR="4081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879475" algn="l"/>
                        </a:tabLst>
                      </a:pPr>
                      <a:r>
                        <a:rPr lang="es-CL" sz="700" kern="100">
                          <a:effectLst/>
                        </a:rPr>
                        <a:t>Insight 1: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879475" algn="l"/>
                        </a:tabLst>
                      </a:pPr>
                      <a:r>
                        <a:rPr lang="es-CL" sz="700" kern="100">
                          <a:effectLst/>
                        </a:rPr>
                        <a:t> 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879475" algn="l"/>
                        </a:tabLst>
                      </a:pPr>
                      <a:r>
                        <a:rPr lang="es-CL" sz="700" kern="100">
                          <a:effectLst/>
                        </a:rPr>
                        <a:t> 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879475" algn="l"/>
                        </a:tabLst>
                      </a:pPr>
                      <a:r>
                        <a:rPr lang="es-CL" sz="700" kern="100">
                          <a:effectLst/>
                        </a:rPr>
                        <a:t> </a:t>
                      </a:r>
                      <a:endParaRPr lang="es-CL" sz="700" kern="1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40814" marR="4081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879475" algn="l"/>
                        </a:tabLst>
                      </a:pPr>
                      <a:r>
                        <a:rPr lang="es-CL" sz="700" kern="100">
                          <a:effectLst/>
                        </a:rPr>
                        <a:t>Insight 2:</a:t>
                      </a:r>
                      <a:endParaRPr lang="es-CL" sz="700" kern="1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40814" marR="4081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879475" algn="l"/>
                        </a:tabLst>
                      </a:pPr>
                      <a:r>
                        <a:rPr lang="es-CL" sz="700" kern="100">
                          <a:effectLst/>
                        </a:rPr>
                        <a:t>Insight 3:</a:t>
                      </a:r>
                      <a:endParaRPr lang="es-CL" sz="700" kern="1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40814" marR="4081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879475" algn="l"/>
                        </a:tabLst>
                      </a:pPr>
                      <a:r>
                        <a:rPr lang="es-CL" sz="700" kern="100">
                          <a:effectLst/>
                        </a:rPr>
                        <a:t>Insight 4:…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879475" algn="l"/>
                        </a:tabLst>
                      </a:pPr>
                      <a:r>
                        <a:rPr lang="es-CL" sz="700" kern="100">
                          <a:effectLst/>
                        </a:rPr>
                        <a:t> 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879475" algn="l"/>
                        </a:tabLst>
                      </a:pPr>
                      <a:r>
                        <a:rPr lang="es-CL" sz="700" kern="100">
                          <a:effectLst/>
                        </a:rPr>
                        <a:t> 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879475" algn="l"/>
                        </a:tabLst>
                      </a:pPr>
                      <a:r>
                        <a:rPr lang="es-CL" sz="700" kern="100">
                          <a:effectLst/>
                        </a:rPr>
                        <a:t> 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879475" algn="l"/>
                        </a:tabLst>
                      </a:pPr>
                      <a:r>
                        <a:rPr lang="es-CL" sz="700" kern="100">
                          <a:effectLst/>
                        </a:rPr>
                        <a:t> </a:t>
                      </a:r>
                      <a:endParaRPr lang="es-CL" sz="700" kern="1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40814" marR="40814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910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879475" algn="l"/>
                        </a:tabLst>
                      </a:pPr>
                      <a:r>
                        <a:rPr lang="es-CL" sz="700" kern="100">
                          <a:effectLst/>
                        </a:rPr>
                        <a:t>Descripción</a:t>
                      </a:r>
                      <a:endParaRPr lang="es-CL" sz="700" kern="1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40814" marR="4081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879475" algn="l"/>
                        </a:tabLst>
                      </a:pPr>
                      <a:r>
                        <a:rPr lang="es-CL" sz="700" kern="100">
                          <a:effectLst/>
                        </a:rPr>
                        <a:t> 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879475" algn="l"/>
                        </a:tabLst>
                      </a:pPr>
                      <a:r>
                        <a:rPr lang="es-CL" sz="700" kern="100">
                          <a:effectLst/>
                        </a:rPr>
                        <a:t> 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879475" algn="l"/>
                        </a:tabLst>
                      </a:pPr>
                      <a:r>
                        <a:rPr lang="es-CL" sz="700" kern="100">
                          <a:effectLst/>
                        </a:rPr>
                        <a:t> 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879475" algn="l"/>
                        </a:tabLst>
                      </a:pPr>
                      <a:r>
                        <a:rPr lang="es-CL" sz="700" kern="100">
                          <a:effectLst/>
                        </a:rPr>
                        <a:t> 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879475" algn="l"/>
                        </a:tabLst>
                      </a:pPr>
                      <a:r>
                        <a:rPr lang="es-CL" sz="700" kern="100">
                          <a:effectLst/>
                        </a:rPr>
                        <a:t> 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879475" algn="l"/>
                        </a:tabLst>
                      </a:pPr>
                      <a:r>
                        <a:rPr lang="es-CL" sz="700" kern="100">
                          <a:effectLst/>
                        </a:rPr>
                        <a:t> 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879475" algn="l"/>
                        </a:tabLst>
                      </a:pPr>
                      <a:r>
                        <a:rPr lang="es-CL" sz="700" kern="100">
                          <a:effectLst/>
                        </a:rPr>
                        <a:t> </a:t>
                      </a:r>
                      <a:endParaRPr lang="es-CL" sz="700" kern="1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40814" marR="4081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879475" algn="l"/>
                        </a:tabLst>
                      </a:pPr>
                      <a:r>
                        <a:rPr lang="es-CL" sz="700" kern="100">
                          <a:effectLst/>
                        </a:rPr>
                        <a:t> </a:t>
                      </a:r>
                      <a:endParaRPr lang="es-CL" sz="700" kern="1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40814" marR="4081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879475" algn="l"/>
                        </a:tabLst>
                      </a:pPr>
                      <a:r>
                        <a:rPr lang="es-CL" sz="700" kern="100">
                          <a:effectLst/>
                        </a:rPr>
                        <a:t> </a:t>
                      </a:r>
                      <a:endParaRPr lang="es-CL" sz="700" kern="1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40814" marR="4081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879475" algn="l"/>
                        </a:tabLst>
                      </a:pPr>
                      <a:r>
                        <a:rPr lang="es-CL" sz="700" kern="100">
                          <a:effectLst/>
                        </a:rPr>
                        <a:t> </a:t>
                      </a:r>
                      <a:endParaRPr lang="es-CL" sz="700" kern="1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40814" marR="40814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9383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879475" algn="l"/>
                        </a:tabLst>
                      </a:pPr>
                      <a:r>
                        <a:rPr lang="es-CL" sz="700" kern="100">
                          <a:effectLst/>
                        </a:rPr>
                        <a:t>Reflexiones/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879475" algn="l"/>
                        </a:tabLst>
                      </a:pPr>
                      <a:r>
                        <a:rPr lang="es-CL" sz="700" kern="100">
                          <a:effectLst/>
                        </a:rPr>
                        <a:t>cita clave</a:t>
                      </a:r>
                      <a:endParaRPr lang="es-CL" sz="700" kern="1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40814" marR="4081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879475" algn="l"/>
                        </a:tabLst>
                      </a:pPr>
                      <a:r>
                        <a:rPr lang="es-CL" sz="700" kern="100" dirty="0">
                          <a:effectLst/>
                        </a:rPr>
                        <a:t> 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879475" algn="l"/>
                        </a:tabLst>
                      </a:pPr>
                      <a:r>
                        <a:rPr lang="es-CL" sz="700" kern="100" dirty="0">
                          <a:effectLst/>
                        </a:rPr>
                        <a:t> 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879475" algn="l"/>
                        </a:tabLst>
                      </a:pPr>
                      <a:r>
                        <a:rPr lang="es-CL" sz="700" kern="100" dirty="0">
                          <a:effectLst/>
                        </a:rPr>
                        <a:t> 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879475" algn="l"/>
                        </a:tabLst>
                      </a:pPr>
                      <a:r>
                        <a:rPr lang="es-CL" sz="700" kern="100" dirty="0">
                          <a:effectLst/>
                        </a:rPr>
                        <a:t> 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879475" algn="l"/>
                        </a:tabLst>
                      </a:pPr>
                      <a:r>
                        <a:rPr lang="es-CL" sz="700" kern="100" dirty="0">
                          <a:effectLst/>
                        </a:rPr>
                        <a:t> 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879475" algn="l"/>
                        </a:tabLst>
                      </a:pPr>
                      <a:r>
                        <a:rPr lang="es-CL" sz="700" kern="100" dirty="0">
                          <a:effectLst/>
                        </a:rPr>
                        <a:t> 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879475" algn="l"/>
                        </a:tabLst>
                      </a:pPr>
                      <a:r>
                        <a:rPr lang="es-CL" sz="700" kern="100" dirty="0">
                          <a:effectLst/>
                        </a:rPr>
                        <a:t> 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879475" algn="l"/>
                        </a:tabLst>
                      </a:pPr>
                      <a:r>
                        <a:rPr lang="es-CL" sz="700" kern="100" dirty="0">
                          <a:effectLst/>
                        </a:rPr>
                        <a:t> 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879475" algn="l"/>
                        </a:tabLst>
                      </a:pPr>
                      <a:r>
                        <a:rPr lang="es-CL" sz="700" kern="100" dirty="0">
                          <a:effectLst/>
                        </a:rPr>
                        <a:t> 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879475" algn="l"/>
                        </a:tabLst>
                      </a:pPr>
                      <a:r>
                        <a:rPr lang="es-CL" sz="700" kern="100" dirty="0">
                          <a:effectLst/>
                        </a:rPr>
                        <a:t> 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879475" algn="l"/>
                        </a:tabLst>
                      </a:pPr>
                      <a:r>
                        <a:rPr lang="es-CL" sz="700" kern="100" dirty="0">
                          <a:effectLst/>
                        </a:rPr>
                        <a:t> 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879475" algn="l"/>
                        </a:tabLst>
                      </a:pPr>
                      <a:r>
                        <a:rPr lang="es-CL" sz="700" kern="100" dirty="0">
                          <a:effectLst/>
                        </a:rPr>
                        <a:t> 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879475" algn="l"/>
                        </a:tabLst>
                      </a:pPr>
                      <a:r>
                        <a:rPr lang="es-CL" sz="700" kern="100" dirty="0">
                          <a:effectLst/>
                        </a:rPr>
                        <a:t> 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879475" algn="l"/>
                        </a:tabLst>
                      </a:pPr>
                      <a:r>
                        <a:rPr lang="es-CL" sz="700" kern="100" dirty="0">
                          <a:effectLst/>
                        </a:rPr>
                        <a:t> 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879475" algn="l"/>
                        </a:tabLst>
                      </a:pPr>
                      <a:r>
                        <a:rPr lang="es-CL" sz="700" kern="100" dirty="0">
                          <a:effectLst/>
                        </a:rPr>
                        <a:t> 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879475" algn="l"/>
                        </a:tabLst>
                      </a:pPr>
                      <a:r>
                        <a:rPr lang="es-CL" sz="700" kern="100" dirty="0">
                          <a:effectLst/>
                        </a:rPr>
                        <a:t> 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879475" algn="l"/>
                        </a:tabLst>
                      </a:pPr>
                      <a:r>
                        <a:rPr lang="es-CL" sz="700" kern="100" dirty="0">
                          <a:effectLst/>
                        </a:rPr>
                        <a:t> 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879475" algn="l"/>
                        </a:tabLst>
                      </a:pPr>
                      <a:r>
                        <a:rPr lang="es-CL" sz="700" kern="100" dirty="0">
                          <a:effectLst/>
                        </a:rPr>
                        <a:t> </a:t>
                      </a:r>
                      <a:endParaRPr lang="es-CL" sz="700" kern="100" dirty="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40814" marR="4081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879475" algn="l"/>
                        </a:tabLst>
                      </a:pPr>
                      <a:r>
                        <a:rPr lang="es-CL" sz="700" kern="100">
                          <a:effectLst/>
                        </a:rPr>
                        <a:t> </a:t>
                      </a:r>
                      <a:endParaRPr lang="es-CL" sz="700" kern="1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40814" marR="4081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879475" algn="l"/>
                        </a:tabLst>
                      </a:pPr>
                      <a:r>
                        <a:rPr lang="es-CL" sz="700" kern="100">
                          <a:effectLst/>
                        </a:rPr>
                        <a:t> </a:t>
                      </a:r>
                      <a:endParaRPr lang="es-CL" sz="700" kern="1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40814" marR="4081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879475" algn="l"/>
                        </a:tabLst>
                      </a:pPr>
                      <a:r>
                        <a:rPr lang="es-CL" sz="700" kern="100" dirty="0">
                          <a:effectLst/>
                        </a:rPr>
                        <a:t> </a:t>
                      </a:r>
                      <a:endParaRPr lang="es-CL" sz="700" kern="100" dirty="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40814" marR="40814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2" name="Group 14">
            <a:extLst>
              <a:ext uri="{FF2B5EF4-FFF2-40B4-BE49-F238E27FC236}">
                <a16:creationId xmlns:a16="http://schemas.microsoft.com/office/drawing/2014/main" id="{BBA746E2-5E45-9237-79ED-29625A3892A1}"/>
              </a:ext>
            </a:extLst>
          </p:cNvPr>
          <p:cNvGrpSpPr/>
          <p:nvPr/>
        </p:nvGrpSpPr>
        <p:grpSpPr>
          <a:xfrm>
            <a:off x="0" y="4327206"/>
            <a:ext cx="18288000" cy="856676"/>
            <a:chOff x="0" y="0"/>
            <a:chExt cx="4816593" cy="225627"/>
          </a:xfrm>
        </p:grpSpPr>
        <p:sp>
          <p:nvSpPr>
            <p:cNvPr id="3" name="Freeform 15">
              <a:extLst>
                <a:ext uri="{FF2B5EF4-FFF2-40B4-BE49-F238E27FC236}">
                  <a16:creationId xmlns:a16="http://schemas.microsoft.com/office/drawing/2014/main" id="{F29D5DC4-7EB4-2B31-7829-188374F7A144}"/>
                </a:ext>
              </a:extLst>
            </p:cNvPr>
            <p:cNvSpPr/>
            <p:nvPr/>
          </p:nvSpPr>
          <p:spPr>
            <a:xfrm>
              <a:off x="0" y="0"/>
              <a:ext cx="4816592" cy="225627"/>
            </a:xfrm>
            <a:custGeom>
              <a:avLst/>
              <a:gdLst/>
              <a:ahLst/>
              <a:cxnLst/>
              <a:rect l="l" t="t" r="r" b="b"/>
              <a:pathLst>
                <a:path w="4816592" h="225627">
                  <a:moveTo>
                    <a:pt x="0" y="0"/>
                  </a:moveTo>
                  <a:lnTo>
                    <a:pt x="4816592" y="0"/>
                  </a:lnTo>
                  <a:lnTo>
                    <a:pt x="4816592" y="225627"/>
                  </a:lnTo>
                  <a:lnTo>
                    <a:pt x="0" y="22562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5" name="TextBox 16">
              <a:extLst>
                <a:ext uri="{FF2B5EF4-FFF2-40B4-BE49-F238E27FC236}">
                  <a16:creationId xmlns:a16="http://schemas.microsoft.com/office/drawing/2014/main" id="{2A080552-1191-7B8C-1593-058FDDDC3424}"/>
                </a:ext>
              </a:extLst>
            </p:cNvPr>
            <p:cNvSpPr txBox="1"/>
            <p:nvPr/>
          </p:nvSpPr>
          <p:spPr>
            <a:xfrm>
              <a:off x="0" y="-28575"/>
              <a:ext cx="4816593" cy="2542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17">
            <a:extLst>
              <a:ext uri="{FF2B5EF4-FFF2-40B4-BE49-F238E27FC236}">
                <a16:creationId xmlns:a16="http://schemas.microsoft.com/office/drawing/2014/main" id="{5AC5D273-55DF-979E-6D15-4F8EC5597810}"/>
              </a:ext>
            </a:extLst>
          </p:cNvPr>
          <p:cNvSpPr/>
          <p:nvPr/>
        </p:nvSpPr>
        <p:spPr>
          <a:xfrm>
            <a:off x="3220602" y="4482077"/>
            <a:ext cx="2702796" cy="647086"/>
          </a:xfrm>
          <a:custGeom>
            <a:avLst/>
            <a:gdLst/>
            <a:ahLst/>
            <a:cxnLst/>
            <a:rect l="l" t="t" r="r" b="b"/>
            <a:pathLst>
              <a:path w="2702796" h="647086">
                <a:moveTo>
                  <a:pt x="0" y="0"/>
                </a:moveTo>
                <a:lnTo>
                  <a:pt x="2702796" y="0"/>
                </a:lnTo>
                <a:lnTo>
                  <a:pt x="2702796" y="647087"/>
                </a:lnTo>
                <a:lnTo>
                  <a:pt x="0" y="6470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869600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94801" y="181170"/>
            <a:ext cx="2822386" cy="625500"/>
          </a:xfrm>
        </p:spPr>
        <p:txBody>
          <a:bodyPr/>
          <a:lstStyle/>
          <a:p>
            <a:r>
              <a:rPr lang="es-MX" dirty="0"/>
              <a:t>Ejemplo.</a:t>
            </a:r>
            <a:endParaRPr lang="es-CL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0313" y="987736"/>
            <a:ext cx="4887342" cy="3847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6366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672861" y="326895"/>
            <a:ext cx="3798277" cy="625500"/>
          </a:xfrm>
        </p:spPr>
        <p:txBody>
          <a:bodyPr/>
          <a:lstStyle/>
          <a:p>
            <a:r>
              <a:rPr lang="es-MX" sz="2600" dirty="0"/>
              <a:t>Referencias.</a:t>
            </a:r>
            <a:endParaRPr lang="es-CL" sz="2600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26297" y="1342580"/>
            <a:ext cx="7230000" cy="1235100"/>
          </a:xfrm>
        </p:spPr>
        <p:txBody>
          <a:bodyPr/>
          <a:lstStyle/>
          <a:p>
            <a:r>
              <a:rPr lang="es-MX" sz="1800" dirty="0"/>
              <a:t>INACAP. (</a:t>
            </a:r>
            <a:r>
              <a:rPr lang="es-MX" sz="1800" dirty="0" err="1"/>
              <a:t>n.d</a:t>
            </a:r>
            <a:r>
              <a:rPr lang="es-MX" sz="1800" dirty="0"/>
              <a:t>.). </a:t>
            </a:r>
            <a:r>
              <a:rPr lang="es-MX" sz="1800" i="1" dirty="0" err="1"/>
              <a:t>Toolkit</a:t>
            </a:r>
            <a:r>
              <a:rPr lang="es-MX" sz="1800" i="1" dirty="0"/>
              <a:t>: Guía de introducción a la educación</a:t>
            </a:r>
            <a:r>
              <a:rPr lang="es-MX" sz="1800" dirty="0"/>
              <a:t> [PDF]. INACAP. </a:t>
            </a:r>
            <a:r>
              <a:rPr lang="es-MX" sz="1800" dirty="0">
                <a:hlinkClick r:id="rId2"/>
              </a:rPr>
              <a:t>https://lms.inacap.cl/pluginfile.php/15252140/mod_resource/content/1/FGIE01_U01S00_TOOLKIT_U01.pdf</a:t>
            </a:r>
            <a:endParaRPr lang="es-MX" sz="1800" dirty="0"/>
          </a:p>
          <a:p>
            <a:endParaRPr lang="es-CL" dirty="0"/>
          </a:p>
        </p:txBody>
      </p:sp>
      <p:grpSp>
        <p:nvGrpSpPr>
          <p:cNvPr id="4" name="Group 14">
            <a:extLst>
              <a:ext uri="{FF2B5EF4-FFF2-40B4-BE49-F238E27FC236}">
                <a16:creationId xmlns:a16="http://schemas.microsoft.com/office/drawing/2014/main" id="{0CB66610-2195-4652-6BB9-B1327693B7F2}"/>
              </a:ext>
            </a:extLst>
          </p:cNvPr>
          <p:cNvGrpSpPr/>
          <p:nvPr/>
        </p:nvGrpSpPr>
        <p:grpSpPr>
          <a:xfrm>
            <a:off x="0" y="4327206"/>
            <a:ext cx="18288000" cy="856676"/>
            <a:chOff x="0" y="0"/>
            <a:chExt cx="4816593" cy="225627"/>
          </a:xfrm>
        </p:grpSpPr>
        <p:sp>
          <p:nvSpPr>
            <p:cNvPr id="5" name="Freeform 15">
              <a:extLst>
                <a:ext uri="{FF2B5EF4-FFF2-40B4-BE49-F238E27FC236}">
                  <a16:creationId xmlns:a16="http://schemas.microsoft.com/office/drawing/2014/main" id="{EAEC1E20-04C5-C798-CDF4-EA0D40FF6EC2}"/>
                </a:ext>
              </a:extLst>
            </p:cNvPr>
            <p:cNvSpPr/>
            <p:nvPr/>
          </p:nvSpPr>
          <p:spPr>
            <a:xfrm>
              <a:off x="0" y="0"/>
              <a:ext cx="4816592" cy="225627"/>
            </a:xfrm>
            <a:custGeom>
              <a:avLst/>
              <a:gdLst/>
              <a:ahLst/>
              <a:cxnLst/>
              <a:rect l="l" t="t" r="r" b="b"/>
              <a:pathLst>
                <a:path w="4816592" h="225627">
                  <a:moveTo>
                    <a:pt x="0" y="0"/>
                  </a:moveTo>
                  <a:lnTo>
                    <a:pt x="4816592" y="0"/>
                  </a:lnTo>
                  <a:lnTo>
                    <a:pt x="4816592" y="225627"/>
                  </a:lnTo>
                  <a:lnTo>
                    <a:pt x="0" y="22562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6" name="TextBox 16">
              <a:extLst>
                <a:ext uri="{FF2B5EF4-FFF2-40B4-BE49-F238E27FC236}">
                  <a16:creationId xmlns:a16="http://schemas.microsoft.com/office/drawing/2014/main" id="{0B01886E-4BDA-93DE-F7D2-D63B450F7040}"/>
                </a:ext>
              </a:extLst>
            </p:cNvPr>
            <p:cNvSpPr txBox="1"/>
            <p:nvPr/>
          </p:nvSpPr>
          <p:spPr>
            <a:xfrm>
              <a:off x="0" y="-28575"/>
              <a:ext cx="4816593" cy="2542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Freeform 17">
            <a:extLst>
              <a:ext uri="{FF2B5EF4-FFF2-40B4-BE49-F238E27FC236}">
                <a16:creationId xmlns:a16="http://schemas.microsoft.com/office/drawing/2014/main" id="{8B4615E0-CF54-2F59-14F6-DCB6FD4DC4C4}"/>
              </a:ext>
            </a:extLst>
          </p:cNvPr>
          <p:cNvSpPr/>
          <p:nvPr/>
        </p:nvSpPr>
        <p:spPr>
          <a:xfrm>
            <a:off x="3220602" y="4482077"/>
            <a:ext cx="2702796" cy="647086"/>
          </a:xfrm>
          <a:custGeom>
            <a:avLst/>
            <a:gdLst/>
            <a:ahLst/>
            <a:cxnLst/>
            <a:rect l="l" t="t" r="r" b="b"/>
            <a:pathLst>
              <a:path w="2702796" h="647086">
                <a:moveTo>
                  <a:pt x="0" y="0"/>
                </a:moveTo>
                <a:lnTo>
                  <a:pt x="2702796" y="0"/>
                </a:lnTo>
                <a:lnTo>
                  <a:pt x="2702796" y="647087"/>
                </a:lnTo>
                <a:lnTo>
                  <a:pt x="0" y="6470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06862306"/>
      </p:ext>
    </p:extLst>
  </p:cSld>
  <p:clrMapOvr>
    <a:masterClrMapping/>
  </p:clrMapOvr>
</p:sld>
</file>

<file path=ppt/theme/theme1.xml><?xml version="1.0" encoding="utf-8"?>
<a:theme xmlns:a="http://schemas.openxmlformats.org/drawingml/2006/main" name="Innovation Meeting by Slidesgo">
  <a:themeElements>
    <a:clrScheme name="Simple Light">
      <a:dk1>
        <a:srgbClr val="16243F"/>
      </a:dk1>
      <a:lt1>
        <a:srgbClr val="FFFFFF"/>
      </a:lt1>
      <a:dk2>
        <a:srgbClr val="98C4EB"/>
      </a:dk2>
      <a:lt2>
        <a:srgbClr val="274597"/>
      </a:lt2>
      <a:accent1>
        <a:srgbClr val="FFD966"/>
      </a:accent1>
      <a:accent2>
        <a:srgbClr val="EA373F"/>
      </a:accent2>
      <a:accent3>
        <a:srgbClr val="4BC084"/>
      </a:accent3>
      <a:accent4>
        <a:srgbClr val="CE9DEE"/>
      </a:accent4>
      <a:accent5>
        <a:srgbClr val="221311"/>
      </a:accent5>
      <a:accent6>
        <a:srgbClr val="339D64"/>
      </a:accent6>
      <a:hlink>
        <a:srgbClr val="16243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</TotalTime>
  <Words>444</Words>
  <Application>Microsoft Office PowerPoint</Application>
  <PresentationFormat>Presentación en pantalla (16:9)</PresentationFormat>
  <Paragraphs>88</Paragraphs>
  <Slides>10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6" baseType="lpstr">
      <vt:lpstr>Arial</vt:lpstr>
      <vt:lpstr>Alata</vt:lpstr>
      <vt:lpstr>Montserrat Black</vt:lpstr>
      <vt:lpstr>Aptos</vt:lpstr>
      <vt:lpstr>Open Sans</vt:lpstr>
      <vt:lpstr>Innovation Meeting by Slidesgo</vt:lpstr>
      <vt:lpstr>Detección de oportunidades.</vt:lpstr>
      <vt:lpstr>Objetivo de aprendizaje.</vt:lpstr>
      <vt:lpstr>Proceso de ejecución de la unidad</vt:lpstr>
      <vt:lpstr>Procesamiento de hallazgos </vt:lpstr>
      <vt:lpstr>Matriz de categorización de hallazgos</vt:lpstr>
      <vt:lpstr>¿Cómo se utiliza?</vt:lpstr>
      <vt:lpstr>Recomendaciones.</vt:lpstr>
      <vt:lpstr>Presentación de PowerPoint</vt:lpstr>
      <vt:lpstr>Ejemplo.</vt:lpstr>
      <vt:lpstr>Referencias.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Detección de oportunidades.</dc:title>
  <dc:creator>Estefania González</dc:creator>
  <cp:lastModifiedBy>ESTEFANIA SALOME GONZALEZ CACERES</cp:lastModifiedBy>
  <cp:revision>17</cp:revision>
  <dcterms:modified xsi:type="dcterms:W3CDTF">2025-05-27T00:11:41Z</dcterms:modified>
</cp:coreProperties>
</file>