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3"/>
  </p:notesMasterIdLst>
  <p:sldIdLst>
    <p:sldId id="256" r:id="rId2"/>
    <p:sldId id="269" r:id="rId3"/>
    <p:sldId id="262" r:id="rId4"/>
    <p:sldId id="265" r:id="rId5"/>
    <p:sldId id="271" r:id="rId6"/>
    <p:sldId id="258" r:id="rId7"/>
    <p:sldId id="259" r:id="rId8"/>
    <p:sldId id="263" r:id="rId9"/>
    <p:sldId id="274" r:id="rId10"/>
    <p:sldId id="311" r:id="rId11"/>
    <p:sldId id="312" r:id="rId12"/>
    <p:sldId id="264" r:id="rId13"/>
    <p:sldId id="266" r:id="rId14"/>
    <p:sldId id="275" r:id="rId15"/>
    <p:sldId id="267" r:id="rId16"/>
    <p:sldId id="270" r:id="rId17"/>
    <p:sldId id="276" r:id="rId18"/>
    <p:sldId id="268" r:id="rId19"/>
    <p:sldId id="313" r:id="rId20"/>
    <p:sldId id="314" r:id="rId21"/>
    <p:sldId id="291" r:id="rId22"/>
  </p:sldIdLst>
  <p:sldSz cx="9144000" cy="5143500" type="screen16x9"/>
  <p:notesSz cx="6858000" cy="9144000"/>
  <p:embeddedFontLst>
    <p:embeddedFont>
      <p:font typeface="Alfa Slab One" panose="020B0604020202020204" charset="0"/>
      <p:regular r:id="rId24"/>
    </p:embeddedFont>
    <p:embeddedFont>
      <p:font typeface="Luckiest Guy" panose="020B0604020202020204" charset="0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Signika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C91691-9158-4F95-A2CD-C47999D421BD}">
  <a:tblStyle styleId="{8AC91691-9158-4F95-A2CD-C47999D421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01022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772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bd79c75e36_0_1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bd79c75e36_0_1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26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bd67d4217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bd67d4217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776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bd79c75e3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bd79c75e3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0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bd79c75e36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bd79c75e36_0_1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024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b78119005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b78119005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15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b781190052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b781190052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964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bd79c75e36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bd79c75e36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200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bd79c75e36_0_1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bd79c75e36_0_1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795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bd79c75e36_0_1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bd79c75e36_0_1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14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bd79c75e36_0_1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bd79c75e36_0_1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42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bd79c75e36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bd79c75e36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8141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bd79c75e36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bd79c75e36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121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bd79c75e36_0_1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bd79c75e36_0_1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094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bd79c75e36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bd79c75e36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7603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be5602f7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be5602f7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bd79c75e36_0_1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bd79c75e36_0_1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831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bd79c75e36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bd79c75e36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531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>
          <a:extLst>
            <a:ext uri="{FF2B5EF4-FFF2-40B4-BE49-F238E27FC236}">
              <a16:creationId xmlns:a16="http://schemas.microsoft.com/office/drawing/2014/main" id="{BDEBBAEF-E284-04D8-4F52-B8C9F9B9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be5602f734_0_0:notes">
            <a:extLst>
              <a:ext uri="{FF2B5EF4-FFF2-40B4-BE49-F238E27FC236}">
                <a16:creationId xmlns:a16="http://schemas.microsoft.com/office/drawing/2014/main" id="{2AE60DE2-C913-2236-0EFC-18F26CCFAE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be5602f734_0_0:notes">
            <a:extLst>
              <a:ext uri="{FF2B5EF4-FFF2-40B4-BE49-F238E27FC236}">
                <a16:creationId xmlns:a16="http://schemas.microsoft.com/office/drawing/2014/main" id="{92FA8AD5-3174-F671-1B7B-D79E06836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770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>
          <a:extLst>
            <a:ext uri="{FF2B5EF4-FFF2-40B4-BE49-F238E27FC236}">
              <a16:creationId xmlns:a16="http://schemas.microsoft.com/office/drawing/2014/main" id="{A81C25DF-20B1-BE22-CE30-6404EC73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be5602f734_0_0:notes">
            <a:extLst>
              <a:ext uri="{FF2B5EF4-FFF2-40B4-BE49-F238E27FC236}">
                <a16:creationId xmlns:a16="http://schemas.microsoft.com/office/drawing/2014/main" id="{0BAAC02D-0B37-363E-BC28-872A61EF7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be5602f734_0_0:notes">
            <a:extLst>
              <a:ext uri="{FF2B5EF4-FFF2-40B4-BE49-F238E27FC236}">
                <a16:creationId xmlns:a16="http://schemas.microsoft.com/office/drawing/2014/main" id="{667C2319-BEC3-6B72-8CBD-51D47C716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250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gbfb37e50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5" name="Google Shape;2865;gbfb37e50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14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rot="-249">
            <a:off x="720000" y="1586375"/>
            <a:ext cx="4144800" cy="20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rot="-746">
            <a:off x="720024" y="3601751"/>
            <a:ext cx="41448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09939" flipH="1">
            <a:off x="-1805760" y="4342106"/>
            <a:ext cx="6400774" cy="1145927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026100" y="2470825"/>
            <a:ext cx="6478194" cy="3671050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rgbClr val="FFFFFF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102900" y="4241575"/>
            <a:ext cx="1148250" cy="1089950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10565234" flipH="1">
            <a:off x="-299369" y="-492568"/>
            <a:ext cx="6308006" cy="2144978"/>
          </a:xfrm>
          <a:custGeom>
            <a:avLst/>
            <a:gdLst/>
            <a:ahLst/>
            <a:cxnLst/>
            <a:rect l="l" t="t" r="r" b="b"/>
            <a:pathLst>
              <a:path w="158982" h="88796" extrusionOk="0">
                <a:moveTo>
                  <a:pt x="6425" y="0"/>
                </a:moveTo>
                <a:lnTo>
                  <a:pt x="6082" y="115"/>
                </a:lnTo>
                <a:lnTo>
                  <a:pt x="5053" y="823"/>
                </a:lnTo>
                <a:lnTo>
                  <a:pt x="4710" y="938"/>
                </a:lnTo>
                <a:lnTo>
                  <a:pt x="4641" y="2469"/>
                </a:lnTo>
                <a:lnTo>
                  <a:pt x="4641" y="5510"/>
                </a:lnTo>
                <a:lnTo>
                  <a:pt x="4733" y="7042"/>
                </a:lnTo>
                <a:lnTo>
                  <a:pt x="1029" y="80862"/>
                </a:lnTo>
                <a:lnTo>
                  <a:pt x="526" y="80794"/>
                </a:lnTo>
                <a:lnTo>
                  <a:pt x="0" y="80839"/>
                </a:lnTo>
                <a:lnTo>
                  <a:pt x="158593" y="88795"/>
                </a:lnTo>
                <a:lnTo>
                  <a:pt x="158410" y="88384"/>
                </a:lnTo>
                <a:lnTo>
                  <a:pt x="158159" y="87378"/>
                </a:lnTo>
                <a:lnTo>
                  <a:pt x="158021" y="85663"/>
                </a:lnTo>
                <a:lnTo>
                  <a:pt x="158204" y="83148"/>
                </a:lnTo>
                <a:lnTo>
                  <a:pt x="158684" y="80862"/>
                </a:lnTo>
                <a:lnTo>
                  <a:pt x="158982" y="79948"/>
                </a:lnTo>
                <a:lnTo>
                  <a:pt x="157038" y="79994"/>
                </a:lnTo>
                <a:lnTo>
                  <a:pt x="153129" y="79971"/>
                </a:lnTo>
                <a:lnTo>
                  <a:pt x="149220" y="79834"/>
                </a:lnTo>
                <a:lnTo>
                  <a:pt x="145310" y="79582"/>
                </a:lnTo>
                <a:lnTo>
                  <a:pt x="141424" y="79216"/>
                </a:lnTo>
                <a:lnTo>
                  <a:pt x="137537" y="78713"/>
                </a:lnTo>
                <a:lnTo>
                  <a:pt x="133674" y="78119"/>
                </a:lnTo>
                <a:lnTo>
                  <a:pt x="129833" y="77387"/>
                </a:lnTo>
                <a:lnTo>
                  <a:pt x="127912" y="76976"/>
                </a:lnTo>
                <a:lnTo>
                  <a:pt x="125055" y="76336"/>
                </a:lnTo>
                <a:lnTo>
                  <a:pt x="120780" y="75147"/>
                </a:lnTo>
                <a:lnTo>
                  <a:pt x="117990" y="74232"/>
                </a:lnTo>
                <a:lnTo>
                  <a:pt x="115224" y="73226"/>
                </a:lnTo>
                <a:lnTo>
                  <a:pt x="112526" y="72061"/>
                </a:lnTo>
                <a:lnTo>
                  <a:pt x="109920" y="70757"/>
                </a:lnTo>
                <a:lnTo>
                  <a:pt x="107360" y="69294"/>
                </a:lnTo>
                <a:lnTo>
                  <a:pt x="106148" y="68494"/>
                </a:lnTo>
                <a:lnTo>
                  <a:pt x="104708" y="67511"/>
                </a:lnTo>
                <a:lnTo>
                  <a:pt x="101987" y="65362"/>
                </a:lnTo>
                <a:lnTo>
                  <a:pt x="99427" y="63053"/>
                </a:lnTo>
                <a:lnTo>
                  <a:pt x="97003" y="60584"/>
                </a:lnTo>
                <a:lnTo>
                  <a:pt x="94694" y="57978"/>
                </a:lnTo>
                <a:lnTo>
                  <a:pt x="92477" y="55280"/>
                </a:lnTo>
                <a:lnTo>
                  <a:pt x="89253" y="51119"/>
                </a:lnTo>
                <a:lnTo>
                  <a:pt x="85046" y="45472"/>
                </a:lnTo>
                <a:lnTo>
                  <a:pt x="80748" y="39871"/>
                </a:lnTo>
                <a:lnTo>
                  <a:pt x="77365" y="35893"/>
                </a:lnTo>
                <a:lnTo>
                  <a:pt x="74987" y="33356"/>
                </a:lnTo>
                <a:lnTo>
                  <a:pt x="72495" y="30955"/>
                </a:lnTo>
                <a:lnTo>
                  <a:pt x="69820" y="28715"/>
                </a:lnTo>
                <a:lnTo>
                  <a:pt x="68426" y="27663"/>
                </a:lnTo>
                <a:lnTo>
                  <a:pt x="67100" y="26726"/>
                </a:lnTo>
                <a:lnTo>
                  <a:pt x="64357" y="25034"/>
                </a:lnTo>
                <a:lnTo>
                  <a:pt x="61499" y="23502"/>
                </a:lnTo>
                <a:lnTo>
                  <a:pt x="58572" y="22131"/>
                </a:lnTo>
                <a:lnTo>
                  <a:pt x="57064" y="21513"/>
                </a:lnTo>
                <a:lnTo>
                  <a:pt x="54823" y="20644"/>
                </a:lnTo>
                <a:lnTo>
                  <a:pt x="50228" y="19158"/>
                </a:lnTo>
                <a:lnTo>
                  <a:pt x="45541" y="18015"/>
                </a:lnTo>
                <a:lnTo>
                  <a:pt x="40809" y="17215"/>
                </a:lnTo>
                <a:lnTo>
                  <a:pt x="38408" y="16964"/>
                </a:lnTo>
                <a:lnTo>
                  <a:pt x="33767" y="16621"/>
                </a:lnTo>
                <a:lnTo>
                  <a:pt x="27983" y="16186"/>
                </a:lnTo>
                <a:lnTo>
                  <a:pt x="25720" y="15889"/>
                </a:lnTo>
                <a:lnTo>
                  <a:pt x="23457" y="15432"/>
                </a:lnTo>
                <a:lnTo>
                  <a:pt x="21239" y="14838"/>
                </a:lnTo>
                <a:lnTo>
                  <a:pt x="20165" y="14449"/>
                </a:lnTo>
                <a:lnTo>
                  <a:pt x="18953" y="13969"/>
                </a:lnTo>
                <a:lnTo>
                  <a:pt x="16667" y="12780"/>
                </a:lnTo>
                <a:lnTo>
                  <a:pt x="14541" y="11340"/>
                </a:lnTo>
                <a:lnTo>
                  <a:pt x="12574" y="9694"/>
                </a:lnTo>
                <a:lnTo>
                  <a:pt x="10791" y="7819"/>
                </a:lnTo>
                <a:lnTo>
                  <a:pt x="9237" y="5761"/>
                </a:lnTo>
                <a:lnTo>
                  <a:pt x="7911" y="3567"/>
                </a:lnTo>
                <a:lnTo>
                  <a:pt x="6836" y="1212"/>
                </a:lnTo>
                <a:lnTo>
                  <a:pt x="64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281275" y="-1456325"/>
            <a:ext cx="5221213" cy="2387802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rgbClr val="FFFFFF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7878050" y="3348713"/>
            <a:ext cx="2590275" cy="2511375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rgbClr val="FDFFFF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20000" y="2359750"/>
            <a:ext cx="27090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22338"/>
            <a:ext cx="879000" cy="7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20000" y="2980450"/>
            <a:ext cx="2709000" cy="6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174800" y="2898086"/>
            <a:ext cx="3916382" cy="2679350"/>
          </a:xfrm>
          <a:custGeom>
            <a:avLst/>
            <a:gdLst/>
            <a:ahLst/>
            <a:cxnLst/>
            <a:rect l="l" t="t" r="r" b="b"/>
            <a:pathLst>
              <a:path w="143025" h="97849" extrusionOk="0">
                <a:moveTo>
                  <a:pt x="66277" y="0"/>
                </a:moveTo>
                <a:lnTo>
                  <a:pt x="63305" y="46"/>
                </a:lnTo>
                <a:lnTo>
                  <a:pt x="60356" y="275"/>
                </a:lnTo>
                <a:lnTo>
                  <a:pt x="57429" y="732"/>
                </a:lnTo>
                <a:lnTo>
                  <a:pt x="54572" y="1395"/>
                </a:lnTo>
                <a:lnTo>
                  <a:pt x="51805" y="2332"/>
                </a:lnTo>
                <a:lnTo>
                  <a:pt x="49108" y="3498"/>
                </a:lnTo>
                <a:lnTo>
                  <a:pt x="47827" y="4207"/>
                </a:lnTo>
                <a:lnTo>
                  <a:pt x="46959" y="4710"/>
                </a:lnTo>
                <a:lnTo>
                  <a:pt x="45313" y="5853"/>
                </a:lnTo>
                <a:lnTo>
                  <a:pt x="43758" y="7110"/>
                </a:lnTo>
                <a:lnTo>
                  <a:pt x="42318" y="8505"/>
                </a:lnTo>
                <a:lnTo>
                  <a:pt x="40992" y="10014"/>
                </a:lnTo>
                <a:lnTo>
                  <a:pt x="39757" y="11614"/>
                </a:lnTo>
                <a:lnTo>
                  <a:pt x="38660" y="13306"/>
                </a:lnTo>
                <a:lnTo>
                  <a:pt x="37700" y="15066"/>
                </a:lnTo>
                <a:lnTo>
                  <a:pt x="36854" y="16895"/>
                </a:lnTo>
                <a:lnTo>
                  <a:pt x="36145" y="18793"/>
                </a:lnTo>
                <a:lnTo>
                  <a:pt x="35573" y="20713"/>
                </a:lnTo>
                <a:lnTo>
                  <a:pt x="35162" y="22679"/>
                </a:lnTo>
                <a:lnTo>
                  <a:pt x="34910" y="24668"/>
                </a:lnTo>
                <a:lnTo>
                  <a:pt x="34796" y="26680"/>
                </a:lnTo>
                <a:lnTo>
                  <a:pt x="34865" y="28669"/>
                </a:lnTo>
                <a:lnTo>
                  <a:pt x="35093" y="30658"/>
                </a:lnTo>
                <a:lnTo>
                  <a:pt x="35299" y="31641"/>
                </a:lnTo>
                <a:lnTo>
                  <a:pt x="35779" y="33790"/>
                </a:lnTo>
                <a:lnTo>
                  <a:pt x="36854" y="38111"/>
                </a:lnTo>
                <a:lnTo>
                  <a:pt x="37540" y="41357"/>
                </a:lnTo>
                <a:lnTo>
                  <a:pt x="37883" y="43529"/>
                </a:lnTo>
                <a:lnTo>
                  <a:pt x="38043" y="45701"/>
                </a:lnTo>
                <a:lnTo>
                  <a:pt x="38043" y="47896"/>
                </a:lnTo>
                <a:lnTo>
                  <a:pt x="37928" y="48993"/>
                </a:lnTo>
                <a:lnTo>
                  <a:pt x="37768" y="50136"/>
                </a:lnTo>
                <a:lnTo>
                  <a:pt x="37220" y="52354"/>
                </a:lnTo>
                <a:lnTo>
                  <a:pt x="36442" y="54503"/>
                </a:lnTo>
                <a:lnTo>
                  <a:pt x="35413" y="56560"/>
                </a:lnTo>
                <a:lnTo>
                  <a:pt x="34202" y="58526"/>
                </a:lnTo>
                <a:lnTo>
                  <a:pt x="32807" y="60378"/>
                </a:lnTo>
                <a:lnTo>
                  <a:pt x="31253" y="62139"/>
                </a:lnTo>
                <a:lnTo>
                  <a:pt x="29584" y="63762"/>
                </a:lnTo>
                <a:lnTo>
                  <a:pt x="28715" y="64516"/>
                </a:lnTo>
                <a:lnTo>
                  <a:pt x="27503" y="65499"/>
                </a:lnTo>
                <a:lnTo>
                  <a:pt x="24988" y="67260"/>
                </a:lnTo>
                <a:lnTo>
                  <a:pt x="21079" y="69660"/>
                </a:lnTo>
                <a:lnTo>
                  <a:pt x="15752" y="72632"/>
                </a:lnTo>
                <a:lnTo>
                  <a:pt x="11843" y="75055"/>
                </a:lnTo>
                <a:lnTo>
                  <a:pt x="9374" y="76862"/>
                </a:lnTo>
                <a:lnTo>
                  <a:pt x="8185" y="77867"/>
                </a:lnTo>
                <a:lnTo>
                  <a:pt x="7133" y="78828"/>
                </a:lnTo>
                <a:lnTo>
                  <a:pt x="5076" y="80885"/>
                </a:lnTo>
                <a:lnTo>
                  <a:pt x="3247" y="83149"/>
                </a:lnTo>
                <a:lnTo>
                  <a:pt x="2081" y="84977"/>
                </a:lnTo>
                <a:lnTo>
                  <a:pt x="1441" y="86258"/>
                </a:lnTo>
                <a:lnTo>
                  <a:pt x="1144" y="86921"/>
                </a:lnTo>
                <a:lnTo>
                  <a:pt x="938" y="87584"/>
                </a:lnTo>
                <a:lnTo>
                  <a:pt x="343" y="90716"/>
                </a:lnTo>
                <a:lnTo>
                  <a:pt x="46" y="93551"/>
                </a:lnTo>
                <a:lnTo>
                  <a:pt x="0" y="95288"/>
                </a:lnTo>
                <a:lnTo>
                  <a:pt x="138" y="96340"/>
                </a:lnTo>
                <a:lnTo>
                  <a:pt x="321" y="96911"/>
                </a:lnTo>
                <a:lnTo>
                  <a:pt x="549" y="97300"/>
                </a:lnTo>
                <a:lnTo>
                  <a:pt x="869" y="97506"/>
                </a:lnTo>
                <a:lnTo>
                  <a:pt x="1075" y="97529"/>
                </a:lnTo>
                <a:lnTo>
                  <a:pt x="72061" y="97689"/>
                </a:lnTo>
                <a:lnTo>
                  <a:pt x="143024" y="97849"/>
                </a:lnTo>
                <a:lnTo>
                  <a:pt x="140761" y="5579"/>
                </a:lnTo>
                <a:lnTo>
                  <a:pt x="139869" y="6425"/>
                </a:lnTo>
                <a:lnTo>
                  <a:pt x="137903" y="7888"/>
                </a:lnTo>
                <a:lnTo>
                  <a:pt x="135777" y="9054"/>
                </a:lnTo>
                <a:lnTo>
                  <a:pt x="133491" y="9968"/>
                </a:lnTo>
                <a:lnTo>
                  <a:pt x="131090" y="10677"/>
                </a:lnTo>
                <a:lnTo>
                  <a:pt x="128621" y="11157"/>
                </a:lnTo>
                <a:lnTo>
                  <a:pt x="126106" y="11477"/>
                </a:lnTo>
                <a:lnTo>
                  <a:pt x="123592" y="11660"/>
                </a:lnTo>
                <a:lnTo>
                  <a:pt x="122357" y="11706"/>
                </a:lnTo>
                <a:lnTo>
                  <a:pt x="120459" y="11728"/>
                </a:lnTo>
                <a:lnTo>
                  <a:pt x="116733" y="11591"/>
                </a:lnTo>
                <a:lnTo>
                  <a:pt x="113098" y="11203"/>
                </a:lnTo>
                <a:lnTo>
                  <a:pt x="109509" y="10585"/>
                </a:lnTo>
                <a:lnTo>
                  <a:pt x="105965" y="9808"/>
                </a:lnTo>
                <a:lnTo>
                  <a:pt x="102421" y="8894"/>
                </a:lnTo>
                <a:lnTo>
                  <a:pt x="97118" y="7293"/>
                </a:lnTo>
                <a:lnTo>
                  <a:pt x="93505" y="6104"/>
                </a:lnTo>
                <a:lnTo>
                  <a:pt x="90716" y="5190"/>
                </a:lnTo>
                <a:lnTo>
                  <a:pt x="85069" y="3407"/>
                </a:lnTo>
                <a:lnTo>
                  <a:pt x="79377" y="1852"/>
                </a:lnTo>
                <a:lnTo>
                  <a:pt x="75056" y="938"/>
                </a:lnTo>
                <a:lnTo>
                  <a:pt x="72152" y="481"/>
                </a:lnTo>
                <a:lnTo>
                  <a:pt x="70689" y="298"/>
                </a:lnTo>
                <a:lnTo>
                  <a:pt x="69226" y="160"/>
                </a:lnTo>
                <a:lnTo>
                  <a:pt x="66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888674" y="2370325"/>
            <a:ext cx="2837128" cy="2750709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rgbClr val="FDFFFF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 rot="-10565234" flipH="1">
            <a:off x="-405294" y="-908568"/>
            <a:ext cx="6308006" cy="2144978"/>
          </a:xfrm>
          <a:custGeom>
            <a:avLst/>
            <a:gdLst/>
            <a:ahLst/>
            <a:cxnLst/>
            <a:rect l="l" t="t" r="r" b="b"/>
            <a:pathLst>
              <a:path w="158982" h="88796" extrusionOk="0">
                <a:moveTo>
                  <a:pt x="6425" y="0"/>
                </a:moveTo>
                <a:lnTo>
                  <a:pt x="6082" y="115"/>
                </a:lnTo>
                <a:lnTo>
                  <a:pt x="5053" y="823"/>
                </a:lnTo>
                <a:lnTo>
                  <a:pt x="4710" y="938"/>
                </a:lnTo>
                <a:lnTo>
                  <a:pt x="4641" y="2469"/>
                </a:lnTo>
                <a:lnTo>
                  <a:pt x="4641" y="5510"/>
                </a:lnTo>
                <a:lnTo>
                  <a:pt x="4733" y="7042"/>
                </a:lnTo>
                <a:lnTo>
                  <a:pt x="1029" y="80862"/>
                </a:lnTo>
                <a:lnTo>
                  <a:pt x="526" y="80794"/>
                </a:lnTo>
                <a:lnTo>
                  <a:pt x="0" y="80839"/>
                </a:lnTo>
                <a:lnTo>
                  <a:pt x="158593" y="88795"/>
                </a:lnTo>
                <a:lnTo>
                  <a:pt x="158410" y="88384"/>
                </a:lnTo>
                <a:lnTo>
                  <a:pt x="158159" y="87378"/>
                </a:lnTo>
                <a:lnTo>
                  <a:pt x="158021" y="85663"/>
                </a:lnTo>
                <a:lnTo>
                  <a:pt x="158204" y="83148"/>
                </a:lnTo>
                <a:lnTo>
                  <a:pt x="158684" y="80862"/>
                </a:lnTo>
                <a:lnTo>
                  <a:pt x="158982" y="79948"/>
                </a:lnTo>
                <a:lnTo>
                  <a:pt x="157038" y="79994"/>
                </a:lnTo>
                <a:lnTo>
                  <a:pt x="153129" y="79971"/>
                </a:lnTo>
                <a:lnTo>
                  <a:pt x="149220" y="79834"/>
                </a:lnTo>
                <a:lnTo>
                  <a:pt x="145310" y="79582"/>
                </a:lnTo>
                <a:lnTo>
                  <a:pt x="141424" y="79216"/>
                </a:lnTo>
                <a:lnTo>
                  <a:pt x="137537" y="78713"/>
                </a:lnTo>
                <a:lnTo>
                  <a:pt x="133674" y="78119"/>
                </a:lnTo>
                <a:lnTo>
                  <a:pt x="129833" y="77387"/>
                </a:lnTo>
                <a:lnTo>
                  <a:pt x="127912" y="76976"/>
                </a:lnTo>
                <a:lnTo>
                  <a:pt x="125055" y="76336"/>
                </a:lnTo>
                <a:lnTo>
                  <a:pt x="120780" y="75147"/>
                </a:lnTo>
                <a:lnTo>
                  <a:pt x="117990" y="74232"/>
                </a:lnTo>
                <a:lnTo>
                  <a:pt x="115224" y="73226"/>
                </a:lnTo>
                <a:lnTo>
                  <a:pt x="112526" y="72061"/>
                </a:lnTo>
                <a:lnTo>
                  <a:pt x="109920" y="70757"/>
                </a:lnTo>
                <a:lnTo>
                  <a:pt x="107360" y="69294"/>
                </a:lnTo>
                <a:lnTo>
                  <a:pt x="106148" y="68494"/>
                </a:lnTo>
                <a:lnTo>
                  <a:pt x="104708" y="67511"/>
                </a:lnTo>
                <a:lnTo>
                  <a:pt x="101987" y="65362"/>
                </a:lnTo>
                <a:lnTo>
                  <a:pt x="99427" y="63053"/>
                </a:lnTo>
                <a:lnTo>
                  <a:pt x="97003" y="60584"/>
                </a:lnTo>
                <a:lnTo>
                  <a:pt x="94694" y="57978"/>
                </a:lnTo>
                <a:lnTo>
                  <a:pt x="92477" y="55280"/>
                </a:lnTo>
                <a:lnTo>
                  <a:pt x="89253" y="51119"/>
                </a:lnTo>
                <a:lnTo>
                  <a:pt x="85046" y="45472"/>
                </a:lnTo>
                <a:lnTo>
                  <a:pt x="80748" y="39871"/>
                </a:lnTo>
                <a:lnTo>
                  <a:pt x="77365" y="35893"/>
                </a:lnTo>
                <a:lnTo>
                  <a:pt x="74987" y="33356"/>
                </a:lnTo>
                <a:lnTo>
                  <a:pt x="72495" y="30955"/>
                </a:lnTo>
                <a:lnTo>
                  <a:pt x="69820" y="28715"/>
                </a:lnTo>
                <a:lnTo>
                  <a:pt x="68426" y="27663"/>
                </a:lnTo>
                <a:lnTo>
                  <a:pt x="67100" y="26726"/>
                </a:lnTo>
                <a:lnTo>
                  <a:pt x="64357" y="25034"/>
                </a:lnTo>
                <a:lnTo>
                  <a:pt x="61499" y="23502"/>
                </a:lnTo>
                <a:lnTo>
                  <a:pt x="58572" y="22131"/>
                </a:lnTo>
                <a:lnTo>
                  <a:pt x="57064" y="21513"/>
                </a:lnTo>
                <a:lnTo>
                  <a:pt x="54823" y="20644"/>
                </a:lnTo>
                <a:lnTo>
                  <a:pt x="50228" y="19158"/>
                </a:lnTo>
                <a:lnTo>
                  <a:pt x="45541" y="18015"/>
                </a:lnTo>
                <a:lnTo>
                  <a:pt x="40809" y="17215"/>
                </a:lnTo>
                <a:lnTo>
                  <a:pt x="38408" y="16964"/>
                </a:lnTo>
                <a:lnTo>
                  <a:pt x="33767" y="16621"/>
                </a:lnTo>
                <a:lnTo>
                  <a:pt x="27983" y="16186"/>
                </a:lnTo>
                <a:lnTo>
                  <a:pt x="25720" y="15889"/>
                </a:lnTo>
                <a:lnTo>
                  <a:pt x="23457" y="15432"/>
                </a:lnTo>
                <a:lnTo>
                  <a:pt x="21239" y="14838"/>
                </a:lnTo>
                <a:lnTo>
                  <a:pt x="20165" y="14449"/>
                </a:lnTo>
                <a:lnTo>
                  <a:pt x="18953" y="13969"/>
                </a:lnTo>
                <a:lnTo>
                  <a:pt x="16667" y="12780"/>
                </a:lnTo>
                <a:lnTo>
                  <a:pt x="14541" y="11340"/>
                </a:lnTo>
                <a:lnTo>
                  <a:pt x="12574" y="9694"/>
                </a:lnTo>
                <a:lnTo>
                  <a:pt x="10791" y="7819"/>
                </a:lnTo>
                <a:lnTo>
                  <a:pt x="9237" y="5761"/>
                </a:lnTo>
                <a:lnTo>
                  <a:pt x="7911" y="3567"/>
                </a:lnTo>
                <a:lnTo>
                  <a:pt x="6836" y="1212"/>
                </a:lnTo>
                <a:lnTo>
                  <a:pt x="64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rot="5218157" flipH="1">
            <a:off x="805968" y="-1892900"/>
            <a:ext cx="1435466" cy="3919220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rot="230585" flipH="1">
            <a:off x="-4817949" y="4310141"/>
            <a:ext cx="8366961" cy="1241582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rot="-10269600">
            <a:off x="-370060" y="4522900"/>
            <a:ext cx="6584290" cy="2387749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0000" y="1053300"/>
            <a:ext cx="77040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 flipH="1">
            <a:off x="4929164" y="3066650"/>
            <a:ext cx="5947208" cy="3075500"/>
          </a:xfrm>
          <a:custGeom>
            <a:avLst/>
            <a:gdLst/>
            <a:ahLst/>
            <a:cxnLst/>
            <a:rect l="l" t="t" r="r" b="b"/>
            <a:pathLst>
              <a:path w="147665" h="123020" extrusionOk="0">
                <a:moveTo>
                  <a:pt x="25011" y="1"/>
                </a:moveTo>
                <a:lnTo>
                  <a:pt x="21170" y="115"/>
                </a:lnTo>
                <a:lnTo>
                  <a:pt x="17375" y="549"/>
                </a:lnTo>
                <a:lnTo>
                  <a:pt x="13649" y="1350"/>
                </a:lnTo>
                <a:lnTo>
                  <a:pt x="10036" y="2516"/>
                </a:lnTo>
                <a:lnTo>
                  <a:pt x="6561" y="4047"/>
                </a:lnTo>
                <a:lnTo>
                  <a:pt x="4893" y="4985"/>
                </a:lnTo>
                <a:lnTo>
                  <a:pt x="4184" y="5419"/>
                </a:lnTo>
                <a:lnTo>
                  <a:pt x="2995" y="6402"/>
                </a:lnTo>
                <a:lnTo>
                  <a:pt x="2035" y="7522"/>
                </a:lnTo>
                <a:lnTo>
                  <a:pt x="1280" y="8757"/>
                </a:lnTo>
                <a:lnTo>
                  <a:pt x="732" y="10083"/>
                </a:lnTo>
                <a:lnTo>
                  <a:pt x="343" y="11477"/>
                </a:lnTo>
                <a:lnTo>
                  <a:pt x="92" y="12963"/>
                </a:lnTo>
                <a:lnTo>
                  <a:pt x="0" y="14518"/>
                </a:lnTo>
                <a:lnTo>
                  <a:pt x="0" y="16896"/>
                </a:lnTo>
                <a:lnTo>
                  <a:pt x="252" y="20165"/>
                </a:lnTo>
                <a:lnTo>
                  <a:pt x="572" y="23434"/>
                </a:lnTo>
                <a:lnTo>
                  <a:pt x="800" y="26589"/>
                </a:lnTo>
                <a:lnTo>
                  <a:pt x="800" y="28075"/>
                </a:lnTo>
                <a:lnTo>
                  <a:pt x="869" y="30453"/>
                </a:lnTo>
                <a:lnTo>
                  <a:pt x="1075" y="35185"/>
                </a:lnTo>
                <a:lnTo>
                  <a:pt x="1395" y="39917"/>
                </a:lnTo>
                <a:lnTo>
                  <a:pt x="1875" y="44627"/>
                </a:lnTo>
                <a:lnTo>
                  <a:pt x="2172" y="46982"/>
                </a:lnTo>
                <a:lnTo>
                  <a:pt x="2172" y="122791"/>
                </a:lnTo>
                <a:lnTo>
                  <a:pt x="144898" y="123020"/>
                </a:lnTo>
                <a:lnTo>
                  <a:pt x="145310" y="121968"/>
                </a:lnTo>
                <a:lnTo>
                  <a:pt x="145996" y="119819"/>
                </a:lnTo>
                <a:lnTo>
                  <a:pt x="146567" y="117624"/>
                </a:lnTo>
                <a:lnTo>
                  <a:pt x="147025" y="115430"/>
                </a:lnTo>
                <a:lnTo>
                  <a:pt x="147367" y="113189"/>
                </a:lnTo>
                <a:lnTo>
                  <a:pt x="147573" y="110949"/>
                </a:lnTo>
                <a:lnTo>
                  <a:pt x="147665" y="108685"/>
                </a:lnTo>
                <a:lnTo>
                  <a:pt x="147642" y="106445"/>
                </a:lnTo>
                <a:lnTo>
                  <a:pt x="147482" y="104182"/>
                </a:lnTo>
                <a:lnTo>
                  <a:pt x="147230" y="101941"/>
                </a:lnTo>
                <a:lnTo>
                  <a:pt x="146842" y="99724"/>
                </a:lnTo>
                <a:lnTo>
                  <a:pt x="146339" y="97529"/>
                </a:lnTo>
                <a:lnTo>
                  <a:pt x="145721" y="95357"/>
                </a:lnTo>
                <a:lnTo>
                  <a:pt x="144990" y="93231"/>
                </a:lnTo>
                <a:lnTo>
                  <a:pt x="144121" y="91128"/>
                </a:lnTo>
                <a:lnTo>
                  <a:pt x="143161" y="89093"/>
                </a:lnTo>
                <a:lnTo>
                  <a:pt x="142635" y="88110"/>
                </a:lnTo>
                <a:lnTo>
                  <a:pt x="141995" y="86967"/>
                </a:lnTo>
                <a:lnTo>
                  <a:pt x="140600" y="84795"/>
                </a:lnTo>
                <a:lnTo>
                  <a:pt x="139091" y="82714"/>
                </a:lnTo>
                <a:lnTo>
                  <a:pt x="137445" y="80748"/>
                </a:lnTo>
                <a:lnTo>
                  <a:pt x="135685" y="78897"/>
                </a:lnTo>
                <a:lnTo>
                  <a:pt x="133833" y="77159"/>
                </a:lnTo>
                <a:lnTo>
                  <a:pt x="131867" y="75559"/>
                </a:lnTo>
                <a:lnTo>
                  <a:pt x="129810" y="74073"/>
                </a:lnTo>
                <a:lnTo>
                  <a:pt x="127683" y="72724"/>
                </a:lnTo>
                <a:lnTo>
                  <a:pt x="125443" y="71489"/>
                </a:lnTo>
                <a:lnTo>
                  <a:pt x="123157" y="70392"/>
                </a:lnTo>
                <a:lnTo>
                  <a:pt x="120779" y="69432"/>
                </a:lnTo>
                <a:lnTo>
                  <a:pt x="118356" y="68632"/>
                </a:lnTo>
                <a:lnTo>
                  <a:pt x="115887" y="67969"/>
                </a:lnTo>
                <a:lnTo>
                  <a:pt x="113372" y="67443"/>
                </a:lnTo>
                <a:lnTo>
                  <a:pt x="110811" y="67077"/>
                </a:lnTo>
                <a:lnTo>
                  <a:pt x="109508" y="66963"/>
                </a:lnTo>
                <a:lnTo>
                  <a:pt x="104204" y="66551"/>
                </a:lnTo>
                <a:lnTo>
                  <a:pt x="96591" y="65774"/>
                </a:lnTo>
                <a:lnTo>
                  <a:pt x="92956" y="65134"/>
                </a:lnTo>
                <a:lnTo>
                  <a:pt x="90602" y="64562"/>
                </a:lnTo>
                <a:lnTo>
                  <a:pt x="88315" y="63854"/>
                </a:lnTo>
                <a:lnTo>
                  <a:pt x="86075" y="62985"/>
                </a:lnTo>
                <a:lnTo>
                  <a:pt x="83949" y="61933"/>
                </a:lnTo>
                <a:lnTo>
                  <a:pt x="81868" y="60676"/>
                </a:lnTo>
                <a:lnTo>
                  <a:pt x="79879" y="59190"/>
                </a:lnTo>
                <a:lnTo>
                  <a:pt x="78005" y="57452"/>
                </a:lnTo>
                <a:lnTo>
                  <a:pt x="76199" y="55440"/>
                </a:lnTo>
                <a:lnTo>
                  <a:pt x="74507" y="53109"/>
                </a:lnTo>
                <a:lnTo>
                  <a:pt x="73707" y="51828"/>
                </a:lnTo>
                <a:lnTo>
                  <a:pt x="73089" y="50777"/>
                </a:lnTo>
                <a:lnTo>
                  <a:pt x="72015" y="48628"/>
                </a:lnTo>
                <a:lnTo>
                  <a:pt x="71100" y="46456"/>
                </a:lnTo>
                <a:lnTo>
                  <a:pt x="70346" y="44238"/>
                </a:lnTo>
                <a:lnTo>
                  <a:pt x="69386" y="40878"/>
                </a:lnTo>
                <a:lnTo>
                  <a:pt x="68334" y="36351"/>
                </a:lnTo>
                <a:lnTo>
                  <a:pt x="67305" y="31824"/>
                </a:lnTo>
                <a:lnTo>
                  <a:pt x="66391" y="28441"/>
                </a:lnTo>
                <a:lnTo>
                  <a:pt x="65659" y="26223"/>
                </a:lnTo>
                <a:lnTo>
                  <a:pt x="64813" y="24006"/>
                </a:lnTo>
                <a:lnTo>
                  <a:pt x="63807" y="21834"/>
                </a:lnTo>
                <a:lnTo>
                  <a:pt x="62619" y="19708"/>
                </a:lnTo>
                <a:lnTo>
                  <a:pt x="61224" y="17604"/>
                </a:lnTo>
                <a:lnTo>
                  <a:pt x="60424" y="16598"/>
                </a:lnTo>
                <a:lnTo>
                  <a:pt x="59235" y="15158"/>
                </a:lnTo>
                <a:lnTo>
                  <a:pt x="56606" y="12483"/>
                </a:lnTo>
                <a:lnTo>
                  <a:pt x="53725" y="10037"/>
                </a:lnTo>
                <a:lnTo>
                  <a:pt x="50616" y="7842"/>
                </a:lnTo>
                <a:lnTo>
                  <a:pt x="47301" y="5876"/>
                </a:lnTo>
                <a:lnTo>
                  <a:pt x="43826" y="4184"/>
                </a:lnTo>
                <a:lnTo>
                  <a:pt x="40214" y="2767"/>
                </a:lnTo>
                <a:lnTo>
                  <a:pt x="36510" y="1624"/>
                </a:lnTo>
                <a:lnTo>
                  <a:pt x="32715" y="778"/>
                </a:lnTo>
                <a:lnTo>
                  <a:pt x="28875" y="229"/>
                </a:lnTo>
                <a:lnTo>
                  <a:pt x="25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 rot="478692">
            <a:off x="6068231" y="3662365"/>
            <a:ext cx="3385360" cy="2511324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5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2"/>
          </p:nvPr>
        </p:nvSpPr>
        <p:spPr>
          <a:xfrm>
            <a:off x="1368988" y="28765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369000" y="3273450"/>
            <a:ext cx="2146500" cy="10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3"/>
          </p:nvPr>
        </p:nvSpPr>
        <p:spPr>
          <a:xfrm>
            <a:off x="5628488" y="28765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5628500" y="3273450"/>
            <a:ext cx="2146500" cy="10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 rot="-3724802">
            <a:off x="8782406" y="3103380"/>
            <a:ext cx="1974085" cy="1796577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 rot="-138344" flipH="1">
            <a:off x="-977104" y="4470649"/>
            <a:ext cx="8156393" cy="1049146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 rot="10513411">
            <a:off x="-1709043" y="3430249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 rot="10499964" flipH="1">
            <a:off x="-797491" y="-666658"/>
            <a:ext cx="6400773" cy="1241583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-3959475" y="-1536275"/>
            <a:ext cx="6584409" cy="2387802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 rot="-3724802">
            <a:off x="7802856" y="-550645"/>
            <a:ext cx="1974085" cy="1796577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 rot="-7826694">
            <a:off x="6331761" y="708388"/>
            <a:ext cx="4645922" cy="2544666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 rot="8099500">
            <a:off x="-2080355" y="-455822"/>
            <a:ext cx="5797077" cy="2719673"/>
          </a:xfrm>
          <a:custGeom>
            <a:avLst/>
            <a:gdLst/>
            <a:ahLst/>
            <a:cxnLst/>
            <a:rect l="l" t="t" r="r" b="b"/>
            <a:pathLst>
              <a:path w="158982" h="88796" extrusionOk="0">
                <a:moveTo>
                  <a:pt x="6425" y="0"/>
                </a:moveTo>
                <a:lnTo>
                  <a:pt x="6082" y="115"/>
                </a:lnTo>
                <a:lnTo>
                  <a:pt x="5053" y="823"/>
                </a:lnTo>
                <a:lnTo>
                  <a:pt x="4710" y="938"/>
                </a:lnTo>
                <a:lnTo>
                  <a:pt x="4641" y="2469"/>
                </a:lnTo>
                <a:lnTo>
                  <a:pt x="4641" y="5510"/>
                </a:lnTo>
                <a:lnTo>
                  <a:pt x="4733" y="7042"/>
                </a:lnTo>
                <a:lnTo>
                  <a:pt x="1029" y="80862"/>
                </a:lnTo>
                <a:lnTo>
                  <a:pt x="526" y="80794"/>
                </a:lnTo>
                <a:lnTo>
                  <a:pt x="0" y="80839"/>
                </a:lnTo>
                <a:lnTo>
                  <a:pt x="158593" y="88795"/>
                </a:lnTo>
                <a:lnTo>
                  <a:pt x="158410" y="88384"/>
                </a:lnTo>
                <a:lnTo>
                  <a:pt x="158159" y="87378"/>
                </a:lnTo>
                <a:lnTo>
                  <a:pt x="158021" y="85663"/>
                </a:lnTo>
                <a:lnTo>
                  <a:pt x="158204" y="83148"/>
                </a:lnTo>
                <a:lnTo>
                  <a:pt x="158684" y="80862"/>
                </a:lnTo>
                <a:lnTo>
                  <a:pt x="158982" y="79948"/>
                </a:lnTo>
                <a:lnTo>
                  <a:pt x="157038" y="79994"/>
                </a:lnTo>
                <a:lnTo>
                  <a:pt x="153129" y="79971"/>
                </a:lnTo>
                <a:lnTo>
                  <a:pt x="149220" y="79834"/>
                </a:lnTo>
                <a:lnTo>
                  <a:pt x="145310" y="79582"/>
                </a:lnTo>
                <a:lnTo>
                  <a:pt x="141424" y="79216"/>
                </a:lnTo>
                <a:lnTo>
                  <a:pt x="137537" y="78713"/>
                </a:lnTo>
                <a:lnTo>
                  <a:pt x="133674" y="78119"/>
                </a:lnTo>
                <a:lnTo>
                  <a:pt x="129833" y="77387"/>
                </a:lnTo>
                <a:lnTo>
                  <a:pt x="127912" y="76976"/>
                </a:lnTo>
                <a:lnTo>
                  <a:pt x="125055" y="76336"/>
                </a:lnTo>
                <a:lnTo>
                  <a:pt x="120780" y="75147"/>
                </a:lnTo>
                <a:lnTo>
                  <a:pt x="117990" y="74232"/>
                </a:lnTo>
                <a:lnTo>
                  <a:pt x="115224" y="73226"/>
                </a:lnTo>
                <a:lnTo>
                  <a:pt x="112526" y="72061"/>
                </a:lnTo>
                <a:lnTo>
                  <a:pt x="109920" y="70757"/>
                </a:lnTo>
                <a:lnTo>
                  <a:pt x="107360" y="69294"/>
                </a:lnTo>
                <a:lnTo>
                  <a:pt x="106148" y="68494"/>
                </a:lnTo>
                <a:lnTo>
                  <a:pt x="104708" y="67511"/>
                </a:lnTo>
                <a:lnTo>
                  <a:pt x="101987" y="65362"/>
                </a:lnTo>
                <a:lnTo>
                  <a:pt x="99427" y="63053"/>
                </a:lnTo>
                <a:lnTo>
                  <a:pt x="97003" y="60584"/>
                </a:lnTo>
                <a:lnTo>
                  <a:pt x="94694" y="57978"/>
                </a:lnTo>
                <a:lnTo>
                  <a:pt x="92477" y="55280"/>
                </a:lnTo>
                <a:lnTo>
                  <a:pt x="89253" y="51119"/>
                </a:lnTo>
                <a:lnTo>
                  <a:pt x="85046" y="45472"/>
                </a:lnTo>
                <a:lnTo>
                  <a:pt x="80748" y="39871"/>
                </a:lnTo>
                <a:lnTo>
                  <a:pt x="77365" y="35893"/>
                </a:lnTo>
                <a:lnTo>
                  <a:pt x="74987" y="33356"/>
                </a:lnTo>
                <a:lnTo>
                  <a:pt x="72495" y="30955"/>
                </a:lnTo>
                <a:lnTo>
                  <a:pt x="69820" y="28715"/>
                </a:lnTo>
                <a:lnTo>
                  <a:pt x="68426" y="27663"/>
                </a:lnTo>
                <a:lnTo>
                  <a:pt x="67100" y="26726"/>
                </a:lnTo>
                <a:lnTo>
                  <a:pt x="64357" y="25034"/>
                </a:lnTo>
                <a:lnTo>
                  <a:pt x="61499" y="23502"/>
                </a:lnTo>
                <a:lnTo>
                  <a:pt x="58572" y="22131"/>
                </a:lnTo>
                <a:lnTo>
                  <a:pt x="57064" y="21513"/>
                </a:lnTo>
                <a:lnTo>
                  <a:pt x="54823" y="20644"/>
                </a:lnTo>
                <a:lnTo>
                  <a:pt x="50228" y="19158"/>
                </a:lnTo>
                <a:lnTo>
                  <a:pt x="45541" y="18015"/>
                </a:lnTo>
                <a:lnTo>
                  <a:pt x="40809" y="17215"/>
                </a:lnTo>
                <a:lnTo>
                  <a:pt x="38408" y="16964"/>
                </a:lnTo>
                <a:lnTo>
                  <a:pt x="33767" y="16621"/>
                </a:lnTo>
                <a:lnTo>
                  <a:pt x="27983" y="16186"/>
                </a:lnTo>
                <a:lnTo>
                  <a:pt x="25720" y="15889"/>
                </a:lnTo>
                <a:lnTo>
                  <a:pt x="23457" y="15432"/>
                </a:lnTo>
                <a:lnTo>
                  <a:pt x="21239" y="14838"/>
                </a:lnTo>
                <a:lnTo>
                  <a:pt x="20165" y="14449"/>
                </a:lnTo>
                <a:lnTo>
                  <a:pt x="18953" y="13969"/>
                </a:lnTo>
                <a:lnTo>
                  <a:pt x="16667" y="12780"/>
                </a:lnTo>
                <a:lnTo>
                  <a:pt x="14541" y="11340"/>
                </a:lnTo>
                <a:lnTo>
                  <a:pt x="12574" y="9694"/>
                </a:lnTo>
                <a:lnTo>
                  <a:pt x="10791" y="7819"/>
                </a:lnTo>
                <a:lnTo>
                  <a:pt x="9237" y="5761"/>
                </a:lnTo>
                <a:lnTo>
                  <a:pt x="7911" y="3567"/>
                </a:lnTo>
                <a:lnTo>
                  <a:pt x="6836" y="1212"/>
                </a:lnTo>
                <a:lnTo>
                  <a:pt x="64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 rot="4732343" flipH="1">
            <a:off x="969117" y="-2948220"/>
            <a:ext cx="1676340" cy="5535472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/>
          <p:nvPr/>
        </p:nvSpPr>
        <p:spPr>
          <a:xfrm rot="-10799665" flipH="1">
            <a:off x="5543501" y="-225004"/>
            <a:ext cx="8366921" cy="1241549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 rot="6276828" flipH="1">
            <a:off x="7585732" y="-3149585"/>
            <a:ext cx="1676528" cy="6602836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rot="333">
            <a:off x="968975" y="4680608"/>
            <a:ext cx="8426102" cy="1241664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 rot="487553" flipH="1">
            <a:off x="1286487" y="3675250"/>
            <a:ext cx="10630722" cy="2562754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4572000" y="1629725"/>
            <a:ext cx="3843900" cy="10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5318400" y="2687238"/>
            <a:ext cx="3105600" cy="10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/>
          <p:nvPr/>
        </p:nvSpPr>
        <p:spPr>
          <a:xfrm rot="10566647">
            <a:off x="3122533" y="-814416"/>
            <a:ext cx="7740775" cy="2000858"/>
          </a:xfrm>
          <a:custGeom>
            <a:avLst/>
            <a:gdLst/>
            <a:ahLst/>
            <a:cxnLst/>
            <a:rect l="l" t="t" r="r" b="b"/>
            <a:pathLst>
              <a:path w="158982" h="88796" extrusionOk="0">
                <a:moveTo>
                  <a:pt x="6425" y="0"/>
                </a:moveTo>
                <a:lnTo>
                  <a:pt x="6082" y="115"/>
                </a:lnTo>
                <a:lnTo>
                  <a:pt x="5053" y="823"/>
                </a:lnTo>
                <a:lnTo>
                  <a:pt x="4710" y="938"/>
                </a:lnTo>
                <a:lnTo>
                  <a:pt x="4641" y="2469"/>
                </a:lnTo>
                <a:lnTo>
                  <a:pt x="4641" y="5510"/>
                </a:lnTo>
                <a:lnTo>
                  <a:pt x="4733" y="7042"/>
                </a:lnTo>
                <a:lnTo>
                  <a:pt x="1029" y="80862"/>
                </a:lnTo>
                <a:lnTo>
                  <a:pt x="526" y="80794"/>
                </a:lnTo>
                <a:lnTo>
                  <a:pt x="0" y="80839"/>
                </a:lnTo>
                <a:lnTo>
                  <a:pt x="158593" y="88795"/>
                </a:lnTo>
                <a:lnTo>
                  <a:pt x="158410" y="88384"/>
                </a:lnTo>
                <a:lnTo>
                  <a:pt x="158159" y="87378"/>
                </a:lnTo>
                <a:lnTo>
                  <a:pt x="158021" y="85663"/>
                </a:lnTo>
                <a:lnTo>
                  <a:pt x="158204" y="83148"/>
                </a:lnTo>
                <a:lnTo>
                  <a:pt x="158684" y="80862"/>
                </a:lnTo>
                <a:lnTo>
                  <a:pt x="158982" y="79948"/>
                </a:lnTo>
                <a:lnTo>
                  <a:pt x="157038" y="79994"/>
                </a:lnTo>
                <a:lnTo>
                  <a:pt x="153129" y="79971"/>
                </a:lnTo>
                <a:lnTo>
                  <a:pt x="149220" y="79834"/>
                </a:lnTo>
                <a:lnTo>
                  <a:pt x="145310" y="79582"/>
                </a:lnTo>
                <a:lnTo>
                  <a:pt x="141424" y="79216"/>
                </a:lnTo>
                <a:lnTo>
                  <a:pt x="137537" y="78713"/>
                </a:lnTo>
                <a:lnTo>
                  <a:pt x="133674" y="78119"/>
                </a:lnTo>
                <a:lnTo>
                  <a:pt x="129833" y="77387"/>
                </a:lnTo>
                <a:lnTo>
                  <a:pt x="127912" y="76976"/>
                </a:lnTo>
                <a:lnTo>
                  <a:pt x="125055" y="76336"/>
                </a:lnTo>
                <a:lnTo>
                  <a:pt x="120780" y="75147"/>
                </a:lnTo>
                <a:lnTo>
                  <a:pt x="117990" y="74232"/>
                </a:lnTo>
                <a:lnTo>
                  <a:pt x="115224" y="73226"/>
                </a:lnTo>
                <a:lnTo>
                  <a:pt x="112526" y="72061"/>
                </a:lnTo>
                <a:lnTo>
                  <a:pt x="109920" y="70757"/>
                </a:lnTo>
                <a:lnTo>
                  <a:pt x="107360" y="69294"/>
                </a:lnTo>
                <a:lnTo>
                  <a:pt x="106148" y="68494"/>
                </a:lnTo>
                <a:lnTo>
                  <a:pt x="104708" y="67511"/>
                </a:lnTo>
                <a:lnTo>
                  <a:pt x="101987" y="65362"/>
                </a:lnTo>
                <a:lnTo>
                  <a:pt x="99427" y="63053"/>
                </a:lnTo>
                <a:lnTo>
                  <a:pt x="97003" y="60584"/>
                </a:lnTo>
                <a:lnTo>
                  <a:pt x="94694" y="57978"/>
                </a:lnTo>
                <a:lnTo>
                  <a:pt x="92477" y="55280"/>
                </a:lnTo>
                <a:lnTo>
                  <a:pt x="89253" y="51119"/>
                </a:lnTo>
                <a:lnTo>
                  <a:pt x="85046" y="45472"/>
                </a:lnTo>
                <a:lnTo>
                  <a:pt x="80748" y="39871"/>
                </a:lnTo>
                <a:lnTo>
                  <a:pt x="77365" y="35893"/>
                </a:lnTo>
                <a:lnTo>
                  <a:pt x="74987" y="33356"/>
                </a:lnTo>
                <a:lnTo>
                  <a:pt x="72495" y="30955"/>
                </a:lnTo>
                <a:lnTo>
                  <a:pt x="69820" y="28715"/>
                </a:lnTo>
                <a:lnTo>
                  <a:pt x="68426" y="27663"/>
                </a:lnTo>
                <a:lnTo>
                  <a:pt x="67100" y="26726"/>
                </a:lnTo>
                <a:lnTo>
                  <a:pt x="64357" y="25034"/>
                </a:lnTo>
                <a:lnTo>
                  <a:pt x="61499" y="23502"/>
                </a:lnTo>
                <a:lnTo>
                  <a:pt x="58572" y="22131"/>
                </a:lnTo>
                <a:lnTo>
                  <a:pt x="57064" y="21513"/>
                </a:lnTo>
                <a:lnTo>
                  <a:pt x="54823" y="20644"/>
                </a:lnTo>
                <a:lnTo>
                  <a:pt x="50228" y="19158"/>
                </a:lnTo>
                <a:lnTo>
                  <a:pt x="45541" y="18015"/>
                </a:lnTo>
                <a:lnTo>
                  <a:pt x="40809" y="17215"/>
                </a:lnTo>
                <a:lnTo>
                  <a:pt x="38408" y="16964"/>
                </a:lnTo>
                <a:lnTo>
                  <a:pt x="33767" y="16621"/>
                </a:lnTo>
                <a:lnTo>
                  <a:pt x="27983" y="16186"/>
                </a:lnTo>
                <a:lnTo>
                  <a:pt x="25720" y="15889"/>
                </a:lnTo>
                <a:lnTo>
                  <a:pt x="23457" y="15432"/>
                </a:lnTo>
                <a:lnTo>
                  <a:pt x="21239" y="14838"/>
                </a:lnTo>
                <a:lnTo>
                  <a:pt x="20165" y="14449"/>
                </a:lnTo>
                <a:lnTo>
                  <a:pt x="18953" y="13969"/>
                </a:lnTo>
                <a:lnTo>
                  <a:pt x="16667" y="12780"/>
                </a:lnTo>
                <a:lnTo>
                  <a:pt x="14541" y="11340"/>
                </a:lnTo>
                <a:lnTo>
                  <a:pt x="12574" y="9694"/>
                </a:lnTo>
                <a:lnTo>
                  <a:pt x="10791" y="7819"/>
                </a:lnTo>
                <a:lnTo>
                  <a:pt x="9237" y="5761"/>
                </a:lnTo>
                <a:lnTo>
                  <a:pt x="7911" y="3567"/>
                </a:lnTo>
                <a:lnTo>
                  <a:pt x="6836" y="1212"/>
                </a:lnTo>
                <a:lnTo>
                  <a:pt x="64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 rot="-5216854">
            <a:off x="6727470" y="-2398466"/>
            <a:ext cx="1751179" cy="4809420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"/>
          <p:cNvSpPr/>
          <p:nvPr/>
        </p:nvSpPr>
        <p:spPr>
          <a:xfrm rot="-229855">
            <a:off x="2557500" y="4231521"/>
            <a:ext cx="9694639" cy="1434213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10584958" flipH="1">
            <a:off x="-568500" y="4318605"/>
            <a:ext cx="8832230" cy="2758348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720000" y="1283500"/>
            <a:ext cx="4573500" cy="25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" name="Google Shape;62;p8"/>
          <p:cNvSpPr/>
          <p:nvPr/>
        </p:nvSpPr>
        <p:spPr>
          <a:xfrm rot="10800000">
            <a:off x="-2556898" y="-223568"/>
            <a:ext cx="8469773" cy="926521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6108399" y="2377039"/>
            <a:ext cx="4677990" cy="3200396"/>
          </a:xfrm>
          <a:custGeom>
            <a:avLst/>
            <a:gdLst/>
            <a:ahLst/>
            <a:cxnLst/>
            <a:rect l="l" t="t" r="r" b="b"/>
            <a:pathLst>
              <a:path w="143025" h="97849" extrusionOk="0">
                <a:moveTo>
                  <a:pt x="66277" y="0"/>
                </a:moveTo>
                <a:lnTo>
                  <a:pt x="63305" y="46"/>
                </a:lnTo>
                <a:lnTo>
                  <a:pt x="60356" y="275"/>
                </a:lnTo>
                <a:lnTo>
                  <a:pt x="57429" y="732"/>
                </a:lnTo>
                <a:lnTo>
                  <a:pt x="54572" y="1395"/>
                </a:lnTo>
                <a:lnTo>
                  <a:pt x="51805" y="2332"/>
                </a:lnTo>
                <a:lnTo>
                  <a:pt x="49108" y="3498"/>
                </a:lnTo>
                <a:lnTo>
                  <a:pt x="47827" y="4207"/>
                </a:lnTo>
                <a:lnTo>
                  <a:pt x="46959" y="4710"/>
                </a:lnTo>
                <a:lnTo>
                  <a:pt x="45313" y="5853"/>
                </a:lnTo>
                <a:lnTo>
                  <a:pt x="43758" y="7110"/>
                </a:lnTo>
                <a:lnTo>
                  <a:pt x="42318" y="8505"/>
                </a:lnTo>
                <a:lnTo>
                  <a:pt x="40992" y="10014"/>
                </a:lnTo>
                <a:lnTo>
                  <a:pt x="39757" y="11614"/>
                </a:lnTo>
                <a:lnTo>
                  <a:pt x="38660" y="13306"/>
                </a:lnTo>
                <a:lnTo>
                  <a:pt x="37700" y="15066"/>
                </a:lnTo>
                <a:lnTo>
                  <a:pt x="36854" y="16895"/>
                </a:lnTo>
                <a:lnTo>
                  <a:pt x="36145" y="18793"/>
                </a:lnTo>
                <a:lnTo>
                  <a:pt x="35573" y="20713"/>
                </a:lnTo>
                <a:lnTo>
                  <a:pt x="35162" y="22679"/>
                </a:lnTo>
                <a:lnTo>
                  <a:pt x="34910" y="24668"/>
                </a:lnTo>
                <a:lnTo>
                  <a:pt x="34796" y="26680"/>
                </a:lnTo>
                <a:lnTo>
                  <a:pt x="34865" y="28669"/>
                </a:lnTo>
                <a:lnTo>
                  <a:pt x="35093" y="30658"/>
                </a:lnTo>
                <a:lnTo>
                  <a:pt x="35299" y="31641"/>
                </a:lnTo>
                <a:lnTo>
                  <a:pt x="35779" y="33790"/>
                </a:lnTo>
                <a:lnTo>
                  <a:pt x="36854" y="38111"/>
                </a:lnTo>
                <a:lnTo>
                  <a:pt x="37540" y="41357"/>
                </a:lnTo>
                <a:lnTo>
                  <a:pt x="37883" y="43529"/>
                </a:lnTo>
                <a:lnTo>
                  <a:pt x="38043" y="45701"/>
                </a:lnTo>
                <a:lnTo>
                  <a:pt x="38043" y="47896"/>
                </a:lnTo>
                <a:lnTo>
                  <a:pt x="37928" y="48993"/>
                </a:lnTo>
                <a:lnTo>
                  <a:pt x="37768" y="50136"/>
                </a:lnTo>
                <a:lnTo>
                  <a:pt x="37220" y="52354"/>
                </a:lnTo>
                <a:lnTo>
                  <a:pt x="36442" y="54503"/>
                </a:lnTo>
                <a:lnTo>
                  <a:pt x="35413" y="56560"/>
                </a:lnTo>
                <a:lnTo>
                  <a:pt x="34202" y="58526"/>
                </a:lnTo>
                <a:lnTo>
                  <a:pt x="32807" y="60378"/>
                </a:lnTo>
                <a:lnTo>
                  <a:pt x="31253" y="62139"/>
                </a:lnTo>
                <a:lnTo>
                  <a:pt x="29584" y="63762"/>
                </a:lnTo>
                <a:lnTo>
                  <a:pt x="28715" y="64516"/>
                </a:lnTo>
                <a:lnTo>
                  <a:pt x="27503" y="65499"/>
                </a:lnTo>
                <a:lnTo>
                  <a:pt x="24988" y="67260"/>
                </a:lnTo>
                <a:lnTo>
                  <a:pt x="21079" y="69660"/>
                </a:lnTo>
                <a:lnTo>
                  <a:pt x="15752" y="72632"/>
                </a:lnTo>
                <a:lnTo>
                  <a:pt x="11843" y="75055"/>
                </a:lnTo>
                <a:lnTo>
                  <a:pt x="9374" y="76862"/>
                </a:lnTo>
                <a:lnTo>
                  <a:pt x="8185" y="77867"/>
                </a:lnTo>
                <a:lnTo>
                  <a:pt x="7133" y="78828"/>
                </a:lnTo>
                <a:lnTo>
                  <a:pt x="5076" y="80885"/>
                </a:lnTo>
                <a:lnTo>
                  <a:pt x="3247" y="83149"/>
                </a:lnTo>
                <a:lnTo>
                  <a:pt x="2081" y="84977"/>
                </a:lnTo>
                <a:lnTo>
                  <a:pt x="1441" y="86258"/>
                </a:lnTo>
                <a:lnTo>
                  <a:pt x="1144" y="86921"/>
                </a:lnTo>
                <a:lnTo>
                  <a:pt x="938" y="87584"/>
                </a:lnTo>
                <a:lnTo>
                  <a:pt x="343" y="90716"/>
                </a:lnTo>
                <a:lnTo>
                  <a:pt x="46" y="93551"/>
                </a:lnTo>
                <a:lnTo>
                  <a:pt x="0" y="95288"/>
                </a:lnTo>
                <a:lnTo>
                  <a:pt x="138" y="96340"/>
                </a:lnTo>
                <a:lnTo>
                  <a:pt x="321" y="96911"/>
                </a:lnTo>
                <a:lnTo>
                  <a:pt x="549" y="97300"/>
                </a:lnTo>
                <a:lnTo>
                  <a:pt x="869" y="97506"/>
                </a:lnTo>
                <a:lnTo>
                  <a:pt x="1075" y="97529"/>
                </a:lnTo>
                <a:lnTo>
                  <a:pt x="72061" y="97689"/>
                </a:lnTo>
                <a:lnTo>
                  <a:pt x="143024" y="97849"/>
                </a:lnTo>
                <a:lnTo>
                  <a:pt x="140761" y="5579"/>
                </a:lnTo>
                <a:lnTo>
                  <a:pt x="139869" y="6425"/>
                </a:lnTo>
                <a:lnTo>
                  <a:pt x="137903" y="7888"/>
                </a:lnTo>
                <a:lnTo>
                  <a:pt x="135777" y="9054"/>
                </a:lnTo>
                <a:lnTo>
                  <a:pt x="133491" y="9968"/>
                </a:lnTo>
                <a:lnTo>
                  <a:pt x="131090" y="10677"/>
                </a:lnTo>
                <a:lnTo>
                  <a:pt x="128621" y="11157"/>
                </a:lnTo>
                <a:lnTo>
                  <a:pt x="126106" y="11477"/>
                </a:lnTo>
                <a:lnTo>
                  <a:pt x="123592" y="11660"/>
                </a:lnTo>
                <a:lnTo>
                  <a:pt x="122357" y="11706"/>
                </a:lnTo>
                <a:lnTo>
                  <a:pt x="120459" y="11728"/>
                </a:lnTo>
                <a:lnTo>
                  <a:pt x="116733" y="11591"/>
                </a:lnTo>
                <a:lnTo>
                  <a:pt x="113098" y="11203"/>
                </a:lnTo>
                <a:lnTo>
                  <a:pt x="109509" y="10585"/>
                </a:lnTo>
                <a:lnTo>
                  <a:pt x="105965" y="9808"/>
                </a:lnTo>
                <a:lnTo>
                  <a:pt x="102421" y="8894"/>
                </a:lnTo>
                <a:lnTo>
                  <a:pt x="97118" y="7293"/>
                </a:lnTo>
                <a:lnTo>
                  <a:pt x="93505" y="6104"/>
                </a:lnTo>
                <a:lnTo>
                  <a:pt x="90716" y="5190"/>
                </a:lnTo>
                <a:lnTo>
                  <a:pt x="85069" y="3407"/>
                </a:lnTo>
                <a:lnTo>
                  <a:pt x="79377" y="1852"/>
                </a:lnTo>
                <a:lnTo>
                  <a:pt x="75056" y="938"/>
                </a:lnTo>
                <a:lnTo>
                  <a:pt x="72152" y="481"/>
                </a:lnTo>
                <a:lnTo>
                  <a:pt x="70689" y="298"/>
                </a:lnTo>
                <a:lnTo>
                  <a:pt x="69226" y="160"/>
                </a:lnTo>
                <a:lnTo>
                  <a:pt x="66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6961095" y="1746648"/>
            <a:ext cx="3388857" cy="3285632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rgbClr val="FDFFFF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rot="3857578">
            <a:off x="7968227" y="-617821"/>
            <a:ext cx="1958091" cy="1858673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 rot="5054829" flipH="1">
            <a:off x="-3549307" y="3576446"/>
            <a:ext cx="7544965" cy="1241614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 rot="-286589">
            <a:off x="-1444668" y="-1862776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8"/>
          <p:cNvSpPr/>
          <p:nvPr/>
        </p:nvSpPr>
        <p:spPr>
          <a:xfrm rot="4371704">
            <a:off x="-4970498" y="-75044"/>
            <a:ext cx="10722597" cy="3577484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6EDBF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4466700" y="1951488"/>
            <a:ext cx="3957300" cy="12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Alfa Slab One"/>
              <a:buNone/>
              <a:defRPr sz="48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 hasCustomPrompt="1"/>
          </p:nvPr>
        </p:nvSpPr>
        <p:spPr>
          <a:xfrm>
            <a:off x="1236750" y="138860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645950" y="138860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uckiest Guy"/>
              <a:buNone/>
              <a:defRPr sz="2020" b="1">
                <a:solidFill>
                  <a:schemeClr val="lt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"/>
          </p:nvPr>
        </p:nvSpPr>
        <p:spPr>
          <a:xfrm>
            <a:off x="1236750" y="173600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4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54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1236750" y="252925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5"/>
          </p:nvPr>
        </p:nvSpPr>
        <p:spPr>
          <a:xfrm>
            <a:off x="1645950" y="252925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uckiest Guy"/>
              <a:buNone/>
              <a:defRPr sz="2000" b="1">
                <a:solidFill>
                  <a:schemeClr val="lt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6"/>
          </p:nvPr>
        </p:nvSpPr>
        <p:spPr>
          <a:xfrm>
            <a:off x="1236750" y="287665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1236750" y="366990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8"/>
          </p:nvPr>
        </p:nvSpPr>
        <p:spPr>
          <a:xfrm>
            <a:off x="1645950" y="366990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uckiest Guy"/>
              <a:buNone/>
              <a:defRPr sz="2000" b="1">
                <a:solidFill>
                  <a:schemeClr val="lt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9"/>
          </p:nvPr>
        </p:nvSpPr>
        <p:spPr>
          <a:xfrm>
            <a:off x="1236750" y="401730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3" hasCustomPrompt="1"/>
          </p:nvPr>
        </p:nvSpPr>
        <p:spPr>
          <a:xfrm>
            <a:off x="5137725" y="138860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4"/>
          </p:nvPr>
        </p:nvSpPr>
        <p:spPr>
          <a:xfrm>
            <a:off x="5546925" y="138860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uckiest Guy"/>
              <a:buNone/>
              <a:defRPr sz="2020" b="1">
                <a:solidFill>
                  <a:schemeClr val="lt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5"/>
          </p:nvPr>
        </p:nvSpPr>
        <p:spPr>
          <a:xfrm>
            <a:off x="5137725" y="173600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6" hasCustomPrompt="1"/>
          </p:nvPr>
        </p:nvSpPr>
        <p:spPr>
          <a:xfrm>
            <a:off x="5137725" y="252925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7"/>
          </p:nvPr>
        </p:nvSpPr>
        <p:spPr>
          <a:xfrm>
            <a:off x="5546925" y="252925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uckiest Guy"/>
              <a:buNone/>
              <a:defRPr sz="2000" b="1">
                <a:solidFill>
                  <a:schemeClr val="lt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8"/>
          </p:nvPr>
        </p:nvSpPr>
        <p:spPr>
          <a:xfrm>
            <a:off x="5137725" y="287665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9" hasCustomPrompt="1"/>
          </p:nvPr>
        </p:nvSpPr>
        <p:spPr>
          <a:xfrm>
            <a:off x="5137725" y="366990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20"/>
          </p:nvPr>
        </p:nvSpPr>
        <p:spPr>
          <a:xfrm>
            <a:off x="5546925" y="366990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uckiest Guy"/>
              <a:buNone/>
              <a:defRPr sz="2000" b="1">
                <a:solidFill>
                  <a:schemeClr val="lt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kiest Guy"/>
              <a:buNone/>
              <a:defRPr>
                <a:latin typeface="Luckiest Guy"/>
                <a:ea typeface="Luckiest Guy"/>
                <a:cs typeface="Luckiest Guy"/>
                <a:sym typeface="Luckiest Guy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1"/>
          </p:nvPr>
        </p:nvSpPr>
        <p:spPr>
          <a:xfrm>
            <a:off x="5137725" y="401730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/>
          <p:nvPr/>
        </p:nvSpPr>
        <p:spPr>
          <a:xfrm rot="344">
            <a:off x="494442" y="4810946"/>
            <a:ext cx="8155095" cy="1241664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3"/>
          <p:cNvSpPr/>
          <p:nvPr/>
        </p:nvSpPr>
        <p:spPr>
          <a:xfrm rot="10499964" flipH="1">
            <a:off x="-1133341" y="-479783"/>
            <a:ext cx="6400773" cy="1241583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-4066625" y="-1349400"/>
            <a:ext cx="6584409" cy="2387802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3"/>
          <p:cNvSpPr/>
          <p:nvPr/>
        </p:nvSpPr>
        <p:spPr>
          <a:xfrm rot="-5399656">
            <a:off x="4765442" y="2984646"/>
            <a:ext cx="8155095" cy="1241664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"/>
          <p:cNvSpPr/>
          <p:nvPr/>
        </p:nvSpPr>
        <p:spPr>
          <a:xfrm rot="5972366" flipH="1">
            <a:off x="5172357" y="2312789"/>
            <a:ext cx="7366451" cy="2562596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"/>
          <p:cNvSpPr/>
          <p:nvPr/>
        </p:nvSpPr>
        <p:spPr>
          <a:xfrm rot="1255446" flipH="1">
            <a:off x="2195647" y="4140025"/>
            <a:ext cx="7365744" cy="2562526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title" idx="2"/>
          </p:nvPr>
        </p:nvSpPr>
        <p:spPr>
          <a:xfrm>
            <a:off x="835600" y="28003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ubTitle" idx="1"/>
          </p:nvPr>
        </p:nvSpPr>
        <p:spPr>
          <a:xfrm>
            <a:off x="835600" y="3197250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 idx="3"/>
          </p:nvPr>
        </p:nvSpPr>
        <p:spPr>
          <a:xfrm>
            <a:off x="3498750" y="28003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4"/>
          </p:nvPr>
        </p:nvSpPr>
        <p:spPr>
          <a:xfrm>
            <a:off x="3498750" y="3197250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 idx="5"/>
          </p:nvPr>
        </p:nvSpPr>
        <p:spPr>
          <a:xfrm>
            <a:off x="6161900" y="28003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ubTitle" idx="6"/>
          </p:nvPr>
        </p:nvSpPr>
        <p:spPr>
          <a:xfrm>
            <a:off x="6161900" y="3197250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/>
          <p:nvPr/>
        </p:nvSpPr>
        <p:spPr>
          <a:xfrm rot="-138344" flipH="1">
            <a:off x="-1025254" y="4566974"/>
            <a:ext cx="8156393" cy="1049146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/>
          <p:cNvSpPr/>
          <p:nvPr/>
        </p:nvSpPr>
        <p:spPr>
          <a:xfrm rot="10513411">
            <a:off x="-1316068" y="3488049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/>
          <p:cNvSpPr/>
          <p:nvPr/>
        </p:nvSpPr>
        <p:spPr>
          <a:xfrm rot="10499964" flipH="1">
            <a:off x="-797491" y="-666658"/>
            <a:ext cx="6400773" cy="1241583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-3959475" y="-1536275"/>
            <a:ext cx="6584409" cy="2387802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2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 rot="1529064">
            <a:off x="7726677" y="4487541"/>
            <a:ext cx="1974038" cy="1796584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7"/>
          <p:cNvSpPr/>
          <p:nvPr/>
        </p:nvSpPr>
        <p:spPr>
          <a:xfrm rot="-3724802">
            <a:off x="-1118294" y="-207033"/>
            <a:ext cx="1974085" cy="1796577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 rot="4809646">
            <a:off x="-1569969" y="-1638747"/>
            <a:ext cx="4490270" cy="2544785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 rot="7863312">
            <a:off x="5748519" y="4184382"/>
            <a:ext cx="4490470" cy="2544774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title" idx="2"/>
          </p:nvPr>
        </p:nvSpPr>
        <p:spPr>
          <a:xfrm>
            <a:off x="683200" y="3281100"/>
            <a:ext cx="2146500" cy="476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ubTitle" idx="1"/>
          </p:nvPr>
        </p:nvSpPr>
        <p:spPr>
          <a:xfrm>
            <a:off x="793500" y="3678000"/>
            <a:ext cx="19260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title" idx="3"/>
          </p:nvPr>
        </p:nvSpPr>
        <p:spPr>
          <a:xfrm>
            <a:off x="3041550" y="328110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subTitle" idx="4"/>
          </p:nvPr>
        </p:nvSpPr>
        <p:spPr>
          <a:xfrm>
            <a:off x="3151800" y="3678000"/>
            <a:ext cx="19260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title" idx="5"/>
          </p:nvPr>
        </p:nvSpPr>
        <p:spPr>
          <a:xfrm>
            <a:off x="5399900" y="328110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6"/>
          </p:nvPr>
        </p:nvSpPr>
        <p:spPr>
          <a:xfrm>
            <a:off x="5510150" y="3678000"/>
            <a:ext cx="19260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title" idx="7"/>
          </p:nvPr>
        </p:nvSpPr>
        <p:spPr>
          <a:xfrm>
            <a:off x="1597600" y="16419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8"/>
          </p:nvPr>
        </p:nvSpPr>
        <p:spPr>
          <a:xfrm>
            <a:off x="1707900" y="2038850"/>
            <a:ext cx="19260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 idx="9"/>
          </p:nvPr>
        </p:nvSpPr>
        <p:spPr>
          <a:xfrm>
            <a:off x="3955950" y="16419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13"/>
          </p:nvPr>
        </p:nvSpPr>
        <p:spPr>
          <a:xfrm>
            <a:off x="4066200" y="2038850"/>
            <a:ext cx="19260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 idx="14"/>
          </p:nvPr>
        </p:nvSpPr>
        <p:spPr>
          <a:xfrm>
            <a:off x="6314300" y="16419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ubTitle" idx="15"/>
          </p:nvPr>
        </p:nvSpPr>
        <p:spPr>
          <a:xfrm>
            <a:off x="6424550" y="2038850"/>
            <a:ext cx="19260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_1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720000" y="3454925"/>
            <a:ext cx="2146500" cy="476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ubTitle" idx="1"/>
          </p:nvPr>
        </p:nvSpPr>
        <p:spPr>
          <a:xfrm>
            <a:off x="720000" y="385182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title" idx="2"/>
          </p:nvPr>
        </p:nvSpPr>
        <p:spPr>
          <a:xfrm>
            <a:off x="3498750" y="345492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3"/>
          </p:nvPr>
        </p:nvSpPr>
        <p:spPr>
          <a:xfrm>
            <a:off x="3498750" y="385182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title" idx="4"/>
          </p:nvPr>
        </p:nvSpPr>
        <p:spPr>
          <a:xfrm>
            <a:off x="6277125" y="345492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5"/>
          </p:nvPr>
        </p:nvSpPr>
        <p:spPr>
          <a:xfrm>
            <a:off x="6277125" y="385182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title" idx="6"/>
          </p:nvPr>
        </p:nvSpPr>
        <p:spPr>
          <a:xfrm>
            <a:off x="720000" y="181577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7"/>
          </p:nvPr>
        </p:nvSpPr>
        <p:spPr>
          <a:xfrm>
            <a:off x="720000" y="221267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 idx="8"/>
          </p:nvPr>
        </p:nvSpPr>
        <p:spPr>
          <a:xfrm>
            <a:off x="6277125" y="181577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9"/>
          </p:nvPr>
        </p:nvSpPr>
        <p:spPr>
          <a:xfrm>
            <a:off x="6277125" y="221267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/>
          <p:nvPr/>
        </p:nvSpPr>
        <p:spPr>
          <a:xfrm rot="2214169">
            <a:off x="7577803" y="-782943"/>
            <a:ext cx="1918405" cy="1574389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8"/>
          <p:cNvSpPr/>
          <p:nvPr/>
        </p:nvSpPr>
        <p:spPr>
          <a:xfrm rot="-10565174" flipH="1">
            <a:off x="-558844" y="-875387"/>
            <a:ext cx="7278875" cy="2144978"/>
          </a:xfrm>
          <a:custGeom>
            <a:avLst/>
            <a:gdLst/>
            <a:ahLst/>
            <a:cxnLst/>
            <a:rect l="l" t="t" r="r" b="b"/>
            <a:pathLst>
              <a:path w="158982" h="88796" extrusionOk="0">
                <a:moveTo>
                  <a:pt x="6425" y="0"/>
                </a:moveTo>
                <a:lnTo>
                  <a:pt x="6082" y="115"/>
                </a:lnTo>
                <a:lnTo>
                  <a:pt x="5053" y="823"/>
                </a:lnTo>
                <a:lnTo>
                  <a:pt x="4710" y="938"/>
                </a:lnTo>
                <a:lnTo>
                  <a:pt x="4641" y="2469"/>
                </a:lnTo>
                <a:lnTo>
                  <a:pt x="4641" y="5510"/>
                </a:lnTo>
                <a:lnTo>
                  <a:pt x="4733" y="7042"/>
                </a:lnTo>
                <a:lnTo>
                  <a:pt x="1029" y="80862"/>
                </a:lnTo>
                <a:lnTo>
                  <a:pt x="526" y="80794"/>
                </a:lnTo>
                <a:lnTo>
                  <a:pt x="0" y="80839"/>
                </a:lnTo>
                <a:lnTo>
                  <a:pt x="158593" y="88795"/>
                </a:lnTo>
                <a:lnTo>
                  <a:pt x="158410" y="88384"/>
                </a:lnTo>
                <a:lnTo>
                  <a:pt x="158159" y="87378"/>
                </a:lnTo>
                <a:lnTo>
                  <a:pt x="158021" y="85663"/>
                </a:lnTo>
                <a:lnTo>
                  <a:pt x="158204" y="83148"/>
                </a:lnTo>
                <a:lnTo>
                  <a:pt x="158684" y="80862"/>
                </a:lnTo>
                <a:lnTo>
                  <a:pt x="158982" y="79948"/>
                </a:lnTo>
                <a:lnTo>
                  <a:pt x="157038" y="79994"/>
                </a:lnTo>
                <a:lnTo>
                  <a:pt x="153129" y="79971"/>
                </a:lnTo>
                <a:lnTo>
                  <a:pt x="149220" y="79834"/>
                </a:lnTo>
                <a:lnTo>
                  <a:pt x="145310" y="79582"/>
                </a:lnTo>
                <a:lnTo>
                  <a:pt x="141424" y="79216"/>
                </a:lnTo>
                <a:lnTo>
                  <a:pt x="137537" y="78713"/>
                </a:lnTo>
                <a:lnTo>
                  <a:pt x="133674" y="78119"/>
                </a:lnTo>
                <a:lnTo>
                  <a:pt x="129833" y="77387"/>
                </a:lnTo>
                <a:lnTo>
                  <a:pt x="127912" y="76976"/>
                </a:lnTo>
                <a:lnTo>
                  <a:pt x="125055" y="76336"/>
                </a:lnTo>
                <a:lnTo>
                  <a:pt x="120780" y="75147"/>
                </a:lnTo>
                <a:lnTo>
                  <a:pt x="117990" y="74232"/>
                </a:lnTo>
                <a:lnTo>
                  <a:pt x="115224" y="73226"/>
                </a:lnTo>
                <a:lnTo>
                  <a:pt x="112526" y="72061"/>
                </a:lnTo>
                <a:lnTo>
                  <a:pt x="109920" y="70757"/>
                </a:lnTo>
                <a:lnTo>
                  <a:pt x="107360" y="69294"/>
                </a:lnTo>
                <a:lnTo>
                  <a:pt x="106148" y="68494"/>
                </a:lnTo>
                <a:lnTo>
                  <a:pt x="104708" y="67511"/>
                </a:lnTo>
                <a:lnTo>
                  <a:pt x="101987" y="65362"/>
                </a:lnTo>
                <a:lnTo>
                  <a:pt x="99427" y="63053"/>
                </a:lnTo>
                <a:lnTo>
                  <a:pt x="97003" y="60584"/>
                </a:lnTo>
                <a:lnTo>
                  <a:pt x="94694" y="57978"/>
                </a:lnTo>
                <a:lnTo>
                  <a:pt x="92477" y="55280"/>
                </a:lnTo>
                <a:lnTo>
                  <a:pt x="89253" y="51119"/>
                </a:lnTo>
                <a:lnTo>
                  <a:pt x="85046" y="45472"/>
                </a:lnTo>
                <a:lnTo>
                  <a:pt x="80748" y="39871"/>
                </a:lnTo>
                <a:lnTo>
                  <a:pt x="77365" y="35893"/>
                </a:lnTo>
                <a:lnTo>
                  <a:pt x="74987" y="33356"/>
                </a:lnTo>
                <a:lnTo>
                  <a:pt x="72495" y="30955"/>
                </a:lnTo>
                <a:lnTo>
                  <a:pt x="69820" y="28715"/>
                </a:lnTo>
                <a:lnTo>
                  <a:pt x="68426" y="27663"/>
                </a:lnTo>
                <a:lnTo>
                  <a:pt x="67100" y="26726"/>
                </a:lnTo>
                <a:lnTo>
                  <a:pt x="64357" y="25034"/>
                </a:lnTo>
                <a:lnTo>
                  <a:pt x="61499" y="23502"/>
                </a:lnTo>
                <a:lnTo>
                  <a:pt x="58572" y="22131"/>
                </a:lnTo>
                <a:lnTo>
                  <a:pt x="57064" y="21513"/>
                </a:lnTo>
                <a:lnTo>
                  <a:pt x="54823" y="20644"/>
                </a:lnTo>
                <a:lnTo>
                  <a:pt x="50228" y="19158"/>
                </a:lnTo>
                <a:lnTo>
                  <a:pt x="45541" y="18015"/>
                </a:lnTo>
                <a:lnTo>
                  <a:pt x="40809" y="17215"/>
                </a:lnTo>
                <a:lnTo>
                  <a:pt x="38408" y="16964"/>
                </a:lnTo>
                <a:lnTo>
                  <a:pt x="33767" y="16621"/>
                </a:lnTo>
                <a:lnTo>
                  <a:pt x="27983" y="16186"/>
                </a:lnTo>
                <a:lnTo>
                  <a:pt x="25720" y="15889"/>
                </a:lnTo>
                <a:lnTo>
                  <a:pt x="23457" y="15432"/>
                </a:lnTo>
                <a:lnTo>
                  <a:pt x="21239" y="14838"/>
                </a:lnTo>
                <a:lnTo>
                  <a:pt x="20165" y="14449"/>
                </a:lnTo>
                <a:lnTo>
                  <a:pt x="18953" y="13969"/>
                </a:lnTo>
                <a:lnTo>
                  <a:pt x="16667" y="12780"/>
                </a:lnTo>
                <a:lnTo>
                  <a:pt x="14541" y="11340"/>
                </a:lnTo>
                <a:lnTo>
                  <a:pt x="12574" y="9694"/>
                </a:lnTo>
                <a:lnTo>
                  <a:pt x="10791" y="7819"/>
                </a:lnTo>
                <a:lnTo>
                  <a:pt x="9237" y="5761"/>
                </a:lnTo>
                <a:lnTo>
                  <a:pt x="7911" y="3567"/>
                </a:lnTo>
                <a:lnTo>
                  <a:pt x="6836" y="1212"/>
                </a:lnTo>
                <a:lnTo>
                  <a:pt x="64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8"/>
          <p:cNvSpPr/>
          <p:nvPr/>
        </p:nvSpPr>
        <p:spPr>
          <a:xfrm rot="5218157" flipH="1">
            <a:off x="1130872" y="-2327762"/>
            <a:ext cx="1435466" cy="4875128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8"/>
          <p:cNvSpPr/>
          <p:nvPr/>
        </p:nvSpPr>
        <p:spPr>
          <a:xfrm rot="10513411">
            <a:off x="7021182" y="-852239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title" idx="13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2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 rot="-138344" flipH="1">
            <a:off x="-949054" y="4719374"/>
            <a:ext cx="8156393" cy="1049146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 rot="10513411">
            <a:off x="-1218443" y="3676599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 rot="10731167" flipH="1">
            <a:off x="6074382" y="-626759"/>
            <a:ext cx="6400957" cy="1241569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"/>
          <p:cNvSpPr/>
          <p:nvPr/>
        </p:nvSpPr>
        <p:spPr>
          <a:xfrm rot="231261">
            <a:off x="2939279" y="-1702030"/>
            <a:ext cx="6584472" cy="2387788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"/>
          <p:cNvSpPr/>
          <p:nvPr/>
        </p:nvSpPr>
        <p:spPr>
          <a:xfrm rot="-3724802">
            <a:off x="-1181994" y="-550645"/>
            <a:ext cx="1974085" cy="1796577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"/>
          <p:cNvSpPr/>
          <p:nvPr/>
        </p:nvSpPr>
        <p:spPr>
          <a:xfrm rot="-5616881">
            <a:off x="-2192086" y="-1024759"/>
            <a:ext cx="4645754" cy="2544717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0"/>
          <p:cNvSpPr txBox="1">
            <a:spLocks noGrp="1"/>
          </p:cNvSpPr>
          <p:nvPr>
            <p:ph type="title" idx="2"/>
          </p:nvPr>
        </p:nvSpPr>
        <p:spPr>
          <a:xfrm>
            <a:off x="720000" y="322632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9" name="Google Shape;199;p20"/>
          <p:cNvSpPr txBox="1">
            <a:spLocks noGrp="1"/>
          </p:cNvSpPr>
          <p:nvPr>
            <p:ph type="subTitle" idx="1"/>
          </p:nvPr>
        </p:nvSpPr>
        <p:spPr>
          <a:xfrm>
            <a:off x="720000" y="362322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0"/>
          <p:cNvSpPr txBox="1">
            <a:spLocks noGrp="1"/>
          </p:cNvSpPr>
          <p:nvPr>
            <p:ph type="title" idx="3"/>
          </p:nvPr>
        </p:nvSpPr>
        <p:spPr>
          <a:xfrm>
            <a:off x="6277500" y="322632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4"/>
          </p:nvPr>
        </p:nvSpPr>
        <p:spPr>
          <a:xfrm>
            <a:off x="6277500" y="362322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title" idx="5"/>
          </p:nvPr>
        </p:nvSpPr>
        <p:spPr>
          <a:xfrm>
            <a:off x="720000" y="158717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3" name="Google Shape;203;p20"/>
          <p:cNvSpPr txBox="1">
            <a:spLocks noGrp="1"/>
          </p:cNvSpPr>
          <p:nvPr>
            <p:ph type="subTitle" idx="6"/>
          </p:nvPr>
        </p:nvSpPr>
        <p:spPr>
          <a:xfrm>
            <a:off x="720000" y="198407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title" idx="7"/>
          </p:nvPr>
        </p:nvSpPr>
        <p:spPr>
          <a:xfrm>
            <a:off x="6277500" y="158717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subTitle" idx="8"/>
          </p:nvPr>
        </p:nvSpPr>
        <p:spPr>
          <a:xfrm>
            <a:off x="6277500" y="198407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bg>
      <p:bgPr>
        <a:solidFill>
          <a:schemeClr val="lt2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 rot="10566647">
            <a:off x="2191218" y="-588102"/>
            <a:ext cx="7740775" cy="2616772"/>
          </a:xfrm>
          <a:custGeom>
            <a:avLst/>
            <a:gdLst/>
            <a:ahLst/>
            <a:cxnLst/>
            <a:rect l="l" t="t" r="r" b="b"/>
            <a:pathLst>
              <a:path w="158982" h="88796" extrusionOk="0">
                <a:moveTo>
                  <a:pt x="6425" y="0"/>
                </a:moveTo>
                <a:lnTo>
                  <a:pt x="6082" y="115"/>
                </a:lnTo>
                <a:lnTo>
                  <a:pt x="5053" y="823"/>
                </a:lnTo>
                <a:lnTo>
                  <a:pt x="4710" y="938"/>
                </a:lnTo>
                <a:lnTo>
                  <a:pt x="4641" y="2469"/>
                </a:lnTo>
                <a:lnTo>
                  <a:pt x="4641" y="5510"/>
                </a:lnTo>
                <a:lnTo>
                  <a:pt x="4733" y="7042"/>
                </a:lnTo>
                <a:lnTo>
                  <a:pt x="1029" y="80862"/>
                </a:lnTo>
                <a:lnTo>
                  <a:pt x="526" y="80794"/>
                </a:lnTo>
                <a:lnTo>
                  <a:pt x="0" y="80839"/>
                </a:lnTo>
                <a:lnTo>
                  <a:pt x="158593" y="88795"/>
                </a:lnTo>
                <a:lnTo>
                  <a:pt x="158410" y="88384"/>
                </a:lnTo>
                <a:lnTo>
                  <a:pt x="158159" y="87378"/>
                </a:lnTo>
                <a:lnTo>
                  <a:pt x="158021" y="85663"/>
                </a:lnTo>
                <a:lnTo>
                  <a:pt x="158204" y="83148"/>
                </a:lnTo>
                <a:lnTo>
                  <a:pt x="158684" y="80862"/>
                </a:lnTo>
                <a:lnTo>
                  <a:pt x="158982" y="79948"/>
                </a:lnTo>
                <a:lnTo>
                  <a:pt x="157038" y="79994"/>
                </a:lnTo>
                <a:lnTo>
                  <a:pt x="153129" y="79971"/>
                </a:lnTo>
                <a:lnTo>
                  <a:pt x="149220" y="79834"/>
                </a:lnTo>
                <a:lnTo>
                  <a:pt x="145310" y="79582"/>
                </a:lnTo>
                <a:lnTo>
                  <a:pt x="141424" y="79216"/>
                </a:lnTo>
                <a:lnTo>
                  <a:pt x="137537" y="78713"/>
                </a:lnTo>
                <a:lnTo>
                  <a:pt x="133674" y="78119"/>
                </a:lnTo>
                <a:lnTo>
                  <a:pt x="129833" y="77387"/>
                </a:lnTo>
                <a:lnTo>
                  <a:pt x="127912" y="76976"/>
                </a:lnTo>
                <a:lnTo>
                  <a:pt x="125055" y="76336"/>
                </a:lnTo>
                <a:lnTo>
                  <a:pt x="120780" y="75147"/>
                </a:lnTo>
                <a:lnTo>
                  <a:pt x="117990" y="74232"/>
                </a:lnTo>
                <a:lnTo>
                  <a:pt x="115224" y="73226"/>
                </a:lnTo>
                <a:lnTo>
                  <a:pt x="112526" y="72061"/>
                </a:lnTo>
                <a:lnTo>
                  <a:pt x="109920" y="70757"/>
                </a:lnTo>
                <a:lnTo>
                  <a:pt x="107360" y="69294"/>
                </a:lnTo>
                <a:lnTo>
                  <a:pt x="106148" y="68494"/>
                </a:lnTo>
                <a:lnTo>
                  <a:pt x="104708" y="67511"/>
                </a:lnTo>
                <a:lnTo>
                  <a:pt x="101987" y="65362"/>
                </a:lnTo>
                <a:lnTo>
                  <a:pt x="99427" y="63053"/>
                </a:lnTo>
                <a:lnTo>
                  <a:pt x="97003" y="60584"/>
                </a:lnTo>
                <a:lnTo>
                  <a:pt x="94694" y="57978"/>
                </a:lnTo>
                <a:lnTo>
                  <a:pt x="92477" y="55280"/>
                </a:lnTo>
                <a:lnTo>
                  <a:pt x="89253" y="51119"/>
                </a:lnTo>
                <a:lnTo>
                  <a:pt x="85046" y="45472"/>
                </a:lnTo>
                <a:lnTo>
                  <a:pt x="80748" y="39871"/>
                </a:lnTo>
                <a:lnTo>
                  <a:pt x="77365" y="35893"/>
                </a:lnTo>
                <a:lnTo>
                  <a:pt x="74987" y="33356"/>
                </a:lnTo>
                <a:lnTo>
                  <a:pt x="72495" y="30955"/>
                </a:lnTo>
                <a:lnTo>
                  <a:pt x="69820" y="28715"/>
                </a:lnTo>
                <a:lnTo>
                  <a:pt x="68426" y="27663"/>
                </a:lnTo>
                <a:lnTo>
                  <a:pt x="67100" y="26726"/>
                </a:lnTo>
                <a:lnTo>
                  <a:pt x="64357" y="25034"/>
                </a:lnTo>
                <a:lnTo>
                  <a:pt x="61499" y="23502"/>
                </a:lnTo>
                <a:lnTo>
                  <a:pt x="58572" y="22131"/>
                </a:lnTo>
                <a:lnTo>
                  <a:pt x="57064" y="21513"/>
                </a:lnTo>
                <a:lnTo>
                  <a:pt x="54823" y="20644"/>
                </a:lnTo>
                <a:lnTo>
                  <a:pt x="50228" y="19158"/>
                </a:lnTo>
                <a:lnTo>
                  <a:pt x="45541" y="18015"/>
                </a:lnTo>
                <a:lnTo>
                  <a:pt x="40809" y="17215"/>
                </a:lnTo>
                <a:lnTo>
                  <a:pt x="38408" y="16964"/>
                </a:lnTo>
                <a:lnTo>
                  <a:pt x="33767" y="16621"/>
                </a:lnTo>
                <a:lnTo>
                  <a:pt x="27983" y="16186"/>
                </a:lnTo>
                <a:lnTo>
                  <a:pt x="25720" y="15889"/>
                </a:lnTo>
                <a:lnTo>
                  <a:pt x="23457" y="15432"/>
                </a:lnTo>
                <a:lnTo>
                  <a:pt x="21239" y="14838"/>
                </a:lnTo>
                <a:lnTo>
                  <a:pt x="20165" y="14449"/>
                </a:lnTo>
                <a:lnTo>
                  <a:pt x="18953" y="13969"/>
                </a:lnTo>
                <a:lnTo>
                  <a:pt x="16667" y="12780"/>
                </a:lnTo>
                <a:lnTo>
                  <a:pt x="14541" y="11340"/>
                </a:lnTo>
                <a:lnTo>
                  <a:pt x="12574" y="9694"/>
                </a:lnTo>
                <a:lnTo>
                  <a:pt x="10791" y="7819"/>
                </a:lnTo>
                <a:lnTo>
                  <a:pt x="9237" y="5761"/>
                </a:lnTo>
                <a:lnTo>
                  <a:pt x="7911" y="3567"/>
                </a:lnTo>
                <a:lnTo>
                  <a:pt x="6836" y="1212"/>
                </a:lnTo>
                <a:lnTo>
                  <a:pt x="64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 rot="-5216854">
            <a:off x="6689370" y="-1802916"/>
            <a:ext cx="1751179" cy="4809420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 rot="-229855">
            <a:off x="4538700" y="3850521"/>
            <a:ext cx="9694639" cy="1434213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2"/>
          <p:cNvSpPr/>
          <p:nvPr/>
        </p:nvSpPr>
        <p:spPr>
          <a:xfrm rot="10271192" flipH="1">
            <a:off x="1450768" y="4096080"/>
            <a:ext cx="7628916" cy="2758425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2"/>
          <p:cNvSpPr/>
          <p:nvPr/>
        </p:nvSpPr>
        <p:spPr>
          <a:xfrm rot="309939" flipH="1">
            <a:off x="-3634560" y="4342106"/>
            <a:ext cx="6400774" cy="1145927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-3840750" y="2031475"/>
            <a:ext cx="6478194" cy="3671050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rgbClr val="FFFFFF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/>
          <p:cNvSpPr/>
          <p:nvPr/>
        </p:nvSpPr>
        <p:spPr>
          <a:xfrm rot="-6299818">
            <a:off x="22235" y="558480"/>
            <a:ext cx="1506489" cy="1370883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2"/>
          <p:cNvSpPr/>
          <p:nvPr/>
        </p:nvSpPr>
        <p:spPr>
          <a:xfrm rot="-2430215">
            <a:off x="-3535453" y="-2409049"/>
            <a:ext cx="10722637" cy="3577623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title"/>
          </p:nvPr>
        </p:nvSpPr>
        <p:spPr>
          <a:xfrm>
            <a:off x="2347025" y="2800350"/>
            <a:ext cx="44499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subTitle" idx="1"/>
          </p:nvPr>
        </p:nvSpPr>
        <p:spPr>
          <a:xfrm>
            <a:off x="2110325" y="1697550"/>
            <a:ext cx="4923300" cy="11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6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 flipH="1">
            <a:off x="5678989" y="3268075"/>
            <a:ext cx="5947208" cy="3075500"/>
          </a:xfrm>
          <a:custGeom>
            <a:avLst/>
            <a:gdLst/>
            <a:ahLst/>
            <a:cxnLst/>
            <a:rect l="l" t="t" r="r" b="b"/>
            <a:pathLst>
              <a:path w="147665" h="123020" extrusionOk="0">
                <a:moveTo>
                  <a:pt x="25011" y="1"/>
                </a:moveTo>
                <a:lnTo>
                  <a:pt x="21170" y="115"/>
                </a:lnTo>
                <a:lnTo>
                  <a:pt x="17375" y="549"/>
                </a:lnTo>
                <a:lnTo>
                  <a:pt x="13649" y="1350"/>
                </a:lnTo>
                <a:lnTo>
                  <a:pt x="10036" y="2516"/>
                </a:lnTo>
                <a:lnTo>
                  <a:pt x="6561" y="4047"/>
                </a:lnTo>
                <a:lnTo>
                  <a:pt x="4893" y="4985"/>
                </a:lnTo>
                <a:lnTo>
                  <a:pt x="4184" y="5419"/>
                </a:lnTo>
                <a:lnTo>
                  <a:pt x="2995" y="6402"/>
                </a:lnTo>
                <a:lnTo>
                  <a:pt x="2035" y="7522"/>
                </a:lnTo>
                <a:lnTo>
                  <a:pt x="1280" y="8757"/>
                </a:lnTo>
                <a:lnTo>
                  <a:pt x="732" y="10083"/>
                </a:lnTo>
                <a:lnTo>
                  <a:pt x="343" y="11477"/>
                </a:lnTo>
                <a:lnTo>
                  <a:pt x="92" y="12963"/>
                </a:lnTo>
                <a:lnTo>
                  <a:pt x="0" y="14518"/>
                </a:lnTo>
                <a:lnTo>
                  <a:pt x="0" y="16896"/>
                </a:lnTo>
                <a:lnTo>
                  <a:pt x="252" y="20165"/>
                </a:lnTo>
                <a:lnTo>
                  <a:pt x="572" y="23434"/>
                </a:lnTo>
                <a:lnTo>
                  <a:pt x="800" y="26589"/>
                </a:lnTo>
                <a:lnTo>
                  <a:pt x="800" y="28075"/>
                </a:lnTo>
                <a:lnTo>
                  <a:pt x="869" y="30453"/>
                </a:lnTo>
                <a:lnTo>
                  <a:pt x="1075" y="35185"/>
                </a:lnTo>
                <a:lnTo>
                  <a:pt x="1395" y="39917"/>
                </a:lnTo>
                <a:lnTo>
                  <a:pt x="1875" y="44627"/>
                </a:lnTo>
                <a:lnTo>
                  <a:pt x="2172" y="46982"/>
                </a:lnTo>
                <a:lnTo>
                  <a:pt x="2172" y="122791"/>
                </a:lnTo>
                <a:lnTo>
                  <a:pt x="144898" y="123020"/>
                </a:lnTo>
                <a:lnTo>
                  <a:pt x="145310" y="121968"/>
                </a:lnTo>
                <a:lnTo>
                  <a:pt x="145996" y="119819"/>
                </a:lnTo>
                <a:lnTo>
                  <a:pt x="146567" y="117624"/>
                </a:lnTo>
                <a:lnTo>
                  <a:pt x="147025" y="115430"/>
                </a:lnTo>
                <a:lnTo>
                  <a:pt x="147367" y="113189"/>
                </a:lnTo>
                <a:lnTo>
                  <a:pt x="147573" y="110949"/>
                </a:lnTo>
                <a:lnTo>
                  <a:pt x="147665" y="108685"/>
                </a:lnTo>
                <a:lnTo>
                  <a:pt x="147642" y="106445"/>
                </a:lnTo>
                <a:lnTo>
                  <a:pt x="147482" y="104182"/>
                </a:lnTo>
                <a:lnTo>
                  <a:pt x="147230" y="101941"/>
                </a:lnTo>
                <a:lnTo>
                  <a:pt x="146842" y="99724"/>
                </a:lnTo>
                <a:lnTo>
                  <a:pt x="146339" y="97529"/>
                </a:lnTo>
                <a:lnTo>
                  <a:pt x="145721" y="95357"/>
                </a:lnTo>
                <a:lnTo>
                  <a:pt x="144990" y="93231"/>
                </a:lnTo>
                <a:lnTo>
                  <a:pt x="144121" y="91128"/>
                </a:lnTo>
                <a:lnTo>
                  <a:pt x="143161" y="89093"/>
                </a:lnTo>
                <a:lnTo>
                  <a:pt x="142635" y="88110"/>
                </a:lnTo>
                <a:lnTo>
                  <a:pt x="141995" y="86967"/>
                </a:lnTo>
                <a:lnTo>
                  <a:pt x="140600" y="84795"/>
                </a:lnTo>
                <a:lnTo>
                  <a:pt x="139091" y="82714"/>
                </a:lnTo>
                <a:lnTo>
                  <a:pt x="137445" y="80748"/>
                </a:lnTo>
                <a:lnTo>
                  <a:pt x="135685" y="78897"/>
                </a:lnTo>
                <a:lnTo>
                  <a:pt x="133833" y="77159"/>
                </a:lnTo>
                <a:lnTo>
                  <a:pt x="131867" y="75559"/>
                </a:lnTo>
                <a:lnTo>
                  <a:pt x="129810" y="74073"/>
                </a:lnTo>
                <a:lnTo>
                  <a:pt x="127683" y="72724"/>
                </a:lnTo>
                <a:lnTo>
                  <a:pt x="125443" y="71489"/>
                </a:lnTo>
                <a:lnTo>
                  <a:pt x="123157" y="70392"/>
                </a:lnTo>
                <a:lnTo>
                  <a:pt x="120779" y="69432"/>
                </a:lnTo>
                <a:lnTo>
                  <a:pt x="118356" y="68632"/>
                </a:lnTo>
                <a:lnTo>
                  <a:pt x="115887" y="67969"/>
                </a:lnTo>
                <a:lnTo>
                  <a:pt x="113372" y="67443"/>
                </a:lnTo>
                <a:lnTo>
                  <a:pt x="110811" y="67077"/>
                </a:lnTo>
                <a:lnTo>
                  <a:pt x="109508" y="66963"/>
                </a:lnTo>
                <a:lnTo>
                  <a:pt x="104204" y="66551"/>
                </a:lnTo>
                <a:lnTo>
                  <a:pt x="96591" y="65774"/>
                </a:lnTo>
                <a:lnTo>
                  <a:pt x="92956" y="65134"/>
                </a:lnTo>
                <a:lnTo>
                  <a:pt x="90602" y="64562"/>
                </a:lnTo>
                <a:lnTo>
                  <a:pt x="88315" y="63854"/>
                </a:lnTo>
                <a:lnTo>
                  <a:pt x="86075" y="62985"/>
                </a:lnTo>
                <a:lnTo>
                  <a:pt x="83949" y="61933"/>
                </a:lnTo>
                <a:lnTo>
                  <a:pt x="81868" y="60676"/>
                </a:lnTo>
                <a:lnTo>
                  <a:pt x="79879" y="59190"/>
                </a:lnTo>
                <a:lnTo>
                  <a:pt x="78005" y="57452"/>
                </a:lnTo>
                <a:lnTo>
                  <a:pt x="76199" y="55440"/>
                </a:lnTo>
                <a:lnTo>
                  <a:pt x="74507" y="53109"/>
                </a:lnTo>
                <a:lnTo>
                  <a:pt x="73707" y="51828"/>
                </a:lnTo>
                <a:lnTo>
                  <a:pt x="73089" y="50777"/>
                </a:lnTo>
                <a:lnTo>
                  <a:pt x="72015" y="48628"/>
                </a:lnTo>
                <a:lnTo>
                  <a:pt x="71100" y="46456"/>
                </a:lnTo>
                <a:lnTo>
                  <a:pt x="70346" y="44238"/>
                </a:lnTo>
                <a:lnTo>
                  <a:pt x="69386" y="40878"/>
                </a:lnTo>
                <a:lnTo>
                  <a:pt x="68334" y="36351"/>
                </a:lnTo>
                <a:lnTo>
                  <a:pt x="67305" y="31824"/>
                </a:lnTo>
                <a:lnTo>
                  <a:pt x="66391" y="28441"/>
                </a:lnTo>
                <a:lnTo>
                  <a:pt x="65659" y="26223"/>
                </a:lnTo>
                <a:lnTo>
                  <a:pt x="64813" y="24006"/>
                </a:lnTo>
                <a:lnTo>
                  <a:pt x="63807" y="21834"/>
                </a:lnTo>
                <a:lnTo>
                  <a:pt x="62619" y="19708"/>
                </a:lnTo>
                <a:lnTo>
                  <a:pt x="61224" y="17604"/>
                </a:lnTo>
                <a:lnTo>
                  <a:pt x="60424" y="16598"/>
                </a:lnTo>
                <a:lnTo>
                  <a:pt x="59235" y="15158"/>
                </a:lnTo>
                <a:lnTo>
                  <a:pt x="56606" y="12483"/>
                </a:lnTo>
                <a:lnTo>
                  <a:pt x="53725" y="10037"/>
                </a:lnTo>
                <a:lnTo>
                  <a:pt x="50616" y="7842"/>
                </a:lnTo>
                <a:lnTo>
                  <a:pt x="47301" y="5876"/>
                </a:lnTo>
                <a:lnTo>
                  <a:pt x="43826" y="4184"/>
                </a:lnTo>
                <a:lnTo>
                  <a:pt x="40214" y="2767"/>
                </a:lnTo>
                <a:lnTo>
                  <a:pt x="36510" y="1624"/>
                </a:lnTo>
                <a:lnTo>
                  <a:pt x="32715" y="778"/>
                </a:lnTo>
                <a:lnTo>
                  <a:pt x="28875" y="229"/>
                </a:lnTo>
                <a:lnTo>
                  <a:pt x="25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5" name="Google Shape;245;p24"/>
          <p:cNvSpPr/>
          <p:nvPr/>
        </p:nvSpPr>
        <p:spPr>
          <a:xfrm rot="478634">
            <a:off x="5842085" y="4195981"/>
            <a:ext cx="4160350" cy="2511324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4"/>
          <p:cNvSpPr/>
          <p:nvPr/>
        </p:nvSpPr>
        <p:spPr>
          <a:xfrm rot="5400000" flipH="1">
            <a:off x="-2420495" y="3191866"/>
            <a:ext cx="5947208" cy="3075500"/>
          </a:xfrm>
          <a:custGeom>
            <a:avLst/>
            <a:gdLst/>
            <a:ahLst/>
            <a:cxnLst/>
            <a:rect l="l" t="t" r="r" b="b"/>
            <a:pathLst>
              <a:path w="147665" h="123020" extrusionOk="0">
                <a:moveTo>
                  <a:pt x="25011" y="1"/>
                </a:moveTo>
                <a:lnTo>
                  <a:pt x="21170" y="115"/>
                </a:lnTo>
                <a:lnTo>
                  <a:pt x="17375" y="549"/>
                </a:lnTo>
                <a:lnTo>
                  <a:pt x="13649" y="1350"/>
                </a:lnTo>
                <a:lnTo>
                  <a:pt x="10036" y="2516"/>
                </a:lnTo>
                <a:lnTo>
                  <a:pt x="6561" y="4047"/>
                </a:lnTo>
                <a:lnTo>
                  <a:pt x="4893" y="4985"/>
                </a:lnTo>
                <a:lnTo>
                  <a:pt x="4184" y="5419"/>
                </a:lnTo>
                <a:lnTo>
                  <a:pt x="2995" y="6402"/>
                </a:lnTo>
                <a:lnTo>
                  <a:pt x="2035" y="7522"/>
                </a:lnTo>
                <a:lnTo>
                  <a:pt x="1280" y="8757"/>
                </a:lnTo>
                <a:lnTo>
                  <a:pt x="732" y="10083"/>
                </a:lnTo>
                <a:lnTo>
                  <a:pt x="343" y="11477"/>
                </a:lnTo>
                <a:lnTo>
                  <a:pt x="92" y="12963"/>
                </a:lnTo>
                <a:lnTo>
                  <a:pt x="0" y="14518"/>
                </a:lnTo>
                <a:lnTo>
                  <a:pt x="0" y="16896"/>
                </a:lnTo>
                <a:lnTo>
                  <a:pt x="252" y="20165"/>
                </a:lnTo>
                <a:lnTo>
                  <a:pt x="572" y="23434"/>
                </a:lnTo>
                <a:lnTo>
                  <a:pt x="800" y="26589"/>
                </a:lnTo>
                <a:lnTo>
                  <a:pt x="800" y="28075"/>
                </a:lnTo>
                <a:lnTo>
                  <a:pt x="869" y="30453"/>
                </a:lnTo>
                <a:lnTo>
                  <a:pt x="1075" y="35185"/>
                </a:lnTo>
                <a:lnTo>
                  <a:pt x="1395" y="39917"/>
                </a:lnTo>
                <a:lnTo>
                  <a:pt x="1875" y="44627"/>
                </a:lnTo>
                <a:lnTo>
                  <a:pt x="2172" y="46982"/>
                </a:lnTo>
                <a:lnTo>
                  <a:pt x="2172" y="122791"/>
                </a:lnTo>
                <a:lnTo>
                  <a:pt x="144898" y="123020"/>
                </a:lnTo>
                <a:lnTo>
                  <a:pt x="145310" y="121968"/>
                </a:lnTo>
                <a:lnTo>
                  <a:pt x="145996" y="119819"/>
                </a:lnTo>
                <a:lnTo>
                  <a:pt x="146567" y="117624"/>
                </a:lnTo>
                <a:lnTo>
                  <a:pt x="147025" y="115430"/>
                </a:lnTo>
                <a:lnTo>
                  <a:pt x="147367" y="113189"/>
                </a:lnTo>
                <a:lnTo>
                  <a:pt x="147573" y="110949"/>
                </a:lnTo>
                <a:lnTo>
                  <a:pt x="147665" y="108685"/>
                </a:lnTo>
                <a:lnTo>
                  <a:pt x="147642" y="106445"/>
                </a:lnTo>
                <a:lnTo>
                  <a:pt x="147482" y="104182"/>
                </a:lnTo>
                <a:lnTo>
                  <a:pt x="147230" y="101941"/>
                </a:lnTo>
                <a:lnTo>
                  <a:pt x="146842" y="99724"/>
                </a:lnTo>
                <a:lnTo>
                  <a:pt x="146339" y="97529"/>
                </a:lnTo>
                <a:lnTo>
                  <a:pt x="145721" y="95357"/>
                </a:lnTo>
                <a:lnTo>
                  <a:pt x="144990" y="93231"/>
                </a:lnTo>
                <a:lnTo>
                  <a:pt x="144121" y="91128"/>
                </a:lnTo>
                <a:lnTo>
                  <a:pt x="143161" y="89093"/>
                </a:lnTo>
                <a:lnTo>
                  <a:pt x="142635" y="88110"/>
                </a:lnTo>
                <a:lnTo>
                  <a:pt x="141995" y="86967"/>
                </a:lnTo>
                <a:lnTo>
                  <a:pt x="140600" y="84795"/>
                </a:lnTo>
                <a:lnTo>
                  <a:pt x="139091" y="82714"/>
                </a:lnTo>
                <a:lnTo>
                  <a:pt x="137445" y="80748"/>
                </a:lnTo>
                <a:lnTo>
                  <a:pt x="135685" y="78897"/>
                </a:lnTo>
                <a:lnTo>
                  <a:pt x="133833" y="77159"/>
                </a:lnTo>
                <a:lnTo>
                  <a:pt x="131867" y="75559"/>
                </a:lnTo>
                <a:lnTo>
                  <a:pt x="129810" y="74073"/>
                </a:lnTo>
                <a:lnTo>
                  <a:pt x="127683" y="72724"/>
                </a:lnTo>
                <a:lnTo>
                  <a:pt x="125443" y="71489"/>
                </a:lnTo>
                <a:lnTo>
                  <a:pt x="123157" y="70392"/>
                </a:lnTo>
                <a:lnTo>
                  <a:pt x="120779" y="69432"/>
                </a:lnTo>
                <a:lnTo>
                  <a:pt x="118356" y="68632"/>
                </a:lnTo>
                <a:lnTo>
                  <a:pt x="115887" y="67969"/>
                </a:lnTo>
                <a:lnTo>
                  <a:pt x="113372" y="67443"/>
                </a:lnTo>
                <a:lnTo>
                  <a:pt x="110811" y="67077"/>
                </a:lnTo>
                <a:lnTo>
                  <a:pt x="109508" y="66963"/>
                </a:lnTo>
                <a:lnTo>
                  <a:pt x="104204" y="66551"/>
                </a:lnTo>
                <a:lnTo>
                  <a:pt x="96591" y="65774"/>
                </a:lnTo>
                <a:lnTo>
                  <a:pt x="92956" y="65134"/>
                </a:lnTo>
                <a:lnTo>
                  <a:pt x="90602" y="64562"/>
                </a:lnTo>
                <a:lnTo>
                  <a:pt x="88315" y="63854"/>
                </a:lnTo>
                <a:lnTo>
                  <a:pt x="86075" y="62985"/>
                </a:lnTo>
                <a:lnTo>
                  <a:pt x="83949" y="61933"/>
                </a:lnTo>
                <a:lnTo>
                  <a:pt x="81868" y="60676"/>
                </a:lnTo>
                <a:lnTo>
                  <a:pt x="79879" y="59190"/>
                </a:lnTo>
                <a:lnTo>
                  <a:pt x="78005" y="57452"/>
                </a:lnTo>
                <a:lnTo>
                  <a:pt x="76199" y="55440"/>
                </a:lnTo>
                <a:lnTo>
                  <a:pt x="74507" y="53109"/>
                </a:lnTo>
                <a:lnTo>
                  <a:pt x="73707" y="51828"/>
                </a:lnTo>
                <a:lnTo>
                  <a:pt x="73089" y="50777"/>
                </a:lnTo>
                <a:lnTo>
                  <a:pt x="72015" y="48628"/>
                </a:lnTo>
                <a:lnTo>
                  <a:pt x="71100" y="46456"/>
                </a:lnTo>
                <a:lnTo>
                  <a:pt x="70346" y="44238"/>
                </a:lnTo>
                <a:lnTo>
                  <a:pt x="69386" y="40878"/>
                </a:lnTo>
                <a:lnTo>
                  <a:pt x="68334" y="36351"/>
                </a:lnTo>
                <a:lnTo>
                  <a:pt x="67305" y="31824"/>
                </a:lnTo>
                <a:lnTo>
                  <a:pt x="66391" y="28441"/>
                </a:lnTo>
                <a:lnTo>
                  <a:pt x="65659" y="26223"/>
                </a:lnTo>
                <a:lnTo>
                  <a:pt x="64813" y="24006"/>
                </a:lnTo>
                <a:lnTo>
                  <a:pt x="63807" y="21834"/>
                </a:lnTo>
                <a:lnTo>
                  <a:pt x="62619" y="19708"/>
                </a:lnTo>
                <a:lnTo>
                  <a:pt x="61224" y="17604"/>
                </a:lnTo>
                <a:lnTo>
                  <a:pt x="60424" y="16598"/>
                </a:lnTo>
                <a:lnTo>
                  <a:pt x="59235" y="15158"/>
                </a:lnTo>
                <a:lnTo>
                  <a:pt x="56606" y="12483"/>
                </a:lnTo>
                <a:lnTo>
                  <a:pt x="53725" y="10037"/>
                </a:lnTo>
                <a:lnTo>
                  <a:pt x="50616" y="7842"/>
                </a:lnTo>
                <a:lnTo>
                  <a:pt x="47301" y="5876"/>
                </a:lnTo>
                <a:lnTo>
                  <a:pt x="43826" y="4184"/>
                </a:lnTo>
                <a:lnTo>
                  <a:pt x="40214" y="2767"/>
                </a:lnTo>
                <a:lnTo>
                  <a:pt x="36510" y="1624"/>
                </a:lnTo>
                <a:lnTo>
                  <a:pt x="32715" y="778"/>
                </a:lnTo>
                <a:lnTo>
                  <a:pt x="28875" y="229"/>
                </a:lnTo>
                <a:lnTo>
                  <a:pt x="25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"/>
          <p:cNvSpPr/>
          <p:nvPr/>
        </p:nvSpPr>
        <p:spPr>
          <a:xfrm rot="5400000">
            <a:off x="-2283867" y="2209025"/>
            <a:ext cx="4160241" cy="3254240"/>
          </a:xfrm>
          <a:custGeom>
            <a:avLst/>
            <a:gdLst/>
            <a:ahLst/>
            <a:cxnLst/>
            <a:rect l="l" t="t" r="r" b="b"/>
            <a:pathLst>
              <a:path w="103611" h="100455" fill="none" extrusionOk="0">
                <a:moveTo>
                  <a:pt x="17376" y="100455"/>
                </a:moveTo>
                <a:lnTo>
                  <a:pt x="17467" y="99815"/>
                </a:lnTo>
                <a:lnTo>
                  <a:pt x="17467" y="98580"/>
                </a:lnTo>
                <a:lnTo>
                  <a:pt x="17307" y="97346"/>
                </a:lnTo>
                <a:lnTo>
                  <a:pt x="16987" y="96134"/>
                </a:lnTo>
                <a:lnTo>
                  <a:pt x="16347" y="94328"/>
                </a:lnTo>
                <a:lnTo>
                  <a:pt x="15181" y="92019"/>
                </a:lnTo>
                <a:lnTo>
                  <a:pt x="14541" y="90921"/>
                </a:lnTo>
                <a:lnTo>
                  <a:pt x="11638" y="86075"/>
                </a:lnTo>
                <a:lnTo>
                  <a:pt x="7271" y="78850"/>
                </a:lnTo>
                <a:lnTo>
                  <a:pt x="5259" y="75124"/>
                </a:lnTo>
                <a:lnTo>
                  <a:pt x="4025" y="72609"/>
                </a:lnTo>
                <a:lnTo>
                  <a:pt x="3453" y="71329"/>
                </a:lnTo>
                <a:lnTo>
                  <a:pt x="2904" y="70026"/>
                </a:lnTo>
                <a:lnTo>
                  <a:pt x="1921" y="67351"/>
                </a:lnTo>
                <a:lnTo>
                  <a:pt x="1121" y="64630"/>
                </a:lnTo>
                <a:lnTo>
                  <a:pt x="504" y="61864"/>
                </a:lnTo>
                <a:lnTo>
                  <a:pt x="115" y="59075"/>
                </a:lnTo>
                <a:lnTo>
                  <a:pt x="1" y="56263"/>
                </a:lnTo>
                <a:lnTo>
                  <a:pt x="138" y="53474"/>
                </a:lnTo>
                <a:lnTo>
                  <a:pt x="573" y="50731"/>
                </a:lnTo>
                <a:lnTo>
                  <a:pt x="915" y="49359"/>
                </a:lnTo>
                <a:lnTo>
                  <a:pt x="1373" y="47896"/>
                </a:lnTo>
                <a:lnTo>
                  <a:pt x="2584" y="45107"/>
                </a:lnTo>
                <a:lnTo>
                  <a:pt x="4116" y="42477"/>
                </a:lnTo>
                <a:lnTo>
                  <a:pt x="5945" y="40031"/>
                </a:lnTo>
                <a:lnTo>
                  <a:pt x="8048" y="37791"/>
                </a:lnTo>
                <a:lnTo>
                  <a:pt x="10380" y="35779"/>
                </a:lnTo>
                <a:lnTo>
                  <a:pt x="12872" y="33973"/>
                </a:lnTo>
                <a:lnTo>
                  <a:pt x="15547" y="32418"/>
                </a:lnTo>
                <a:lnTo>
                  <a:pt x="16919" y="31755"/>
                </a:lnTo>
                <a:lnTo>
                  <a:pt x="18336" y="31115"/>
                </a:lnTo>
                <a:lnTo>
                  <a:pt x="21194" y="30041"/>
                </a:lnTo>
                <a:lnTo>
                  <a:pt x="24120" y="29195"/>
                </a:lnTo>
                <a:lnTo>
                  <a:pt x="27115" y="28555"/>
                </a:lnTo>
                <a:lnTo>
                  <a:pt x="30156" y="28075"/>
                </a:lnTo>
                <a:lnTo>
                  <a:pt x="33219" y="27777"/>
                </a:lnTo>
                <a:lnTo>
                  <a:pt x="36283" y="27640"/>
                </a:lnTo>
                <a:lnTo>
                  <a:pt x="39369" y="27617"/>
                </a:lnTo>
                <a:lnTo>
                  <a:pt x="40901" y="27663"/>
                </a:lnTo>
                <a:lnTo>
                  <a:pt x="43804" y="27777"/>
                </a:lnTo>
                <a:lnTo>
                  <a:pt x="49611" y="28280"/>
                </a:lnTo>
                <a:lnTo>
                  <a:pt x="55395" y="28852"/>
                </a:lnTo>
                <a:lnTo>
                  <a:pt x="61202" y="29355"/>
                </a:lnTo>
                <a:lnTo>
                  <a:pt x="64106" y="29515"/>
                </a:lnTo>
                <a:lnTo>
                  <a:pt x="65569" y="29561"/>
                </a:lnTo>
                <a:lnTo>
                  <a:pt x="68495" y="29561"/>
                </a:lnTo>
                <a:lnTo>
                  <a:pt x="71421" y="29446"/>
                </a:lnTo>
                <a:lnTo>
                  <a:pt x="74325" y="29195"/>
                </a:lnTo>
                <a:lnTo>
                  <a:pt x="77205" y="28760"/>
                </a:lnTo>
                <a:lnTo>
                  <a:pt x="80040" y="28143"/>
                </a:lnTo>
                <a:lnTo>
                  <a:pt x="82807" y="27297"/>
                </a:lnTo>
                <a:lnTo>
                  <a:pt x="85504" y="26246"/>
                </a:lnTo>
                <a:lnTo>
                  <a:pt x="86807" y="25628"/>
                </a:lnTo>
                <a:lnTo>
                  <a:pt x="87699" y="25148"/>
                </a:lnTo>
                <a:lnTo>
                  <a:pt x="89414" y="24142"/>
                </a:lnTo>
                <a:lnTo>
                  <a:pt x="91060" y="22999"/>
                </a:lnTo>
                <a:lnTo>
                  <a:pt x="92637" y="21765"/>
                </a:lnTo>
                <a:lnTo>
                  <a:pt x="94123" y="20416"/>
                </a:lnTo>
                <a:lnTo>
                  <a:pt x="95518" y="18976"/>
                </a:lnTo>
                <a:lnTo>
                  <a:pt x="96821" y="17444"/>
                </a:lnTo>
                <a:lnTo>
                  <a:pt x="98010" y="15843"/>
                </a:lnTo>
                <a:lnTo>
                  <a:pt x="99107" y="14175"/>
                </a:lnTo>
                <a:lnTo>
                  <a:pt x="100113" y="12437"/>
                </a:lnTo>
                <a:lnTo>
                  <a:pt x="100982" y="10631"/>
                </a:lnTo>
                <a:lnTo>
                  <a:pt x="101759" y="8779"/>
                </a:lnTo>
                <a:lnTo>
                  <a:pt x="102399" y="6882"/>
                </a:lnTo>
                <a:lnTo>
                  <a:pt x="102902" y="4938"/>
                </a:lnTo>
                <a:lnTo>
                  <a:pt x="103291" y="2995"/>
                </a:lnTo>
                <a:lnTo>
                  <a:pt x="103542" y="1006"/>
                </a:lnTo>
                <a:lnTo>
                  <a:pt x="103611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/>
          <p:nvPr/>
        </p:nvSpPr>
        <p:spPr>
          <a:xfrm rot="-138344" flipH="1">
            <a:off x="-5286779" y="4719374"/>
            <a:ext cx="8156393" cy="1049146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6"/>
          <p:cNvSpPr/>
          <p:nvPr/>
        </p:nvSpPr>
        <p:spPr>
          <a:xfrm rot="10513411">
            <a:off x="-5556168" y="3676599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6"/>
          <p:cNvSpPr/>
          <p:nvPr/>
        </p:nvSpPr>
        <p:spPr>
          <a:xfrm rot="10731167" flipH="1">
            <a:off x="6150582" y="-398159"/>
            <a:ext cx="6400957" cy="1241569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"/>
          <p:cNvSpPr/>
          <p:nvPr/>
        </p:nvSpPr>
        <p:spPr>
          <a:xfrm rot="491653">
            <a:off x="3091648" y="-1549690"/>
            <a:ext cx="6584327" cy="2387835"/>
          </a:xfrm>
          <a:custGeom>
            <a:avLst/>
            <a:gdLst/>
            <a:ahLst/>
            <a:cxnLst/>
            <a:rect l="l" t="t" r="r" b="b"/>
            <a:pathLst>
              <a:path w="152100" h="108229" fill="none" extrusionOk="0">
                <a:moveTo>
                  <a:pt x="0" y="81297"/>
                </a:moveTo>
                <a:lnTo>
                  <a:pt x="1258" y="80383"/>
                </a:lnTo>
                <a:lnTo>
                  <a:pt x="3864" y="78691"/>
                </a:lnTo>
                <a:lnTo>
                  <a:pt x="6539" y="77205"/>
                </a:lnTo>
                <a:lnTo>
                  <a:pt x="9282" y="75879"/>
                </a:lnTo>
                <a:lnTo>
                  <a:pt x="12071" y="74736"/>
                </a:lnTo>
                <a:lnTo>
                  <a:pt x="14906" y="73776"/>
                </a:lnTo>
                <a:lnTo>
                  <a:pt x="17787" y="72976"/>
                </a:lnTo>
                <a:lnTo>
                  <a:pt x="20736" y="72358"/>
                </a:lnTo>
                <a:lnTo>
                  <a:pt x="23685" y="71901"/>
                </a:lnTo>
                <a:lnTo>
                  <a:pt x="26680" y="71604"/>
                </a:lnTo>
                <a:lnTo>
                  <a:pt x="29698" y="71444"/>
                </a:lnTo>
                <a:lnTo>
                  <a:pt x="32716" y="71467"/>
                </a:lnTo>
                <a:lnTo>
                  <a:pt x="35733" y="71627"/>
                </a:lnTo>
                <a:lnTo>
                  <a:pt x="38774" y="71924"/>
                </a:lnTo>
                <a:lnTo>
                  <a:pt x="41792" y="72358"/>
                </a:lnTo>
                <a:lnTo>
                  <a:pt x="44809" y="72953"/>
                </a:lnTo>
                <a:lnTo>
                  <a:pt x="46318" y="73296"/>
                </a:lnTo>
                <a:lnTo>
                  <a:pt x="49176" y="74004"/>
                </a:lnTo>
                <a:lnTo>
                  <a:pt x="55052" y="75719"/>
                </a:lnTo>
                <a:lnTo>
                  <a:pt x="59441" y="77296"/>
                </a:lnTo>
                <a:lnTo>
                  <a:pt x="62299" y="78485"/>
                </a:lnTo>
                <a:lnTo>
                  <a:pt x="65042" y="79811"/>
                </a:lnTo>
                <a:lnTo>
                  <a:pt x="67626" y="81274"/>
                </a:lnTo>
                <a:lnTo>
                  <a:pt x="68860" y="82052"/>
                </a:lnTo>
                <a:lnTo>
                  <a:pt x="73318" y="85047"/>
                </a:lnTo>
                <a:lnTo>
                  <a:pt x="82189" y="91288"/>
                </a:lnTo>
                <a:lnTo>
                  <a:pt x="88978" y="95837"/>
                </a:lnTo>
                <a:lnTo>
                  <a:pt x="93619" y="98695"/>
                </a:lnTo>
                <a:lnTo>
                  <a:pt x="98352" y="101347"/>
                </a:lnTo>
                <a:lnTo>
                  <a:pt x="103221" y="103702"/>
                </a:lnTo>
                <a:lnTo>
                  <a:pt x="105736" y="104731"/>
                </a:lnTo>
                <a:lnTo>
                  <a:pt x="106971" y="105211"/>
                </a:lnTo>
                <a:lnTo>
                  <a:pt x="109531" y="106079"/>
                </a:lnTo>
                <a:lnTo>
                  <a:pt x="112160" y="106811"/>
                </a:lnTo>
                <a:lnTo>
                  <a:pt x="114858" y="107405"/>
                </a:lnTo>
                <a:lnTo>
                  <a:pt x="117601" y="107840"/>
                </a:lnTo>
                <a:lnTo>
                  <a:pt x="120391" y="108114"/>
                </a:lnTo>
                <a:lnTo>
                  <a:pt x="123157" y="108228"/>
                </a:lnTo>
                <a:lnTo>
                  <a:pt x="125923" y="108160"/>
                </a:lnTo>
                <a:lnTo>
                  <a:pt x="128667" y="107885"/>
                </a:lnTo>
                <a:lnTo>
                  <a:pt x="131341" y="107405"/>
                </a:lnTo>
                <a:lnTo>
                  <a:pt x="133971" y="106697"/>
                </a:lnTo>
                <a:lnTo>
                  <a:pt x="136508" y="105782"/>
                </a:lnTo>
                <a:lnTo>
                  <a:pt x="138932" y="104616"/>
                </a:lnTo>
                <a:lnTo>
                  <a:pt x="141241" y="103222"/>
                </a:lnTo>
                <a:lnTo>
                  <a:pt x="143413" y="101553"/>
                </a:lnTo>
                <a:lnTo>
                  <a:pt x="145401" y="99609"/>
                </a:lnTo>
                <a:lnTo>
                  <a:pt x="146339" y="98512"/>
                </a:lnTo>
                <a:lnTo>
                  <a:pt x="146910" y="97803"/>
                </a:lnTo>
                <a:lnTo>
                  <a:pt x="147939" y="96340"/>
                </a:lnTo>
                <a:lnTo>
                  <a:pt x="148854" y="94786"/>
                </a:lnTo>
                <a:lnTo>
                  <a:pt x="149654" y="93185"/>
                </a:lnTo>
                <a:lnTo>
                  <a:pt x="150317" y="91516"/>
                </a:lnTo>
                <a:lnTo>
                  <a:pt x="150888" y="89825"/>
                </a:lnTo>
                <a:lnTo>
                  <a:pt x="151346" y="88064"/>
                </a:lnTo>
                <a:lnTo>
                  <a:pt x="151688" y="86281"/>
                </a:lnTo>
                <a:lnTo>
                  <a:pt x="152031" y="83583"/>
                </a:lnTo>
                <a:lnTo>
                  <a:pt x="152100" y="79926"/>
                </a:lnTo>
                <a:lnTo>
                  <a:pt x="151780" y="76268"/>
                </a:lnTo>
                <a:lnTo>
                  <a:pt x="151094" y="72678"/>
                </a:lnTo>
                <a:lnTo>
                  <a:pt x="150591" y="70918"/>
                </a:lnTo>
                <a:lnTo>
                  <a:pt x="150180" y="69661"/>
                </a:lnTo>
                <a:lnTo>
                  <a:pt x="149242" y="67214"/>
                </a:lnTo>
                <a:lnTo>
                  <a:pt x="148122" y="64883"/>
                </a:lnTo>
                <a:lnTo>
                  <a:pt x="146888" y="62642"/>
                </a:lnTo>
                <a:lnTo>
                  <a:pt x="144853" y="59373"/>
                </a:lnTo>
                <a:lnTo>
                  <a:pt x="141926" y="55189"/>
                </a:lnTo>
                <a:lnTo>
                  <a:pt x="139000" y="51028"/>
                </a:lnTo>
                <a:lnTo>
                  <a:pt x="136920" y="47851"/>
                </a:lnTo>
                <a:lnTo>
                  <a:pt x="135617" y="45679"/>
                </a:lnTo>
                <a:lnTo>
                  <a:pt x="134451" y="43461"/>
                </a:lnTo>
                <a:lnTo>
                  <a:pt x="133445" y="41129"/>
                </a:lnTo>
                <a:lnTo>
                  <a:pt x="132599" y="38729"/>
                </a:lnTo>
                <a:lnTo>
                  <a:pt x="131936" y="36214"/>
                </a:lnTo>
                <a:lnTo>
                  <a:pt x="131707" y="34888"/>
                </a:lnTo>
                <a:lnTo>
                  <a:pt x="131547" y="33722"/>
                </a:lnTo>
                <a:lnTo>
                  <a:pt x="131319" y="31344"/>
                </a:lnTo>
                <a:lnTo>
                  <a:pt x="131227" y="28967"/>
                </a:lnTo>
                <a:lnTo>
                  <a:pt x="131273" y="26566"/>
                </a:lnTo>
                <a:lnTo>
                  <a:pt x="131456" y="24189"/>
                </a:lnTo>
                <a:lnTo>
                  <a:pt x="131799" y="21811"/>
                </a:lnTo>
                <a:lnTo>
                  <a:pt x="132256" y="19479"/>
                </a:lnTo>
                <a:lnTo>
                  <a:pt x="132850" y="17170"/>
                </a:lnTo>
                <a:lnTo>
                  <a:pt x="133582" y="14884"/>
                </a:lnTo>
                <a:lnTo>
                  <a:pt x="134451" y="12666"/>
                </a:lnTo>
                <a:lnTo>
                  <a:pt x="135434" y="10494"/>
                </a:lnTo>
                <a:lnTo>
                  <a:pt x="136554" y="8391"/>
                </a:lnTo>
                <a:lnTo>
                  <a:pt x="137811" y="6379"/>
                </a:lnTo>
                <a:lnTo>
                  <a:pt x="139183" y="4436"/>
                </a:lnTo>
                <a:lnTo>
                  <a:pt x="140692" y="2584"/>
                </a:lnTo>
                <a:lnTo>
                  <a:pt x="142338" y="824"/>
                </a:lnTo>
                <a:lnTo>
                  <a:pt x="143184" y="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6"/>
          <p:cNvSpPr/>
          <p:nvPr/>
        </p:nvSpPr>
        <p:spPr>
          <a:xfrm rot="-3724802">
            <a:off x="-1105794" y="-474445"/>
            <a:ext cx="1974085" cy="1796577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6"/>
          <p:cNvSpPr/>
          <p:nvPr/>
        </p:nvSpPr>
        <p:spPr>
          <a:xfrm rot="-5616881">
            <a:off x="-2115886" y="-948559"/>
            <a:ext cx="4645754" cy="2544717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_1">
    <p:bg>
      <p:bgPr>
        <a:solidFill>
          <a:schemeClr val="lt2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 rot="10800000">
            <a:off x="-1811186" y="-71168"/>
            <a:ext cx="8469773" cy="926521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7"/>
          <p:cNvSpPr/>
          <p:nvPr/>
        </p:nvSpPr>
        <p:spPr>
          <a:xfrm rot="-137095" flipH="1">
            <a:off x="-3687930" y="4517976"/>
            <a:ext cx="7544799" cy="1241505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7"/>
          <p:cNvSpPr/>
          <p:nvPr/>
        </p:nvSpPr>
        <p:spPr>
          <a:xfrm rot="-570820">
            <a:off x="-505882" y="-1768541"/>
            <a:ext cx="11965368" cy="3577529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7"/>
          <p:cNvSpPr/>
          <p:nvPr/>
        </p:nvSpPr>
        <p:spPr>
          <a:xfrm rot="-820164">
            <a:off x="-7883937" y="3032776"/>
            <a:ext cx="10722477" cy="3577626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"/>
          <p:cNvSpPr/>
          <p:nvPr/>
        </p:nvSpPr>
        <p:spPr>
          <a:xfrm rot="-137083">
            <a:off x="6052155" y="4059191"/>
            <a:ext cx="6972127" cy="1241505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7"/>
          <p:cNvSpPr/>
          <p:nvPr/>
        </p:nvSpPr>
        <p:spPr>
          <a:xfrm rot="9979836" flipH="1">
            <a:off x="3364481" y="2961019"/>
            <a:ext cx="10722477" cy="3437836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4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/>
          <p:nvPr/>
        </p:nvSpPr>
        <p:spPr>
          <a:xfrm rot="10800000">
            <a:off x="-2556898" y="-223568"/>
            <a:ext cx="8469773" cy="926521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8"/>
          <p:cNvSpPr/>
          <p:nvPr/>
        </p:nvSpPr>
        <p:spPr>
          <a:xfrm rot="3857578">
            <a:off x="7968227" y="-617821"/>
            <a:ext cx="1958091" cy="1858673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8"/>
          <p:cNvSpPr/>
          <p:nvPr/>
        </p:nvSpPr>
        <p:spPr>
          <a:xfrm rot="-137095" flipH="1">
            <a:off x="2084070" y="4517976"/>
            <a:ext cx="7544799" cy="1241505"/>
          </a:xfrm>
          <a:custGeom>
            <a:avLst/>
            <a:gdLst/>
            <a:ahLst/>
            <a:cxnLst/>
            <a:rect l="l" t="t" r="r" b="b"/>
            <a:pathLst>
              <a:path w="163257" h="45839" extrusionOk="0">
                <a:moveTo>
                  <a:pt x="59533" y="1"/>
                </a:moveTo>
                <a:lnTo>
                  <a:pt x="54960" y="138"/>
                </a:lnTo>
                <a:lnTo>
                  <a:pt x="50388" y="595"/>
                </a:lnTo>
                <a:lnTo>
                  <a:pt x="45861" y="1373"/>
                </a:lnTo>
                <a:lnTo>
                  <a:pt x="41403" y="2493"/>
                </a:lnTo>
                <a:lnTo>
                  <a:pt x="37037" y="3910"/>
                </a:lnTo>
                <a:lnTo>
                  <a:pt x="32784" y="5648"/>
                </a:lnTo>
                <a:lnTo>
                  <a:pt x="28669" y="7682"/>
                </a:lnTo>
                <a:lnTo>
                  <a:pt x="24714" y="9991"/>
                </a:lnTo>
                <a:lnTo>
                  <a:pt x="20942" y="12598"/>
                </a:lnTo>
                <a:lnTo>
                  <a:pt x="17376" y="15478"/>
                </a:lnTo>
                <a:lnTo>
                  <a:pt x="14061" y="18610"/>
                </a:lnTo>
                <a:lnTo>
                  <a:pt x="10997" y="22017"/>
                </a:lnTo>
                <a:lnTo>
                  <a:pt x="9557" y="23823"/>
                </a:lnTo>
                <a:lnTo>
                  <a:pt x="8528" y="25217"/>
                </a:lnTo>
                <a:lnTo>
                  <a:pt x="6722" y="28029"/>
                </a:lnTo>
                <a:lnTo>
                  <a:pt x="5190" y="30910"/>
                </a:lnTo>
                <a:lnTo>
                  <a:pt x="3910" y="33950"/>
                </a:lnTo>
                <a:lnTo>
                  <a:pt x="3338" y="35574"/>
                </a:lnTo>
                <a:lnTo>
                  <a:pt x="2904" y="37037"/>
                </a:lnTo>
                <a:lnTo>
                  <a:pt x="1487" y="42044"/>
                </a:lnTo>
                <a:lnTo>
                  <a:pt x="892" y="44467"/>
                </a:lnTo>
                <a:lnTo>
                  <a:pt x="915" y="44718"/>
                </a:lnTo>
                <a:lnTo>
                  <a:pt x="801" y="44764"/>
                </a:lnTo>
                <a:lnTo>
                  <a:pt x="572" y="45061"/>
                </a:lnTo>
                <a:lnTo>
                  <a:pt x="344" y="45496"/>
                </a:lnTo>
                <a:lnTo>
                  <a:pt x="92" y="45793"/>
                </a:lnTo>
                <a:lnTo>
                  <a:pt x="1" y="45839"/>
                </a:lnTo>
                <a:lnTo>
                  <a:pt x="163257" y="45839"/>
                </a:lnTo>
                <a:lnTo>
                  <a:pt x="162320" y="45038"/>
                </a:lnTo>
                <a:lnTo>
                  <a:pt x="161154" y="44147"/>
                </a:lnTo>
                <a:lnTo>
                  <a:pt x="160559" y="43324"/>
                </a:lnTo>
                <a:lnTo>
                  <a:pt x="160353" y="42729"/>
                </a:lnTo>
                <a:lnTo>
                  <a:pt x="160376" y="42638"/>
                </a:lnTo>
                <a:lnTo>
                  <a:pt x="160216" y="42318"/>
                </a:lnTo>
                <a:lnTo>
                  <a:pt x="159851" y="41769"/>
                </a:lnTo>
                <a:lnTo>
                  <a:pt x="159896" y="41701"/>
                </a:lnTo>
                <a:lnTo>
                  <a:pt x="159896" y="20096"/>
                </a:lnTo>
                <a:lnTo>
                  <a:pt x="159668" y="20073"/>
                </a:lnTo>
                <a:lnTo>
                  <a:pt x="159416" y="20119"/>
                </a:lnTo>
                <a:lnTo>
                  <a:pt x="156101" y="20874"/>
                </a:lnTo>
                <a:lnTo>
                  <a:pt x="149403" y="22108"/>
                </a:lnTo>
                <a:lnTo>
                  <a:pt x="144327" y="22771"/>
                </a:lnTo>
                <a:lnTo>
                  <a:pt x="140921" y="23114"/>
                </a:lnTo>
                <a:lnTo>
                  <a:pt x="137537" y="23343"/>
                </a:lnTo>
                <a:lnTo>
                  <a:pt x="134131" y="23434"/>
                </a:lnTo>
                <a:lnTo>
                  <a:pt x="130747" y="23411"/>
                </a:lnTo>
                <a:lnTo>
                  <a:pt x="127387" y="23251"/>
                </a:lnTo>
                <a:lnTo>
                  <a:pt x="124049" y="22931"/>
                </a:lnTo>
                <a:lnTo>
                  <a:pt x="120734" y="22451"/>
                </a:lnTo>
                <a:lnTo>
                  <a:pt x="117465" y="21811"/>
                </a:lnTo>
                <a:lnTo>
                  <a:pt x="114218" y="20988"/>
                </a:lnTo>
                <a:lnTo>
                  <a:pt x="111041" y="19982"/>
                </a:lnTo>
                <a:lnTo>
                  <a:pt x="107908" y="18770"/>
                </a:lnTo>
                <a:lnTo>
                  <a:pt x="106354" y="18084"/>
                </a:lnTo>
                <a:lnTo>
                  <a:pt x="104411" y="17170"/>
                </a:lnTo>
                <a:lnTo>
                  <a:pt x="100593" y="15112"/>
                </a:lnTo>
                <a:lnTo>
                  <a:pt x="95014" y="11775"/>
                </a:lnTo>
                <a:lnTo>
                  <a:pt x="91288" y="9557"/>
                </a:lnTo>
                <a:lnTo>
                  <a:pt x="89390" y="8483"/>
                </a:lnTo>
                <a:lnTo>
                  <a:pt x="85504" y="6448"/>
                </a:lnTo>
                <a:lnTo>
                  <a:pt x="81526" y="4619"/>
                </a:lnTo>
                <a:lnTo>
                  <a:pt x="77456" y="3041"/>
                </a:lnTo>
                <a:lnTo>
                  <a:pt x="75376" y="2401"/>
                </a:lnTo>
                <a:lnTo>
                  <a:pt x="73158" y="1761"/>
                </a:lnTo>
                <a:lnTo>
                  <a:pt x="68655" y="824"/>
                </a:lnTo>
                <a:lnTo>
                  <a:pt x="64105" y="229"/>
                </a:lnTo>
                <a:lnTo>
                  <a:pt x="595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8"/>
          <p:cNvSpPr/>
          <p:nvPr/>
        </p:nvSpPr>
        <p:spPr>
          <a:xfrm rot="-286589">
            <a:off x="-1444668" y="-1862776"/>
            <a:ext cx="10722443" cy="357742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"/>
          <p:cNvSpPr/>
          <p:nvPr/>
        </p:nvSpPr>
        <p:spPr>
          <a:xfrm rot="-820164">
            <a:off x="-1973662" y="3032776"/>
            <a:ext cx="10722477" cy="3577626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 b="1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ignika"/>
              <a:buNone/>
              <a:defRPr sz="2800">
                <a:solidFill>
                  <a:schemeClr val="dk2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4745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8" r:id="rId9"/>
    <p:sldLayoutId id="2147483659" r:id="rId10"/>
    <p:sldLayoutId id="2147483662" r:id="rId11"/>
    <p:sldLayoutId id="2147483663" r:id="rId12"/>
    <p:sldLayoutId id="2147483664" r:id="rId13"/>
    <p:sldLayoutId id="2147483666" r:id="rId14"/>
    <p:sldLayoutId id="2147483668" r:id="rId15"/>
    <p:sldLayoutId id="2147483670" r:id="rId16"/>
    <p:sldLayoutId id="2147483672" r:id="rId17"/>
    <p:sldLayoutId id="2147483673" r:id="rId18"/>
    <p:sldLayoutId id="214748367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ocanvas.com/modelo-de-negocio-airbnb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subTitle" idx="1"/>
          </p:nvPr>
        </p:nvSpPr>
        <p:spPr>
          <a:xfrm rot="-746">
            <a:off x="393272" y="3372371"/>
            <a:ext cx="550706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dirty="0"/>
              <a:t>Innovación y Emprendimiento I</a:t>
            </a:r>
            <a:endParaRPr dirty="0"/>
          </a:p>
        </p:txBody>
      </p:sp>
      <p:grpSp>
        <p:nvGrpSpPr>
          <p:cNvPr id="290" name="Google Shape;290;p33"/>
          <p:cNvGrpSpPr/>
          <p:nvPr/>
        </p:nvGrpSpPr>
        <p:grpSpPr>
          <a:xfrm>
            <a:off x="8794300" y="3421175"/>
            <a:ext cx="180859" cy="180123"/>
            <a:chOff x="5944500" y="324350"/>
            <a:chExt cx="180859" cy="180123"/>
          </a:xfrm>
        </p:grpSpPr>
        <p:sp>
          <p:nvSpPr>
            <p:cNvPr id="291" name="Google Shape;291;p33"/>
            <p:cNvSpPr/>
            <p:nvPr/>
          </p:nvSpPr>
          <p:spPr>
            <a:xfrm>
              <a:off x="6029266" y="3243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6029266" y="4460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6066519" y="4094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5944500" y="4094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3"/>
          <p:cNvGrpSpPr/>
          <p:nvPr/>
        </p:nvGrpSpPr>
        <p:grpSpPr>
          <a:xfrm>
            <a:off x="8562175" y="593425"/>
            <a:ext cx="180859" cy="180123"/>
            <a:chOff x="6034925" y="548950"/>
            <a:chExt cx="180859" cy="180123"/>
          </a:xfrm>
        </p:grpSpPr>
        <p:sp>
          <p:nvSpPr>
            <p:cNvPr id="296" name="Google Shape;296;p33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33"/>
          <p:cNvSpPr/>
          <p:nvPr/>
        </p:nvSpPr>
        <p:spPr>
          <a:xfrm>
            <a:off x="4473400" y="1701650"/>
            <a:ext cx="166850" cy="101475"/>
          </a:xfrm>
          <a:custGeom>
            <a:avLst/>
            <a:gdLst/>
            <a:ahLst/>
            <a:cxnLst/>
            <a:rect l="l" t="t" r="r" b="b"/>
            <a:pathLst>
              <a:path w="6674" h="4059" extrusionOk="0">
                <a:moveTo>
                  <a:pt x="1711" y="1"/>
                </a:moveTo>
                <a:lnTo>
                  <a:pt x="1040" y="403"/>
                </a:lnTo>
                <a:lnTo>
                  <a:pt x="303" y="1308"/>
                </a:lnTo>
                <a:lnTo>
                  <a:pt x="34" y="2013"/>
                </a:lnTo>
                <a:lnTo>
                  <a:pt x="1" y="2415"/>
                </a:lnTo>
                <a:lnTo>
                  <a:pt x="34" y="2750"/>
                </a:lnTo>
                <a:lnTo>
                  <a:pt x="269" y="3354"/>
                </a:lnTo>
                <a:lnTo>
                  <a:pt x="739" y="3823"/>
                </a:lnTo>
                <a:lnTo>
                  <a:pt x="1342" y="4058"/>
                </a:lnTo>
                <a:lnTo>
                  <a:pt x="1677" y="4058"/>
                </a:lnTo>
                <a:lnTo>
                  <a:pt x="1946" y="4025"/>
                </a:lnTo>
                <a:lnTo>
                  <a:pt x="2449" y="3857"/>
                </a:lnTo>
                <a:lnTo>
                  <a:pt x="2818" y="3488"/>
                </a:lnTo>
                <a:lnTo>
                  <a:pt x="3052" y="3019"/>
                </a:lnTo>
                <a:lnTo>
                  <a:pt x="3086" y="2750"/>
                </a:lnTo>
                <a:lnTo>
                  <a:pt x="3052" y="2516"/>
                </a:lnTo>
                <a:lnTo>
                  <a:pt x="2918" y="2147"/>
                </a:lnTo>
                <a:lnTo>
                  <a:pt x="2616" y="1845"/>
                </a:lnTo>
                <a:lnTo>
                  <a:pt x="2248" y="1677"/>
                </a:lnTo>
                <a:lnTo>
                  <a:pt x="2013" y="1644"/>
                </a:lnTo>
                <a:lnTo>
                  <a:pt x="1610" y="1677"/>
                </a:lnTo>
                <a:lnTo>
                  <a:pt x="1040" y="2180"/>
                </a:lnTo>
                <a:lnTo>
                  <a:pt x="973" y="2583"/>
                </a:lnTo>
                <a:lnTo>
                  <a:pt x="1007" y="2851"/>
                </a:lnTo>
                <a:lnTo>
                  <a:pt x="1275" y="3220"/>
                </a:lnTo>
                <a:lnTo>
                  <a:pt x="1476" y="3320"/>
                </a:lnTo>
                <a:lnTo>
                  <a:pt x="1644" y="3354"/>
                </a:lnTo>
                <a:lnTo>
                  <a:pt x="1677" y="3488"/>
                </a:lnTo>
                <a:lnTo>
                  <a:pt x="1644" y="3656"/>
                </a:lnTo>
                <a:lnTo>
                  <a:pt x="1476" y="3689"/>
                </a:lnTo>
                <a:lnTo>
                  <a:pt x="1242" y="3656"/>
                </a:lnTo>
                <a:lnTo>
                  <a:pt x="806" y="3455"/>
                </a:lnTo>
                <a:lnTo>
                  <a:pt x="504" y="3119"/>
                </a:lnTo>
                <a:lnTo>
                  <a:pt x="336" y="2650"/>
                </a:lnTo>
                <a:lnTo>
                  <a:pt x="336" y="2415"/>
                </a:lnTo>
                <a:lnTo>
                  <a:pt x="370" y="2080"/>
                </a:lnTo>
                <a:lnTo>
                  <a:pt x="604" y="1443"/>
                </a:lnTo>
                <a:lnTo>
                  <a:pt x="1309" y="671"/>
                </a:lnTo>
                <a:lnTo>
                  <a:pt x="1879" y="269"/>
                </a:lnTo>
                <a:lnTo>
                  <a:pt x="1711" y="1"/>
                </a:lnTo>
                <a:close/>
                <a:moveTo>
                  <a:pt x="5299" y="1"/>
                </a:moveTo>
                <a:lnTo>
                  <a:pt x="4628" y="403"/>
                </a:lnTo>
                <a:lnTo>
                  <a:pt x="3891" y="1308"/>
                </a:lnTo>
                <a:lnTo>
                  <a:pt x="3622" y="2013"/>
                </a:lnTo>
                <a:lnTo>
                  <a:pt x="3622" y="2415"/>
                </a:lnTo>
                <a:lnTo>
                  <a:pt x="3622" y="2750"/>
                </a:lnTo>
                <a:lnTo>
                  <a:pt x="3857" y="3354"/>
                </a:lnTo>
                <a:lnTo>
                  <a:pt x="4327" y="3823"/>
                </a:lnTo>
                <a:lnTo>
                  <a:pt x="4930" y="4058"/>
                </a:lnTo>
                <a:lnTo>
                  <a:pt x="5299" y="4058"/>
                </a:lnTo>
                <a:lnTo>
                  <a:pt x="5567" y="4025"/>
                </a:lnTo>
                <a:lnTo>
                  <a:pt x="6070" y="3857"/>
                </a:lnTo>
                <a:lnTo>
                  <a:pt x="6439" y="3488"/>
                </a:lnTo>
                <a:lnTo>
                  <a:pt x="6640" y="3019"/>
                </a:lnTo>
                <a:lnTo>
                  <a:pt x="6674" y="2750"/>
                </a:lnTo>
                <a:lnTo>
                  <a:pt x="6674" y="2516"/>
                </a:lnTo>
                <a:lnTo>
                  <a:pt x="6506" y="2147"/>
                </a:lnTo>
                <a:lnTo>
                  <a:pt x="6204" y="1845"/>
                </a:lnTo>
                <a:lnTo>
                  <a:pt x="5836" y="1677"/>
                </a:lnTo>
                <a:lnTo>
                  <a:pt x="5634" y="1644"/>
                </a:lnTo>
                <a:lnTo>
                  <a:pt x="5400" y="1644"/>
                </a:lnTo>
                <a:lnTo>
                  <a:pt x="5064" y="1778"/>
                </a:lnTo>
                <a:lnTo>
                  <a:pt x="4763" y="2046"/>
                </a:lnTo>
                <a:lnTo>
                  <a:pt x="4595" y="2381"/>
                </a:lnTo>
                <a:lnTo>
                  <a:pt x="4595" y="2583"/>
                </a:lnTo>
                <a:lnTo>
                  <a:pt x="4595" y="2851"/>
                </a:lnTo>
                <a:lnTo>
                  <a:pt x="4863" y="3220"/>
                </a:lnTo>
                <a:lnTo>
                  <a:pt x="5098" y="3320"/>
                </a:lnTo>
                <a:lnTo>
                  <a:pt x="5232" y="3354"/>
                </a:lnTo>
                <a:lnTo>
                  <a:pt x="5266" y="3488"/>
                </a:lnTo>
                <a:lnTo>
                  <a:pt x="5232" y="3656"/>
                </a:lnTo>
                <a:lnTo>
                  <a:pt x="5064" y="3689"/>
                </a:lnTo>
                <a:lnTo>
                  <a:pt x="4830" y="3656"/>
                </a:lnTo>
                <a:lnTo>
                  <a:pt x="4394" y="3455"/>
                </a:lnTo>
                <a:lnTo>
                  <a:pt x="4092" y="3119"/>
                </a:lnTo>
                <a:lnTo>
                  <a:pt x="3958" y="2650"/>
                </a:lnTo>
                <a:lnTo>
                  <a:pt x="3958" y="2415"/>
                </a:lnTo>
                <a:lnTo>
                  <a:pt x="3958" y="2080"/>
                </a:lnTo>
                <a:lnTo>
                  <a:pt x="4226" y="1443"/>
                </a:lnTo>
                <a:lnTo>
                  <a:pt x="4897" y="671"/>
                </a:lnTo>
                <a:lnTo>
                  <a:pt x="5500" y="269"/>
                </a:lnTo>
                <a:lnTo>
                  <a:pt x="5299" y="1"/>
                </a:lnTo>
                <a:close/>
              </a:path>
            </a:pathLst>
          </a:custGeom>
          <a:solidFill>
            <a:srgbClr val="6EDB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33"/>
          <p:cNvGrpSpPr/>
          <p:nvPr/>
        </p:nvGrpSpPr>
        <p:grpSpPr>
          <a:xfrm>
            <a:off x="4441825" y="1597325"/>
            <a:ext cx="270175" cy="269075"/>
            <a:chOff x="6214675" y="650238"/>
            <a:chExt cx="270175" cy="269075"/>
          </a:xfrm>
        </p:grpSpPr>
        <p:sp>
          <p:nvSpPr>
            <p:cNvPr id="302" name="Google Shape;302;p33"/>
            <p:cNvSpPr/>
            <p:nvPr/>
          </p:nvSpPr>
          <p:spPr>
            <a:xfrm>
              <a:off x="6341300" y="650238"/>
              <a:ext cx="15300" cy="87875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6341300" y="831963"/>
              <a:ext cx="15300" cy="87350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6396950" y="777388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6214675" y="777388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33"/>
          <p:cNvGrpSpPr/>
          <p:nvPr/>
        </p:nvGrpSpPr>
        <p:grpSpPr>
          <a:xfrm>
            <a:off x="6266838" y="559875"/>
            <a:ext cx="270175" cy="269075"/>
            <a:chOff x="5944500" y="324350"/>
            <a:chExt cx="270175" cy="269075"/>
          </a:xfrm>
        </p:grpSpPr>
        <p:sp>
          <p:nvSpPr>
            <p:cNvPr id="307" name="Google Shape;307;p33"/>
            <p:cNvSpPr/>
            <p:nvPr/>
          </p:nvSpPr>
          <p:spPr>
            <a:xfrm>
              <a:off x="6071125" y="324350"/>
              <a:ext cx="15300" cy="87875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6071125" y="506075"/>
              <a:ext cx="15300" cy="87350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6126775" y="451500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5944500" y="451500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" name="Google Shape;311;p33"/>
          <p:cNvGrpSpPr/>
          <p:nvPr/>
        </p:nvGrpSpPr>
        <p:grpSpPr>
          <a:xfrm>
            <a:off x="941188" y="405463"/>
            <a:ext cx="270175" cy="269075"/>
            <a:chOff x="5944500" y="324350"/>
            <a:chExt cx="270175" cy="269075"/>
          </a:xfrm>
        </p:grpSpPr>
        <p:sp>
          <p:nvSpPr>
            <p:cNvPr id="312" name="Google Shape;312;p33"/>
            <p:cNvSpPr/>
            <p:nvPr/>
          </p:nvSpPr>
          <p:spPr>
            <a:xfrm>
              <a:off x="6071125" y="324350"/>
              <a:ext cx="15300" cy="87875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6071125" y="506075"/>
              <a:ext cx="15300" cy="87350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3"/>
            <p:cNvSpPr/>
            <p:nvPr/>
          </p:nvSpPr>
          <p:spPr>
            <a:xfrm>
              <a:off x="6126775" y="451500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3"/>
            <p:cNvSpPr/>
            <p:nvPr/>
          </p:nvSpPr>
          <p:spPr>
            <a:xfrm>
              <a:off x="5944500" y="451500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33"/>
          <p:cNvGrpSpPr/>
          <p:nvPr/>
        </p:nvGrpSpPr>
        <p:grpSpPr>
          <a:xfrm>
            <a:off x="1564875" y="4825000"/>
            <a:ext cx="180859" cy="180123"/>
            <a:chOff x="6034925" y="548950"/>
            <a:chExt cx="180859" cy="180123"/>
          </a:xfrm>
        </p:grpSpPr>
        <p:sp>
          <p:nvSpPr>
            <p:cNvPr id="317" name="Google Shape;317;p33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33"/>
          <p:cNvGrpSpPr/>
          <p:nvPr/>
        </p:nvGrpSpPr>
        <p:grpSpPr>
          <a:xfrm>
            <a:off x="2132000" y="4469875"/>
            <a:ext cx="270175" cy="269075"/>
            <a:chOff x="6214675" y="650238"/>
            <a:chExt cx="270175" cy="269075"/>
          </a:xfrm>
        </p:grpSpPr>
        <p:sp>
          <p:nvSpPr>
            <p:cNvPr id="322" name="Google Shape;322;p33"/>
            <p:cNvSpPr/>
            <p:nvPr/>
          </p:nvSpPr>
          <p:spPr>
            <a:xfrm>
              <a:off x="6341300" y="650238"/>
              <a:ext cx="15300" cy="87875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3"/>
            <p:cNvSpPr/>
            <p:nvPr/>
          </p:nvSpPr>
          <p:spPr>
            <a:xfrm>
              <a:off x="6341300" y="831963"/>
              <a:ext cx="15300" cy="87350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6396950" y="777388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6214675" y="777388"/>
              <a:ext cx="87900" cy="15325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" name="Google Shape;326;p33"/>
          <p:cNvGrpSpPr/>
          <p:nvPr/>
        </p:nvGrpSpPr>
        <p:grpSpPr>
          <a:xfrm>
            <a:off x="2702000" y="174425"/>
            <a:ext cx="180859" cy="180123"/>
            <a:chOff x="6034925" y="548950"/>
            <a:chExt cx="180859" cy="180123"/>
          </a:xfrm>
        </p:grpSpPr>
        <p:sp>
          <p:nvSpPr>
            <p:cNvPr id="327" name="Google Shape;327;p33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>
            <a:off x="5560406" y="1041002"/>
            <a:ext cx="3233894" cy="2490962"/>
            <a:chOff x="4864795" y="1394488"/>
            <a:chExt cx="3402423" cy="2783917"/>
          </a:xfrm>
        </p:grpSpPr>
        <p:sp>
          <p:nvSpPr>
            <p:cNvPr id="332" name="Google Shape;332;p33"/>
            <p:cNvSpPr/>
            <p:nvPr/>
          </p:nvSpPr>
          <p:spPr>
            <a:xfrm>
              <a:off x="5269673" y="1394488"/>
              <a:ext cx="2997545" cy="2783917"/>
            </a:xfrm>
            <a:custGeom>
              <a:avLst/>
              <a:gdLst/>
              <a:ahLst/>
              <a:cxnLst/>
              <a:rect l="l" t="t" r="r" b="b"/>
              <a:pathLst>
                <a:path w="166092" h="154255" extrusionOk="0">
                  <a:moveTo>
                    <a:pt x="118440" y="1"/>
                  </a:moveTo>
                  <a:lnTo>
                    <a:pt x="114450" y="34"/>
                  </a:lnTo>
                  <a:lnTo>
                    <a:pt x="110493" y="336"/>
                  </a:lnTo>
                  <a:lnTo>
                    <a:pt x="106637" y="1074"/>
                  </a:lnTo>
                  <a:lnTo>
                    <a:pt x="104725" y="1678"/>
                  </a:lnTo>
                  <a:lnTo>
                    <a:pt x="102847" y="2348"/>
                  </a:lnTo>
                  <a:lnTo>
                    <a:pt x="99293" y="4092"/>
                  </a:lnTo>
                  <a:lnTo>
                    <a:pt x="95973" y="6205"/>
                  </a:lnTo>
                  <a:lnTo>
                    <a:pt x="92754" y="8585"/>
                  </a:lnTo>
                  <a:lnTo>
                    <a:pt x="88093" y="12442"/>
                  </a:lnTo>
                  <a:lnTo>
                    <a:pt x="83398" y="16298"/>
                  </a:lnTo>
                  <a:lnTo>
                    <a:pt x="80179" y="18713"/>
                  </a:lnTo>
                  <a:lnTo>
                    <a:pt x="78502" y="19819"/>
                  </a:lnTo>
                  <a:lnTo>
                    <a:pt x="76859" y="20825"/>
                  </a:lnTo>
                  <a:lnTo>
                    <a:pt x="73472" y="22669"/>
                  </a:lnTo>
                  <a:lnTo>
                    <a:pt x="69985" y="24246"/>
                  </a:lnTo>
                  <a:lnTo>
                    <a:pt x="66397" y="25620"/>
                  </a:lnTo>
                  <a:lnTo>
                    <a:pt x="60864" y="27431"/>
                  </a:lnTo>
                  <a:lnTo>
                    <a:pt x="53319" y="29477"/>
                  </a:lnTo>
                  <a:lnTo>
                    <a:pt x="45740" y="31388"/>
                  </a:lnTo>
                  <a:lnTo>
                    <a:pt x="38262" y="33534"/>
                  </a:lnTo>
                  <a:lnTo>
                    <a:pt x="32830" y="35479"/>
                  </a:lnTo>
                  <a:lnTo>
                    <a:pt x="29309" y="36955"/>
                  </a:lnTo>
                  <a:lnTo>
                    <a:pt x="25888" y="38698"/>
                  </a:lnTo>
                  <a:lnTo>
                    <a:pt x="22636" y="40677"/>
                  </a:lnTo>
                  <a:lnTo>
                    <a:pt x="21060" y="41783"/>
                  </a:lnTo>
                  <a:lnTo>
                    <a:pt x="19450" y="42991"/>
                  </a:lnTo>
                  <a:lnTo>
                    <a:pt x="16466" y="45606"/>
                  </a:lnTo>
                  <a:lnTo>
                    <a:pt x="13716" y="48457"/>
                  </a:lnTo>
                  <a:lnTo>
                    <a:pt x="11201" y="51542"/>
                  </a:lnTo>
                  <a:lnTo>
                    <a:pt x="10061" y="53151"/>
                  </a:lnTo>
                  <a:lnTo>
                    <a:pt x="8921" y="54794"/>
                  </a:lnTo>
                  <a:lnTo>
                    <a:pt x="6909" y="58215"/>
                  </a:lnTo>
                  <a:lnTo>
                    <a:pt x="5165" y="61769"/>
                  </a:lnTo>
                  <a:lnTo>
                    <a:pt x="3656" y="65424"/>
                  </a:lnTo>
                  <a:lnTo>
                    <a:pt x="2415" y="69180"/>
                  </a:lnTo>
                  <a:lnTo>
                    <a:pt x="1443" y="73003"/>
                  </a:lnTo>
                  <a:lnTo>
                    <a:pt x="705" y="76926"/>
                  </a:lnTo>
                  <a:lnTo>
                    <a:pt x="235" y="80850"/>
                  </a:lnTo>
                  <a:lnTo>
                    <a:pt x="1" y="84840"/>
                  </a:lnTo>
                  <a:lnTo>
                    <a:pt x="34" y="88831"/>
                  </a:lnTo>
                  <a:lnTo>
                    <a:pt x="302" y="92788"/>
                  </a:lnTo>
                  <a:lnTo>
                    <a:pt x="839" y="96745"/>
                  </a:lnTo>
                  <a:lnTo>
                    <a:pt x="1610" y="100668"/>
                  </a:lnTo>
                  <a:lnTo>
                    <a:pt x="2616" y="104524"/>
                  </a:lnTo>
                  <a:lnTo>
                    <a:pt x="3857" y="108314"/>
                  </a:lnTo>
                  <a:lnTo>
                    <a:pt x="5366" y="112002"/>
                  </a:lnTo>
                  <a:lnTo>
                    <a:pt x="6204" y="113813"/>
                  </a:lnTo>
                  <a:lnTo>
                    <a:pt x="7110" y="115590"/>
                  </a:lnTo>
                  <a:lnTo>
                    <a:pt x="9055" y="119044"/>
                  </a:lnTo>
                  <a:lnTo>
                    <a:pt x="11201" y="122364"/>
                  </a:lnTo>
                  <a:lnTo>
                    <a:pt x="13582" y="125550"/>
                  </a:lnTo>
                  <a:lnTo>
                    <a:pt x="16097" y="128601"/>
                  </a:lnTo>
                  <a:lnTo>
                    <a:pt x="18813" y="131519"/>
                  </a:lnTo>
                  <a:lnTo>
                    <a:pt x="21663" y="134268"/>
                  </a:lnTo>
                  <a:lnTo>
                    <a:pt x="24681" y="136851"/>
                  </a:lnTo>
                  <a:lnTo>
                    <a:pt x="27833" y="139299"/>
                  </a:lnTo>
                  <a:lnTo>
                    <a:pt x="31086" y="141579"/>
                  </a:lnTo>
                  <a:lnTo>
                    <a:pt x="34506" y="143658"/>
                  </a:lnTo>
                  <a:lnTo>
                    <a:pt x="37994" y="145569"/>
                  </a:lnTo>
                  <a:lnTo>
                    <a:pt x="41582" y="147313"/>
                  </a:lnTo>
                  <a:lnTo>
                    <a:pt x="45271" y="148856"/>
                  </a:lnTo>
                  <a:lnTo>
                    <a:pt x="49026" y="150230"/>
                  </a:lnTo>
                  <a:lnTo>
                    <a:pt x="52849" y="151371"/>
                  </a:lnTo>
                  <a:lnTo>
                    <a:pt x="54761" y="151874"/>
                  </a:lnTo>
                  <a:lnTo>
                    <a:pt x="56706" y="152343"/>
                  </a:lnTo>
                  <a:lnTo>
                    <a:pt x="60595" y="153081"/>
                  </a:lnTo>
                  <a:lnTo>
                    <a:pt x="64519" y="153651"/>
                  </a:lnTo>
                  <a:lnTo>
                    <a:pt x="68476" y="154053"/>
                  </a:lnTo>
                  <a:lnTo>
                    <a:pt x="72433" y="154221"/>
                  </a:lnTo>
                  <a:lnTo>
                    <a:pt x="76423" y="154254"/>
                  </a:lnTo>
                  <a:lnTo>
                    <a:pt x="80380" y="154087"/>
                  </a:lnTo>
                  <a:lnTo>
                    <a:pt x="84371" y="153718"/>
                  </a:lnTo>
                  <a:lnTo>
                    <a:pt x="88294" y="153215"/>
                  </a:lnTo>
                  <a:lnTo>
                    <a:pt x="92217" y="152544"/>
                  </a:lnTo>
                  <a:lnTo>
                    <a:pt x="96141" y="151706"/>
                  </a:lnTo>
                  <a:lnTo>
                    <a:pt x="99997" y="150700"/>
                  </a:lnTo>
                  <a:lnTo>
                    <a:pt x="103820" y="149560"/>
                  </a:lnTo>
                  <a:lnTo>
                    <a:pt x="107609" y="148252"/>
                  </a:lnTo>
                  <a:lnTo>
                    <a:pt x="113142" y="146005"/>
                  </a:lnTo>
                  <a:lnTo>
                    <a:pt x="116764" y="144329"/>
                  </a:lnTo>
                  <a:lnTo>
                    <a:pt x="118843" y="143289"/>
                  </a:lnTo>
                  <a:lnTo>
                    <a:pt x="122800" y="141042"/>
                  </a:lnTo>
                  <a:lnTo>
                    <a:pt x="126589" y="138561"/>
                  </a:lnTo>
                  <a:lnTo>
                    <a:pt x="130211" y="135912"/>
                  </a:lnTo>
                  <a:lnTo>
                    <a:pt x="133598" y="133028"/>
                  </a:lnTo>
                  <a:lnTo>
                    <a:pt x="136817" y="129976"/>
                  </a:lnTo>
                  <a:lnTo>
                    <a:pt x="139868" y="126791"/>
                  </a:lnTo>
                  <a:lnTo>
                    <a:pt x="142719" y="123404"/>
                  </a:lnTo>
                  <a:lnTo>
                    <a:pt x="145401" y="119883"/>
                  </a:lnTo>
                  <a:lnTo>
                    <a:pt x="147916" y="116228"/>
                  </a:lnTo>
                  <a:lnTo>
                    <a:pt x="150230" y="112438"/>
                  </a:lnTo>
                  <a:lnTo>
                    <a:pt x="152410" y="108515"/>
                  </a:lnTo>
                  <a:lnTo>
                    <a:pt x="154388" y="104524"/>
                  </a:lnTo>
                  <a:lnTo>
                    <a:pt x="156199" y="100433"/>
                  </a:lnTo>
                  <a:lnTo>
                    <a:pt x="157876" y="96242"/>
                  </a:lnTo>
                  <a:lnTo>
                    <a:pt x="159385" y="91983"/>
                  </a:lnTo>
                  <a:lnTo>
                    <a:pt x="160055" y="89837"/>
                  </a:lnTo>
                  <a:lnTo>
                    <a:pt x="160760" y="87523"/>
                  </a:lnTo>
                  <a:lnTo>
                    <a:pt x="162000" y="82828"/>
                  </a:lnTo>
                  <a:lnTo>
                    <a:pt x="163107" y="78067"/>
                  </a:lnTo>
                  <a:lnTo>
                    <a:pt x="164012" y="73305"/>
                  </a:lnTo>
                  <a:lnTo>
                    <a:pt x="164784" y="68510"/>
                  </a:lnTo>
                  <a:lnTo>
                    <a:pt x="165354" y="63714"/>
                  </a:lnTo>
                  <a:lnTo>
                    <a:pt x="165756" y="58852"/>
                  </a:lnTo>
                  <a:lnTo>
                    <a:pt x="165991" y="54023"/>
                  </a:lnTo>
                  <a:lnTo>
                    <a:pt x="166058" y="51575"/>
                  </a:lnTo>
                  <a:lnTo>
                    <a:pt x="166091" y="49060"/>
                  </a:lnTo>
                  <a:lnTo>
                    <a:pt x="165957" y="43997"/>
                  </a:lnTo>
                  <a:lnTo>
                    <a:pt x="165588" y="38900"/>
                  </a:lnTo>
                  <a:lnTo>
                    <a:pt x="164918" y="33870"/>
                  </a:lnTo>
                  <a:lnTo>
                    <a:pt x="163811" y="28974"/>
                  </a:lnTo>
                  <a:lnTo>
                    <a:pt x="162302" y="24279"/>
                  </a:lnTo>
                  <a:lnTo>
                    <a:pt x="160793" y="20926"/>
                  </a:lnTo>
                  <a:lnTo>
                    <a:pt x="159619" y="18746"/>
                  </a:lnTo>
                  <a:lnTo>
                    <a:pt x="158278" y="16701"/>
                  </a:lnTo>
                  <a:lnTo>
                    <a:pt x="156803" y="14722"/>
                  </a:lnTo>
                  <a:lnTo>
                    <a:pt x="155998" y="13783"/>
                  </a:lnTo>
                  <a:lnTo>
                    <a:pt x="155160" y="12878"/>
                  </a:lnTo>
                  <a:lnTo>
                    <a:pt x="153449" y="11168"/>
                  </a:lnTo>
                  <a:lnTo>
                    <a:pt x="151571" y="9625"/>
                  </a:lnTo>
                  <a:lnTo>
                    <a:pt x="149627" y="8217"/>
                  </a:lnTo>
                  <a:lnTo>
                    <a:pt x="146541" y="6339"/>
                  </a:lnTo>
                  <a:lnTo>
                    <a:pt x="142149" y="4293"/>
                  </a:lnTo>
                  <a:lnTo>
                    <a:pt x="137521" y="2684"/>
                  </a:lnTo>
                  <a:lnTo>
                    <a:pt x="132726" y="1510"/>
                  </a:lnTo>
                  <a:lnTo>
                    <a:pt x="127830" y="705"/>
                  </a:lnTo>
                  <a:lnTo>
                    <a:pt x="122900" y="202"/>
                  </a:lnTo>
                  <a:lnTo>
                    <a:pt x="120419" y="68"/>
                  </a:lnTo>
                  <a:lnTo>
                    <a:pt x="1184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330186" y="1481044"/>
              <a:ext cx="2273137" cy="1746601"/>
            </a:xfrm>
            <a:custGeom>
              <a:avLst/>
              <a:gdLst/>
              <a:ahLst/>
              <a:cxnLst/>
              <a:rect l="l" t="t" r="r" b="b"/>
              <a:pathLst>
                <a:path w="125953" h="96778" extrusionOk="0">
                  <a:moveTo>
                    <a:pt x="4193" y="0"/>
                  </a:moveTo>
                  <a:lnTo>
                    <a:pt x="3287" y="201"/>
                  </a:lnTo>
                  <a:lnTo>
                    <a:pt x="2449" y="537"/>
                  </a:lnTo>
                  <a:lnTo>
                    <a:pt x="1678" y="1040"/>
                  </a:lnTo>
                  <a:lnTo>
                    <a:pt x="1041" y="1677"/>
                  </a:lnTo>
                  <a:lnTo>
                    <a:pt x="538" y="2448"/>
                  </a:lnTo>
                  <a:lnTo>
                    <a:pt x="202" y="3286"/>
                  </a:lnTo>
                  <a:lnTo>
                    <a:pt x="1" y="4192"/>
                  </a:lnTo>
                  <a:lnTo>
                    <a:pt x="1" y="4695"/>
                  </a:lnTo>
                  <a:lnTo>
                    <a:pt x="1" y="92083"/>
                  </a:lnTo>
                  <a:lnTo>
                    <a:pt x="1" y="92552"/>
                  </a:lnTo>
                  <a:lnTo>
                    <a:pt x="202" y="93491"/>
                  </a:lnTo>
                  <a:lnTo>
                    <a:pt x="538" y="94330"/>
                  </a:lnTo>
                  <a:lnTo>
                    <a:pt x="1041" y="95067"/>
                  </a:lnTo>
                  <a:lnTo>
                    <a:pt x="1678" y="95704"/>
                  </a:lnTo>
                  <a:lnTo>
                    <a:pt x="2449" y="96207"/>
                  </a:lnTo>
                  <a:lnTo>
                    <a:pt x="3287" y="96576"/>
                  </a:lnTo>
                  <a:lnTo>
                    <a:pt x="4226" y="96777"/>
                  </a:lnTo>
                  <a:lnTo>
                    <a:pt x="121727" y="96777"/>
                  </a:lnTo>
                  <a:lnTo>
                    <a:pt x="122632" y="96576"/>
                  </a:lnTo>
                  <a:lnTo>
                    <a:pt x="123471" y="96207"/>
                  </a:lnTo>
                  <a:lnTo>
                    <a:pt x="124242" y="95704"/>
                  </a:lnTo>
                  <a:lnTo>
                    <a:pt x="124879" y="95067"/>
                  </a:lnTo>
                  <a:lnTo>
                    <a:pt x="125382" y="94330"/>
                  </a:lnTo>
                  <a:lnTo>
                    <a:pt x="125718" y="93458"/>
                  </a:lnTo>
                  <a:lnTo>
                    <a:pt x="125919" y="92552"/>
                  </a:lnTo>
                  <a:lnTo>
                    <a:pt x="125952" y="92083"/>
                  </a:lnTo>
                  <a:lnTo>
                    <a:pt x="125952" y="4695"/>
                  </a:lnTo>
                  <a:lnTo>
                    <a:pt x="125919" y="4192"/>
                  </a:lnTo>
                  <a:lnTo>
                    <a:pt x="125718" y="3286"/>
                  </a:lnTo>
                  <a:lnTo>
                    <a:pt x="125382" y="2448"/>
                  </a:lnTo>
                  <a:lnTo>
                    <a:pt x="124879" y="1677"/>
                  </a:lnTo>
                  <a:lnTo>
                    <a:pt x="124209" y="1040"/>
                  </a:lnTo>
                  <a:lnTo>
                    <a:pt x="123471" y="537"/>
                  </a:lnTo>
                  <a:lnTo>
                    <a:pt x="122632" y="168"/>
                  </a:lnTo>
                  <a:lnTo>
                    <a:pt x="12169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802236" y="1795738"/>
              <a:ext cx="1332663" cy="1336291"/>
            </a:xfrm>
            <a:custGeom>
              <a:avLst/>
              <a:gdLst/>
              <a:ahLst/>
              <a:cxnLst/>
              <a:rect l="l" t="t" r="r" b="b"/>
              <a:pathLst>
                <a:path w="73842" h="74043" extrusionOk="0">
                  <a:moveTo>
                    <a:pt x="36955" y="24145"/>
                  </a:moveTo>
                  <a:lnTo>
                    <a:pt x="39134" y="24379"/>
                  </a:lnTo>
                  <a:lnTo>
                    <a:pt x="41281" y="24949"/>
                  </a:lnTo>
                  <a:lnTo>
                    <a:pt x="43326" y="25888"/>
                  </a:lnTo>
                  <a:lnTo>
                    <a:pt x="45170" y="27196"/>
                  </a:lnTo>
                  <a:lnTo>
                    <a:pt x="46042" y="27967"/>
                  </a:lnTo>
                  <a:lnTo>
                    <a:pt x="46378" y="28336"/>
                  </a:lnTo>
                  <a:lnTo>
                    <a:pt x="46713" y="28705"/>
                  </a:lnTo>
                  <a:lnTo>
                    <a:pt x="47451" y="29610"/>
                  </a:lnTo>
                  <a:lnTo>
                    <a:pt x="48624" y="31589"/>
                  </a:lnTo>
                  <a:lnTo>
                    <a:pt x="49429" y="33735"/>
                  </a:lnTo>
                  <a:lnTo>
                    <a:pt x="49865" y="36015"/>
                  </a:lnTo>
                  <a:lnTo>
                    <a:pt x="49899" y="37155"/>
                  </a:lnTo>
                  <a:lnTo>
                    <a:pt x="49899" y="37256"/>
                  </a:lnTo>
                  <a:lnTo>
                    <a:pt x="49865" y="38430"/>
                  </a:lnTo>
                  <a:lnTo>
                    <a:pt x="49463" y="40643"/>
                  </a:lnTo>
                  <a:lnTo>
                    <a:pt x="48691" y="42756"/>
                  </a:lnTo>
                  <a:lnTo>
                    <a:pt x="47585" y="44667"/>
                  </a:lnTo>
                  <a:lnTo>
                    <a:pt x="46210" y="46377"/>
                  </a:lnTo>
                  <a:lnTo>
                    <a:pt x="44533" y="47853"/>
                  </a:lnTo>
                  <a:lnTo>
                    <a:pt x="42622" y="48993"/>
                  </a:lnTo>
                  <a:lnTo>
                    <a:pt x="40509" y="49831"/>
                  </a:lnTo>
                  <a:lnTo>
                    <a:pt x="39369" y="50099"/>
                  </a:lnTo>
                  <a:lnTo>
                    <a:pt x="38229" y="50267"/>
                  </a:lnTo>
                  <a:lnTo>
                    <a:pt x="35949" y="50334"/>
                  </a:lnTo>
                  <a:lnTo>
                    <a:pt x="33736" y="49999"/>
                  </a:lnTo>
                  <a:lnTo>
                    <a:pt x="31656" y="49295"/>
                  </a:lnTo>
                  <a:lnTo>
                    <a:pt x="29712" y="48255"/>
                  </a:lnTo>
                  <a:lnTo>
                    <a:pt x="27934" y="46914"/>
                  </a:lnTo>
                  <a:lnTo>
                    <a:pt x="26425" y="45237"/>
                  </a:lnTo>
                  <a:lnTo>
                    <a:pt x="25218" y="43326"/>
                  </a:lnTo>
                  <a:lnTo>
                    <a:pt x="24749" y="42286"/>
                  </a:lnTo>
                  <a:lnTo>
                    <a:pt x="24313" y="41179"/>
                  </a:lnTo>
                  <a:lnTo>
                    <a:pt x="23810" y="38966"/>
                  </a:lnTo>
                  <a:lnTo>
                    <a:pt x="23709" y="36753"/>
                  </a:lnTo>
                  <a:lnTo>
                    <a:pt x="24011" y="34540"/>
                  </a:lnTo>
                  <a:lnTo>
                    <a:pt x="24648" y="32427"/>
                  </a:lnTo>
                  <a:lnTo>
                    <a:pt x="25620" y="30449"/>
                  </a:lnTo>
                  <a:lnTo>
                    <a:pt x="26928" y="28638"/>
                  </a:lnTo>
                  <a:lnTo>
                    <a:pt x="28571" y="27062"/>
                  </a:lnTo>
                  <a:lnTo>
                    <a:pt x="29510" y="26391"/>
                  </a:lnTo>
                  <a:lnTo>
                    <a:pt x="30516" y="25788"/>
                  </a:lnTo>
                  <a:lnTo>
                    <a:pt x="32595" y="24849"/>
                  </a:lnTo>
                  <a:lnTo>
                    <a:pt x="34742" y="24312"/>
                  </a:lnTo>
                  <a:lnTo>
                    <a:pt x="36955" y="24145"/>
                  </a:lnTo>
                  <a:close/>
                  <a:moveTo>
                    <a:pt x="32864" y="1"/>
                  </a:moveTo>
                  <a:lnTo>
                    <a:pt x="31086" y="7009"/>
                  </a:lnTo>
                  <a:lnTo>
                    <a:pt x="29309" y="7411"/>
                  </a:lnTo>
                  <a:lnTo>
                    <a:pt x="25855" y="8518"/>
                  </a:lnTo>
                  <a:lnTo>
                    <a:pt x="24179" y="9256"/>
                  </a:lnTo>
                  <a:lnTo>
                    <a:pt x="18646" y="4494"/>
                  </a:lnTo>
                  <a:lnTo>
                    <a:pt x="12341" y="8786"/>
                  </a:lnTo>
                  <a:lnTo>
                    <a:pt x="14957" y="15594"/>
                  </a:lnTo>
                  <a:lnTo>
                    <a:pt x="13750" y="16901"/>
                  </a:lnTo>
                  <a:lnTo>
                    <a:pt x="11604" y="19785"/>
                  </a:lnTo>
                  <a:lnTo>
                    <a:pt x="10665" y="21361"/>
                  </a:lnTo>
                  <a:lnTo>
                    <a:pt x="3421" y="20624"/>
                  </a:lnTo>
                  <a:lnTo>
                    <a:pt x="806" y="27867"/>
                  </a:lnTo>
                  <a:lnTo>
                    <a:pt x="6775" y="31924"/>
                  </a:lnTo>
                  <a:lnTo>
                    <a:pt x="6574" y="33232"/>
                  </a:lnTo>
                  <a:lnTo>
                    <a:pt x="6372" y="35781"/>
                  </a:lnTo>
                  <a:lnTo>
                    <a:pt x="6372" y="37088"/>
                  </a:lnTo>
                  <a:lnTo>
                    <a:pt x="6305" y="38161"/>
                  </a:lnTo>
                  <a:lnTo>
                    <a:pt x="6372" y="39235"/>
                  </a:lnTo>
                  <a:lnTo>
                    <a:pt x="1" y="42789"/>
                  </a:lnTo>
                  <a:lnTo>
                    <a:pt x="2013" y="50200"/>
                  </a:lnTo>
                  <a:lnTo>
                    <a:pt x="9189" y="50200"/>
                  </a:lnTo>
                  <a:lnTo>
                    <a:pt x="9726" y="51307"/>
                  </a:lnTo>
                  <a:lnTo>
                    <a:pt x="10933" y="53419"/>
                  </a:lnTo>
                  <a:lnTo>
                    <a:pt x="11604" y="54459"/>
                  </a:lnTo>
                  <a:lnTo>
                    <a:pt x="12308" y="55465"/>
                  </a:lnTo>
                  <a:lnTo>
                    <a:pt x="13079" y="56471"/>
                  </a:lnTo>
                  <a:lnTo>
                    <a:pt x="9994" y="62876"/>
                  </a:lnTo>
                  <a:lnTo>
                    <a:pt x="15929" y="67839"/>
                  </a:lnTo>
                  <a:lnTo>
                    <a:pt x="21630" y="63546"/>
                  </a:lnTo>
                  <a:lnTo>
                    <a:pt x="23273" y="64452"/>
                  </a:lnTo>
                  <a:lnTo>
                    <a:pt x="26727" y="65927"/>
                  </a:lnTo>
                  <a:lnTo>
                    <a:pt x="28538" y="66464"/>
                  </a:lnTo>
                  <a:lnTo>
                    <a:pt x="29678" y="73372"/>
                  </a:lnTo>
                  <a:lnTo>
                    <a:pt x="37391" y="74042"/>
                  </a:lnTo>
                  <a:lnTo>
                    <a:pt x="39671" y="67537"/>
                  </a:lnTo>
                  <a:lnTo>
                    <a:pt x="41549" y="67302"/>
                  </a:lnTo>
                  <a:lnTo>
                    <a:pt x="45271" y="66497"/>
                  </a:lnTo>
                  <a:lnTo>
                    <a:pt x="47048" y="65927"/>
                  </a:lnTo>
                  <a:lnTo>
                    <a:pt x="51944" y="70823"/>
                  </a:lnTo>
                  <a:lnTo>
                    <a:pt x="58617" y="66967"/>
                  </a:lnTo>
                  <a:lnTo>
                    <a:pt x="56773" y="60294"/>
                  </a:lnTo>
                  <a:lnTo>
                    <a:pt x="58215" y="59053"/>
                  </a:lnTo>
                  <a:lnTo>
                    <a:pt x="60797" y="56270"/>
                  </a:lnTo>
                  <a:lnTo>
                    <a:pt x="61937" y="54727"/>
                  </a:lnTo>
                  <a:lnTo>
                    <a:pt x="68711" y="55968"/>
                  </a:lnTo>
                  <a:lnTo>
                    <a:pt x="71964" y="48959"/>
                  </a:lnTo>
                  <a:lnTo>
                    <a:pt x="66632" y="44667"/>
                  </a:lnTo>
                  <a:lnTo>
                    <a:pt x="67034" y="42856"/>
                  </a:lnTo>
                  <a:lnTo>
                    <a:pt x="67470" y="39134"/>
                  </a:lnTo>
                  <a:lnTo>
                    <a:pt x="67470" y="37256"/>
                  </a:lnTo>
                  <a:lnTo>
                    <a:pt x="73841" y="34406"/>
                  </a:lnTo>
                  <a:lnTo>
                    <a:pt x="72500" y="26794"/>
                  </a:lnTo>
                  <a:lnTo>
                    <a:pt x="65458" y="26224"/>
                  </a:lnTo>
                  <a:lnTo>
                    <a:pt x="64754" y="24480"/>
                  </a:lnTo>
                  <a:lnTo>
                    <a:pt x="63010" y="21194"/>
                  </a:lnTo>
                  <a:lnTo>
                    <a:pt x="61937" y="19651"/>
                  </a:lnTo>
                  <a:lnTo>
                    <a:pt x="64150" y="15929"/>
                  </a:lnTo>
                  <a:lnTo>
                    <a:pt x="65559" y="13548"/>
                  </a:lnTo>
                  <a:lnTo>
                    <a:pt x="60093" y="8116"/>
                  </a:lnTo>
                  <a:lnTo>
                    <a:pt x="53990" y="11804"/>
                  </a:lnTo>
                  <a:lnTo>
                    <a:pt x="52682" y="10899"/>
                  </a:lnTo>
                  <a:lnTo>
                    <a:pt x="49865" y="9390"/>
                  </a:lnTo>
                  <a:lnTo>
                    <a:pt x="46948" y="8183"/>
                  </a:lnTo>
                  <a:lnTo>
                    <a:pt x="43896" y="7277"/>
                  </a:lnTo>
                  <a:lnTo>
                    <a:pt x="42320" y="6975"/>
                  </a:lnTo>
                  <a:lnTo>
                    <a:pt x="40576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7214164" y="1954899"/>
              <a:ext cx="298379" cy="303830"/>
            </a:xfrm>
            <a:custGeom>
              <a:avLst/>
              <a:gdLst/>
              <a:ahLst/>
              <a:cxnLst/>
              <a:rect l="l" t="t" r="r" b="b"/>
              <a:pathLst>
                <a:path w="16533" h="16835" extrusionOk="0">
                  <a:moveTo>
                    <a:pt x="8652" y="4125"/>
                  </a:moveTo>
                  <a:lnTo>
                    <a:pt x="9524" y="4293"/>
                  </a:lnTo>
                  <a:lnTo>
                    <a:pt x="10295" y="4628"/>
                  </a:lnTo>
                  <a:lnTo>
                    <a:pt x="10999" y="5098"/>
                  </a:lnTo>
                  <a:lnTo>
                    <a:pt x="11603" y="5668"/>
                  </a:lnTo>
                  <a:lnTo>
                    <a:pt x="12072" y="6372"/>
                  </a:lnTo>
                  <a:lnTo>
                    <a:pt x="12408" y="7143"/>
                  </a:lnTo>
                  <a:lnTo>
                    <a:pt x="12575" y="8015"/>
                  </a:lnTo>
                  <a:lnTo>
                    <a:pt x="12575" y="8451"/>
                  </a:lnTo>
                  <a:lnTo>
                    <a:pt x="12609" y="8485"/>
                  </a:lnTo>
                  <a:lnTo>
                    <a:pt x="12575" y="9189"/>
                  </a:lnTo>
                  <a:lnTo>
                    <a:pt x="12173" y="10463"/>
                  </a:lnTo>
                  <a:lnTo>
                    <a:pt x="11435" y="11503"/>
                  </a:lnTo>
                  <a:lnTo>
                    <a:pt x="10463" y="12274"/>
                  </a:lnTo>
                  <a:lnTo>
                    <a:pt x="9323" y="12743"/>
                  </a:lnTo>
                  <a:lnTo>
                    <a:pt x="8082" y="12878"/>
                  </a:lnTo>
                  <a:lnTo>
                    <a:pt x="6841" y="12676"/>
                  </a:lnTo>
                  <a:lnTo>
                    <a:pt x="5667" y="12073"/>
                  </a:lnTo>
                  <a:lnTo>
                    <a:pt x="5131" y="11570"/>
                  </a:lnTo>
                  <a:lnTo>
                    <a:pt x="4661" y="11033"/>
                  </a:lnTo>
                  <a:lnTo>
                    <a:pt x="4024" y="9860"/>
                  </a:lnTo>
                  <a:lnTo>
                    <a:pt x="3823" y="8619"/>
                  </a:lnTo>
                  <a:lnTo>
                    <a:pt x="3957" y="7378"/>
                  </a:lnTo>
                  <a:lnTo>
                    <a:pt x="4427" y="6238"/>
                  </a:lnTo>
                  <a:lnTo>
                    <a:pt x="5198" y="5266"/>
                  </a:lnTo>
                  <a:lnTo>
                    <a:pt x="6238" y="4561"/>
                  </a:lnTo>
                  <a:lnTo>
                    <a:pt x="7512" y="4159"/>
                  </a:lnTo>
                  <a:lnTo>
                    <a:pt x="8216" y="4125"/>
                  </a:lnTo>
                  <a:close/>
                  <a:moveTo>
                    <a:pt x="8015" y="1"/>
                  </a:moveTo>
                  <a:lnTo>
                    <a:pt x="7713" y="34"/>
                  </a:lnTo>
                  <a:lnTo>
                    <a:pt x="7244" y="403"/>
                  </a:lnTo>
                  <a:lnTo>
                    <a:pt x="7143" y="671"/>
                  </a:lnTo>
                  <a:lnTo>
                    <a:pt x="7042" y="1107"/>
                  </a:lnTo>
                  <a:lnTo>
                    <a:pt x="6942" y="1309"/>
                  </a:lnTo>
                  <a:lnTo>
                    <a:pt x="6640" y="1644"/>
                  </a:lnTo>
                  <a:lnTo>
                    <a:pt x="6405" y="1711"/>
                  </a:lnTo>
                  <a:lnTo>
                    <a:pt x="6103" y="1812"/>
                  </a:lnTo>
                  <a:lnTo>
                    <a:pt x="5802" y="1912"/>
                  </a:lnTo>
                  <a:lnTo>
                    <a:pt x="5567" y="1979"/>
                  </a:lnTo>
                  <a:lnTo>
                    <a:pt x="5131" y="1879"/>
                  </a:lnTo>
                  <a:lnTo>
                    <a:pt x="4930" y="1745"/>
                  </a:lnTo>
                  <a:lnTo>
                    <a:pt x="4594" y="1476"/>
                  </a:lnTo>
                  <a:lnTo>
                    <a:pt x="4326" y="1309"/>
                  </a:lnTo>
                  <a:lnTo>
                    <a:pt x="3790" y="1275"/>
                  </a:lnTo>
                  <a:lnTo>
                    <a:pt x="3521" y="1409"/>
                  </a:lnTo>
                  <a:lnTo>
                    <a:pt x="3220" y="1610"/>
                  </a:lnTo>
                  <a:lnTo>
                    <a:pt x="2985" y="1812"/>
                  </a:lnTo>
                  <a:lnTo>
                    <a:pt x="2817" y="2348"/>
                  </a:lnTo>
                  <a:lnTo>
                    <a:pt x="2884" y="2650"/>
                  </a:lnTo>
                  <a:lnTo>
                    <a:pt x="3052" y="3052"/>
                  </a:lnTo>
                  <a:lnTo>
                    <a:pt x="3119" y="3287"/>
                  </a:lnTo>
                  <a:lnTo>
                    <a:pt x="3052" y="3723"/>
                  </a:lnTo>
                  <a:lnTo>
                    <a:pt x="2918" y="3924"/>
                  </a:lnTo>
                  <a:lnTo>
                    <a:pt x="2717" y="4192"/>
                  </a:lnTo>
                  <a:lnTo>
                    <a:pt x="2515" y="4427"/>
                  </a:lnTo>
                  <a:lnTo>
                    <a:pt x="2381" y="4628"/>
                  </a:lnTo>
                  <a:lnTo>
                    <a:pt x="1945" y="4830"/>
                  </a:lnTo>
                  <a:lnTo>
                    <a:pt x="1711" y="4830"/>
                  </a:lnTo>
                  <a:lnTo>
                    <a:pt x="1308" y="4763"/>
                  </a:lnTo>
                  <a:lnTo>
                    <a:pt x="1006" y="4763"/>
                  </a:lnTo>
                  <a:lnTo>
                    <a:pt x="503" y="5064"/>
                  </a:lnTo>
                  <a:lnTo>
                    <a:pt x="403" y="5333"/>
                  </a:lnTo>
                  <a:lnTo>
                    <a:pt x="269" y="5735"/>
                  </a:lnTo>
                  <a:lnTo>
                    <a:pt x="168" y="6003"/>
                  </a:lnTo>
                  <a:lnTo>
                    <a:pt x="336" y="6540"/>
                  </a:lnTo>
                  <a:lnTo>
                    <a:pt x="570" y="6741"/>
                  </a:lnTo>
                  <a:lnTo>
                    <a:pt x="973" y="7009"/>
                  </a:lnTo>
                  <a:lnTo>
                    <a:pt x="1140" y="7177"/>
                  </a:lnTo>
                  <a:lnTo>
                    <a:pt x="1342" y="7579"/>
                  </a:lnTo>
                  <a:lnTo>
                    <a:pt x="1342" y="7814"/>
                  </a:lnTo>
                  <a:lnTo>
                    <a:pt x="1308" y="8149"/>
                  </a:lnTo>
                  <a:lnTo>
                    <a:pt x="1308" y="8485"/>
                  </a:lnTo>
                  <a:lnTo>
                    <a:pt x="1275" y="8719"/>
                  </a:lnTo>
                  <a:lnTo>
                    <a:pt x="1040" y="9088"/>
                  </a:lnTo>
                  <a:lnTo>
                    <a:pt x="872" y="9222"/>
                  </a:lnTo>
                  <a:lnTo>
                    <a:pt x="470" y="9457"/>
                  </a:lnTo>
                  <a:lnTo>
                    <a:pt x="202" y="9625"/>
                  </a:lnTo>
                  <a:lnTo>
                    <a:pt x="0" y="10128"/>
                  </a:lnTo>
                  <a:lnTo>
                    <a:pt x="34" y="10430"/>
                  </a:lnTo>
                  <a:lnTo>
                    <a:pt x="134" y="10832"/>
                  </a:lnTo>
                  <a:lnTo>
                    <a:pt x="235" y="11100"/>
                  </a:lnTo>
                  <a:lnTo>
                    <a:pt x="705" y="11436"/>
                  </a:lnTo>
                  <a:lnTo>
                    <a:pt x="1006" y="11469"/>
                  </a:lnTo>
                  <a:lnTo>
                    <a:pt x="1643" y="11469"/>
                  </a:lnTo>
                  <a:lnTo>
                    <a:pt x="2046" y="11704"/>
                  </a:lnTo>
                  <a:lnTo>
                    <a:pt x="2180" y="11872"/>
                  </a:lnTo>
                  <a:lnTo>
                    <a:pt x="2348" y="12207"/>
                  </a:lnTo>
                  <a:lnTo>
                    <a:pt x="2549" y="12475"/>
                  </a:lnTo>
                  <a:lnTo>
                    <a:pt x="2649" y="12676"/>
                  </a:lnTo>
                  <a:lnTo>
                    <a:pt x="2683" y="13112"/>
                  </a:lnTo>
                  <a:lnTo>
                    <a:pt x="2616" y="13347"/>
                  </a:lnTo>
                  <a:lnTo>
                    <a:pt x="2448" y="13716"/>
                  </a:lnTo>
                  <a:lnTo>
                    <a:pt x="2348" y="13984"/>
                  </a:lnTo>
                  <a:lnTo>
                    <a:pt x="2448" y="14554"/>
                  </a:lnTo>
                  <a:lnTo>
                    <a:pt x="2649" y="14755"/>
                  </a:lnTo>
                  <a:lnTo>
                    <a:pt x="2951" y="15024"/>
                  </a:lnTo>
                  <a:lnTo>
                    <a:pt x="3220" y="15191"/>
                  </a:lnTo>
                  <a:lnTo>
                    <a:pt x="3790" y="15191"/>
                  </a:lnTo>
                  <a:lnTo>
                    <a:pt x="4024" y="15057"/>
                  </a:lnTo>
                  <a:lnTo>
                    <a:pt x="4360" y="14823"/>
                  </a:lnTo>
                  <a:lnTo>
                    <a:pt x="4527" y="14722"/>
                  </a:lnTo>
                  <a:lnTo>
                    <a:pt x="4997" y="14688"/>
                  </a:lnTo>
                  <a:lnTo>
                    <a:pt x="5198" y="14755"/>
                  </a:lnTo>
                  <a:lnTo>
                    <a:pt x="5533" y="14890"/>
                  </a:lnTo>
                  <a:lnTo>
                    <a:pt x="5869" y="15024"/>
                  </a:lnTo>
                  <a:lnTo>
                    <a:pt x="6070" y="15124"/>
                  </a:lnTo>
                  <a:lnTo>
                    <a:pt x="6372" y="15493"/>
                  </a:lnTo>
                  <a:lnTo>
                    <a:pt x="6439" y="15694"/>
                  </a:lnTo>
                  <a:lnTo>
                    <a:pt x="6506" y="16063"/>
                  </a:lnTo>
                  <a:lnTo>
                    <a:pt x="6573" y="16365"/>
                  </a:lnTo>
                  <a:lnTo>
                    <a:pt x="7009" y="16734"/>
                  </a:lnTo>
                  <a:lnTo>
                    <a:pt x="7277" y="16801"/>
                  </a:lnTo>
                  <a:lnTo>
                    <a:pt x="7679" y="16835"/>
                  </a:lnTo>
                  <a:lnTo>
                    <a:pt x="7981" y="16835"/>
                  </a:lnTo>
                  <a:lnTo>
                    <a:pt x="8451" y="16533"/>
                  </a:lnTo>
                  <a:lnTo>
                    <a:pt x="8585" y="16264"/>
                  </a:lnTo>
                  <a:lnTo>
                    <a:pt x="8685" y="15929"/>
                  </a:lnTo>
                  <a:lnTo>
                    <a:pt x="8786" y="15694"/>
                  </a:lnTo>
                  <a:lnTo>
                    <a:pt x="9155" y="15393"/>
                  </a:lnTo>
                  <a:lnTo>
                    <a:pt x="9356" y="15359"/>
                  </a:lnTo>
                  <a:lnTo>
                    <a:pt x="9725" y="15292"/>
                  </a:lnTo>
                  <a:lnTo>
                    <a:pt x="10094" y="15191"/>
                  </a:lnTo>
                  <a:lnTo>
                    <a:pt x="10329" y="15158"/>
                  </a:lnTo>
                  <a:lnTo>
                    <a:pt x="10765" y="15258"/>
                  </a:lnTo>
                  <a:lnTo>
                    <a:pt x="10932" y="15426"/>
                  </a:lnTo>
                  <a:lnTo>
                    <a:pt x="11200" y="15694"/>
                  </a:lnTo>
                  <a:lnTo>
                    <a:pt x="11402" y="15862"/>
                  </a:lnTo>
                  <a:lnTo>
                    <a:pt x="11972" y="15929"/>
                  </a:lnTo>
                  <a:lnTo>
                    <a:pt x="12240" y="15829"/>
                  </a:lnTo>
                  <a:lnTo>
                    <a:pt x="12575" y="15627"/>
                  </a:lnTo>
                  <a:lnTo>
                    <a:pt x="12844" y="15460"/>
                  </a:lnTo>
                  <a:lnTo>
                    <a:pt x="13045" y="14923"/>
                  </a:lnTo>
                  <a:lnTo>
                    <a:pt x="13011" y="14621"/>
                  </a:lnTo>
                  <a:lnTo>
                    <a:pt x="12911" y="14286"/>
                  </a:lnTo>
                  <a:lnTo>
                    <a:pt x="12877" y="14051"/>
                  </a:lnTo>
                  <a:lnTo>
                    <a:pt x="12978" y="13615"/>
                  </a:lnTo>
                  <a:lnTo>
                    <a:pt x="13145" y="13448"/>
                  </a:lnTo>
                  <a:lnTo>
                    <a:pt x="13380" y="13179"/>
                  </a:lnTo>
                  <a:lnTo>
                    <a:pt x="13648" y="12878"/>
                  </a:lnTo>
                  <a:lnTo>
                    <a:pt x="13816" y="12710"/>
                  </a:lnTo>
                  <a:lnTo>
                    <a:pt x="14252" y="12542"/>
                  </a:lnTo>
                  <a:lnTo>
                    <a:pt x="14487" y="12576"/>
                  </a:lnTo>
                  <a:lnTo>
                    <a:pt x="14822" y="12643"/>
                  </a:lnTo>
                  <a:lnTo>
                    <a:pt x="15124" y="12676"/>
                  </a:lnTo>
                  <a:lnTo>
                    <a:pt x="15627" y="12408"/>
                  </a:lnTo>
                  <a:lnTo>
                    <a:pt x="15761" y="12173"/>
                  </a:lnTo>
                  <a:lnTo>
                    <a:pt x="15929" y="11805"/>
                  </a:lnTo>
                  <a:lnTo>
                    <a:pt x="16029" y="11503"/>
                  </a:lnTo>
                  <a:lnTo>
                    <a:pt x="15895" y="10966"/>
                  </a:lnTo>
                  <a:lnTo>
                    <a:pt x="15694" y="10765"/>
                  </a:lnTo>
                  <a:lnTo>
                    <a:pt x="15426" y="10530"/>
                  </a:lnTo>
                  <a:lnTo>
                    <a:pt x="15258" y="10396"/>
                  </a:lnTo>
                  <a:lnTo>
                    <a:pt x="15090" y="9960"/>
                  </a:lnTo>
                  <a:lnTo>
                    <a:pt x="15124" y="9725"/>
                  </a:lnTo>
                  <a:lnTo>
                    <a:pt x="15157" y="9357"/>
                  </a:lnTo>
                  <a:lnTo>
                    <a:pt x="15191" y="8954"/>
                  </a:lnTo>
                  <a:lnTo>
                    <a:pt x="15224" y="8719"/>
                  </a:lnTo>
                  <a:lnTo>
                    <a:pt x="15493" y="8384"/>
                  </a:lnTo>
                  <a:lnTo>
                    <a:pt x="15694" y="8250"/>
                  </a:lnTo>
                  <a:lnTo>
                    <a:pt x="16029" y="8116"/>
                  </a:lnTo>
                  <a:lnTo>
                    <a:pt x="16264" y="7948"/>
                  </a:lnTo>
                  <a:lnTo>
                    <a:pt x="16532" y="7445"/>
                  </a:lnTo>
                  <a:lnTo>
                    <a:pt x="16532" y="7177"/>
                  </a:lnTo>
                  <a:lnTo>
                    <a:pt x="16465" y="6775"/>
                  </a:lnTo>
                  <a:lnTo>
                    <a:pt x="16365" y="6506"/>
                  </a:lnTo>
                  <a:lnTo>
                    <a:pt x="15962" y="6104"/>
                  </a:lnTo>
                  <a:lnTo>
                    <a:pt x="15660" y="6070"/>
                  </a:lnTo>
                  <a:lnTo>
                    <a:pt x="15258" y="6037"/>
                  </a:lnTo>
                  <a:lnTo>
                    <a:pt x="15057" y="6003"/>
                  </a:lnTo>
                  <a:lnTo>
                    <a:pt x="14688" y="5735"/>
                  </a:lnTo>
                  <a:lnTo>
                    <a:pt x="14554" y="5567"/>
                  </a:lnTo>
                  <a:lnTo>
                    <a:pt x="14386" y="5232"/>
                  </a:lnTo>
                  <a:lnTo>
                    <a:pt x="14218" y="4897"/>
                  </a:lnTo>
                  <a:lnTo>
                    <a:pt x="14118" y="4695"/>
                  </a:lnTo>
                  <a:lnTo>
                    <a:pt x="14118" y="4260"/>
                  </a:lnTo>
                  <a:lnTo>
                    <a:pt x="14218" y="4058"/>
                  </a:lnTo>
                  <a:lnTo>
                    <a:pt x="14420" y="3723"/>
                  </a:lnTo>
                  <a:lnTo>
                    <a:pt x="14520" y="3455"/>
                  </a:lnTo>
                  <a:lnTo>
                    <a:pt x="14453" y="2885"/>
                  </a:lnTo>
                  <a:lnTo>
                    <a:pt x="14286" y="2650"/>
                  </a:lnTo>
                  <a:lnTo>
                    <a:pt x="14017" y="2382"/>
                  </a:lnTo>
                  <a:lnTo>
                    <a:pt x="13783" y="2180"/>
                  </a:lnTo>
                  <a:lnTo>
                    <a:pt x="13212" y="2113"/>
                  </a:lnTo>
                  <a:lnTo>
                    <a:pt x="12944" y="2248"/>
                  </a:lnTo>
                  <a:lnTo>
                    <a:pt x="12609" y="2449"/>
                  </a:lnTo>
                  <a:lnTo>
                    <a:pt x="12374" y="2549"/>
                  </a:lnTo>
                  <a:lnTo>
                    <a:pt x="11938" y="2549"/>
                  </a:lnTo>
                  <a:lnTo>
                    <a:pt x="11737" y="2449"/>
                  </a:lnTo>
                  <a:lnTo>
                    <a:pt x="10899" y="2013"/>
                  </a:lnTo>
                  <a:lnTo>
                    <a:pt x="9960" y="1745"/>
                  </a:lnTo>
                  <a:lnTo>
                    <a:pt x="9759" y="1644"/>
                  </a:lnTo>
                  <a:lnTo>
                    <a:pt x="9423" y="1309"/>
                  </a:lnTo>
                  <a:lnTo>
                    <a:pt x="9356" y="1107"/>
                  </a:lnTo>
                  <a:lnTo>
                    <a:pt x="9256" y="671"/>
                  </a:lnTo>
                  <a:lnTo>
                    <a:pt x="9155" y="403"/>
                  </a:lnTo>
                  <a:lnTo>
                    <a:pt x="8685" y="34"/>
                  </a:lnTo>
                  <a:lnTo>
                    <a:pt x="8384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5330186" y="1481044"/>
              <a:ext cx="2273137" cy="88974"/>
            </a:xfrm>
            <a:custGeom>
              <a:avLst/>
              <a:gdLst/>
              <a:ahLst/>
              <a:cxnLst/>
              <a:rect l="l" t="t" r="r" b="b"/>
              <a:pathLst>
                <a:path w="125953" h="4930" extrusionOk="0">
                  <a:moveTo>
                    <a:pt x="4193" y="0"/>
                  </a:moveTo>
                  <a:lnTo>
                    <a:pt x="3287" y="201"/>
                  </a:lnTo>
                  <a:lnTo>
                    <a:pt x="2449" y="537"/>
                  </a:lnTo>
                  <a:lnTo>
                    <a:pt x="1678" y="1040"/>
                  </a:lnTo>
                  <a:lnTo>
                    <a:pt x="1041" y="1677"/>
                  </a:lnTo>
                  <a:lnTo>
                    <a:pt x="538" y="2448"/>
                  </a:lnTo>
                  <a:lnTo>
                    <a:pt x="202" y="3286"/>
                  </a:lnTo>
                  <a:lnTo>
                    <a:pt x="1" y="4192"/>
                  </a:lnTo>
                  <a:lnTo>
                    <a:pt x="1" y="4695"/>
                  </a:lnTo>
                  <a:lnTo>
                    <a:pt x="1" y="4930"/>
                  </a:lnTo>
                  <a:lnTo>
                    <a:pt x="125952" y="4930"/>
                  </a:lnTo>
                  <a:lnTo>
                    <a:pt x="125952" y="4695"/>
                  </a:lnTo>
                  <a:lnTo>
                    <a:pt x="125919" y="4192"/>
                  </a:lnTo>
                  <a:lnTo>
                    <a:pt x="125718" y="3286"/>
                  </a:lnTo>
                  <a:lnTo>
                    <a:pt x="125382" y="2448"/>
                  </a:lnTo>
                  <a:lnTo>
                    <a:pt x="124879" y="1677"/>
                  </a:lnTo>
                  <a:lnTo>
                    <a:pt x="124209" y="1040"/>
                  </a:lnTo>
                  <a:lnTo>
                    <a:pt x="123471" y="537"/>
                  </a:lnTo>
                  <a:lnTo>
                    <a:pt x="122632" y="168"/>
                  </a:lnTo>
                  <a:lnTo>
                    <a:pt x="12169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5330186" y="1481044"/>
              <a:ext cx="2273137" cy="1746601"/>
            </a:xfrm>
            <a:custGeom>
              <a:avLst/>
              <a:gdLst/>
              <a:ahLst/>
              <a:cxnLst/>
              <a:rect l="l" t="t" r="r" b="b"/>
              <a:pathLst>
                <a:path w="125953" h="96778" fill="none" extrusionOk="0">
                  <a:moveTo>
                    <a:pt x="125952" y="4695"/>
                  </a:moveTo>
                  <a:lnTo>
                    <a:pt x="125952" y="92083"/>
                  </a:lnTo>
                  <a:lnTo>
                    <a:pt x="125919" y="92552"/>
                  </a:lnTo>
                  <a:lnTo>
                    <a:pt x="125718" y="93458"/>
                  </a:lnTo>
                  <a:lnTo>
                    <a:pt x="125382" y="94330"/>
                  </a:lnTo>
                  <a:lnTo>
                    <a:pt x="124879" y="95067"/>
                  </a:lnTo>
                  <a:lnTo>
                    <a:pt x="124242" y="95704"/>
                  </a:lnTo>
                  <a:lnTo>
                    <a:pt x="123471" y="96207"/>
                  </a:lnTo>
                  <a:lnTo>
                    <a:pt x="122632" y="96576"/>
                  </a:lnTo>
                  <a:lnTo>
                    <a:pt x="121727" y="96777"/>
                  </a:lnTo>
                  <a:lnTo>
                    <a:pt x="121224" y="96777"/>
                  </a:lnTo>
                  <a:lnTo>
                    <a:pt x="4696" y="96777"/>
                  </a:lnTo>
                  <a:lnTo>
                    <a:pt x="4226" y="96777"/>
                  </a:lnTo>
                  <a:lnTo>
                    <a:pt x="3287" y="96576"/>
                  </a:lnTo>
                  <a:lnTo>
                    <a:pt x="2449" y="96207"/>
                  </a:lnTo>
                  <a:lnTo>
                    <a:pt x="1711" y="95704"/>
                  </a:lnTo>
                  <a:lnTo>
                    <a:pt x="1041" y="95067"/>
                  </a:lnTo>
                  <a:lnTo>
                    <a:pt x="538" y="94330"/>
                  </a:lnTo>
                  <a:lnTo>
                    <a:pt x="202" y="93491"/>
                  </a:lnTo>
                  <a:lnTo>
                    <a:pt x="1" y="92552"/>
                  </a:lnTo>
                  <a:lnTo>
                    <a:pt x="1" y="92083"/>
                  </a:lnTo>
                  <a:lnTo>
                    <a:pt x="1" y="4695"/>
                  </a:lnTo>
                  <a:lnTo>
                    <a:pt x="1" y="4192"/>
                  </a:lnTo>
                  <a:lnTo>
                    <a:pt x="202" y="3286"/>
                  </a:lnTo>
                  <a:lnTo>
                    <a:pt x="538" y="2448"/>
                  </a:lnTo>
                  <a:lnTo>
                    <a:pt x="1041" y="1677"/>
                  </a:lnTo>
                  <a:lnTo>
                    <a:pt x="1678" y="1040"/>
                  </a:lnTo>
                  <a:lnTo>
                    <a:pt x="2449" y="537"/>
                  </a:lnTo>
                  <a:lnTo>
                    <a:pt x="3287" y="201"/>
                  </a:lnTo>
                  <a:lnTo>
                    <a:pt x="4193" y="0"/>
                  </a:lnTo>
                  <a:lnTo>
                    <a:pt x="4696" y="0"/>
                  </a:lnTo>
                  <a:lnTo>
                    <a:pt x="121224" y="0"/>
                  </a:lnTo>
                  <a:lnTo>
                    <a:pt x="121694" y="0"/>
                  </a:lnTo>
                  <a:lnTo>
                    <a:pt x="122632" y="168"/>
                  </a:lnTo>
                  <a:lnTo>
                    <a:pt x="123471" y="537"/>
                  </a:lnTo>
                  <a:lnTo>
                    <a:pt x="124209" y="1040"/>
                  </a:lnTo>
                  <a:lnTo>
                    <a:pt x="124879" y="1677"/>
                  </a:lnTo>
                  <a:lnTo>
                    <a:pt x="125382" y="2448"/>
                  </a:lnTo>
                  <a:lnTo>
                    <a:pt x="125718" y="3286"/>
                  </a:lnTo>
                  <a:lnTo>
                    <a:pt x="125919" y="4192"/>
                  </a:lnTo>
                  <a:lnTo>
                    <a:pt x="125952" y="4695"/>
                  </a:lnTo>
                  <a:close/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5484510" y="1508277"/>
              <a:ext cx="35120" cy="34507"/>
            </a:xfrm>
            <a:custGeom>
              <a:avLst/>
              <a:gdLst/>
              <a:ahLst/>
              <a:cxnLst/>
              <a:rect l="l" t="t" r="r" b="b"/>
              <a:pathLst>
                <a:path w="1946" h="1912" extrusionOk="0">
                  <a:moveTo>
                    <a:pt x="973" y="0"/>
                  </a:moveTo>
                  <a:lnTo>
                    <a:pt x="672" y="34"/>
                  </a:lnTo>
                  <a:lnTo>
                    <a:pt x="236" y="336"/>
                  </a:lnTo>
                  <a:lnTo>
                    <a:pt x="1" y="839"/>
                  </a:lnTo>
                  <a:lnTo>
                    <a:pt x="102" y="1409"/>
                  </a:lnTo>
                  <a:lnTo>
                    <a:pt x="303" y="1643"/>
                  </a:lnTo>
                  <a:lnTo>
                    <a:pt x="538" y="1811"/>
                  </a:lnTo>
                  <a:lnTo>
                    <a:pt x="1074" y="1912"/>
                  </a:lnTo>
                  <a:lnTo>
                    <a:pt x="1577" y="1710"/>
                  </a:lnTo>
                  <a:lnTo>
                    <a:pt x="1912" y="1274"/>
                  </a:lnTo>
                  <a:lnTo>
                    <a:pt x="1946" y="973"/>
                  </a:lnTo>
                  <a:lnTo>
                    <a:pt x="1879" y="570"/>
                  </a:lnTo>
                  <a:lnTo>
                    <a:pt x="1376" y="67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5566211" y="1508277"/>
              <a:ext cx="35120" cy="34507"/>
            </a:xfrm>
            <a:custGeom>
              <a:avLst/>
              <a:gdLst/>
              <a:ahLst/>
              <a:cxnLst/>
              <a:rect l="l" t="t" r="r" b="b"/>
              <a:pathLst>
                <a:path w="1946" h="1912" extrusionOk="0">
                  <a:moveTo>
                    <a:pt x="1007" y="0"/>
                  </a:moveTo>
                  <a:lnTo>
                    <a:pt x="672" y="34"/>
                  </a:lnTo>
                  <a:lnTo>
                    <a:pt x="236" y="336"/>
                  </a:lnTo>
                  <a:lnTo>
                    <a:pt x="1" y="839"/>
                  </a:lnTo>
                  <a:lnTo>
                    <a:pt x="102" y="1375"/>
                  </a:lnTo>
                  <a:lnTo>
                    <a:pt x="303" y="1610"/>
                  </a:lnTo>
                  <a:lnTo>
                    <a:pt x="538" y="1811"/>
                  </a:lnTo>
                  <a:lnTo>
                    <a:pt x="1074" y="1912"/>
                  </a:lnTo>
                  <a:lnTo>
                    <a:pt x="1577" y="1710"/>
                  </a:lnTo>
                  <a:lnTo>
                    <a:pt x="1879" y="1274"/>
                  </a:lnTo>
                  <a:lnTo>
                    <a:pt x="1946" y="973"/>
                  </a:lnTo>
                  <a:lnTo>
                    <a:pt x="1879" y="570"/>
                  </a:lnTo>
                  <a:lnTo>
                    <a:pt x="1376" y="67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5647912" y="1508277"/>
              <a:ext cx="34525" cy="34507"/>
            </a:xfrm>
            <a:custGeom>
              <a:avLst/>
              <a:gdLst/>
              <a:ahLst/>
              <a:cxnLst/>
              <a:rect l="l" t="t" r="r" b="b"/>
              <a:pathLst>
                <a:path w="1913" h="1912" extrusionOk="0">
                  <a:moveTo>
                    <a:pt x="973" y="0"/>
                  </a:moveTo>
                  <a:lnTo>
                    <a:pt x="638" y="34"/>
                  </a:lnTo>
                  <a:lnTo>
                    <a:pt x="202" y="336"/>
                  </a:lnTo>
                  <a:lnTo>
                    <a:pt x="1" y="839"/>
                  </a:lnTo>
                  <a:lnTo>
                    <a:pt x="102" y="1409"/>
                  </a:lnTo>
                  <a:lnTo>
                    <a:pt x="269" y="1643"/>
                  </a:lnTo>
                  <a:lnTo>
                    <a:pt x="504" y="1811"/>
                  </a:lnTo>
                  <a:lnTo>
                    <a:pt x="1074" y="1912"/>
                  </a:lnTo>
                  <a:lnTo>
                    <a:pt x="1577" y="1710"/>
                  </a:lnTo>
                  <a:lnTo>
                    <a:pt x="1879" y="1274"/>
                  </a:lnTo>
                  <a:lnTo>
                    <a:pt x="1912" y="973"/>
                  </a:lnTo>
                  <a:lnTo>
                    <a:pt x="1845" y="570"/>
                  </a:lnTo>
                  <a:lnTo>
                    <a:pt x="1342" y="67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6107257" y="2106805"/>
              <a:ext cx="722026" cy="722622"/>
            </a:xfrm>
            <a:custGeom>
              <a:avLst/>
              <a:gdLst/>
              <a:ahLst/>
              <a:cxnLst/>
              <a:rect l="l" t="t" r="r" b="b"/>
              <a:pathLst>
                <a:path w="40007" h="40040" fill="none" extrusionOk="0">
                  <a:moveTo>
                    <a:pt x="40006" y="20020"/>
                  </a:moveTo>
                  <a:lnTo>
                    <a:pt x="39973" y="21529"/>
                  </a:lnTo>
                  <a:lnTo>
                    <a:pt x="39537" y="24480"/>
                  </a:lnTo>
                  <a:lnTo>
                    <a:pt x="38665" y="27263"/>
                  </a:lnTo>
                  <a:lnTo>
                    <a:pt x="37424" y="29912"/>
                  </a:lnTo>
                  <a:lnTo>
                    <a:pt x="35814" y="32327"/>
                  </a:lnTo>
                  <a:lnTo>
                    <a:pt x="33870" y="34473"/>
                  </a:lnTo>
                  <a:lnTo>
                    <a:pt x="31589" y="36351"/>
                  </a:lnTo>
                  <a:lnTo>
                    <a:pt x="29041" y="37893"/>
                  </a:lnTo>
                  <a:lnTo>
                    <a:pt x="27666" y="38497"/>
                  </a:lnTo>
                  <a:lnTo>
                    <a:pt x="26257" y="39034"/>
                  </a:lnTo>
                  <a:lnTo>
                    <a:pt x="23374" y="39771"/>
                  </a:lnTo>
                  <a:lnTo>
                    <a:pt x="20456" y="40040"/>
                  </a:lnTo>
                  <a:lnTo>
                    <a:pt x="17539" y="39905"/>
                  </a:lnTo>
                  <a:lnTo>
                    <a:pt x="14688" y="39335"/>
                  </a:lnTo>
                  <a:lnTo>
                    <a:pt x="11939" y="38363"/>
                  </a:lnTo>
                  <a:lnTo>
                    <a:pt x="9357" y="36988"/>
                  </a:lnTo>
                  <a:lnTo>
                    <a:pt x="6976" y="35211"/>
                  </a:lnTo>
                  <a:lnTo>
                    <a:pt x="5869" y="34171"/>
                  </a:lnTo>
                  <a:lnTo>
                    <a:pt x="4830" y="33065"/>
                  </a:lnTo>
                  <a:lnTo>
                    <a:pt x="3052" y="30684"/>
                  </a:lnTo>
                  <a:lnTo>
                    <a:pt x="1677" y="28102"/>
                  </a:lnTo>
                  <a:lnTo>
                    <a:pt x="705" y="25352"/>
                  </a:lnTo>
                  <a:lnTo>
                    <a:pt x="135" y="22502"/>
                  </a:lnTo>
                  <a:lnTo>
                    <a:pt x="1" y="19584"/>
                  </a:lnTo>
                  <a:lnTo>
                    <a:pt x="269" y="16667"/>
                  </a:lnTo>
                  <a:lnTo>
                    <a:pt x="973" y="13783"/>
                  </a:lnTo>
                  <a:lnTo>
                    <a:pt x="1543" y="12374"/>
                  </a:lnTo>
                  <a:lnTo>
                    <a:pt x="2147" y="10966"/>
                  </a:lnTo>
                  <a:lnTo>
                    <a:pt x="3689" y="8451"/>
                  </a:lnTo>
                  <a:lnTo>
                    <a:pt x="5534" y="6171"/>
                  </a:lnTo>
                  <a:lnTo>
                    <a:pt x="7713" y="4226"/>
                  </a:lnTo>
                  <a:lnTo>
                    <a:pt x="10128" y="2616"/>
                  </a:lnTo>
                  <a:lnTo>
                    <a:pt x="12743" y="1342"/>
                  </a:lnTo>
                  <a:lnTo>
                    <a:pt x="15560" y="504"/>
                  </a:lnTo>
                  <a:lnTo>
                    <a:pt x="18511" y="68"/>
                  </a:lnTo>
                  <a:lnTo>
                    <a:pt x="20020" y="1"/>
                  </a:lnTo>
                  <a:lnTo>
                    <a:pt x="20020" y="1"/>
                  </a:lnTo>
                  <a:lnTo>
                    <a:pt x="21026" y="34"/>
                  </a:lnTo>
                  <a:lnTo>
                    <a:pt x="23038" y="235"/>
                  </a:lnTo>
                  <a:lnTo>
                    <a:pt x="24983" y="638"/>
                  </a:lnTo>
                  <a:lnTo>
                    <a:pt x="26861" y="1208"/>
                  </a:lnTo>
                  <a:lnTo>
                    <a:pt x="28672" y="1979"/>
                  </a:lnTo>
                  <a:lnTo>
                    <a:pt x="30349" y="2885"/>
                  </a:lnTo>
                  <a:lnTo>
                    <a:pt x="31958" y="3958"/>
                  </a:lnTo>
                  <a:lnTo>
                    <a:pt x="33434" y="5165"/>
                  </a:lnTo>
                  <a:lnTo>
                    <a:pt x="34775" y="6506"/>
                  </a:lnTo>
                  <a:lnTo>
                    <a:pt x="36016" y="7982"/>
                  </a:lnTo>
                  <a:lnTo>
                    <a:pt x="37089" y="9558"/>
                  </a:lnTo>
                  <a:lnTo>
                    <a:pt x="38028" y="11268"/>
                  </a:lnTo>
                  <a:lnTo>
                    <a:pt x="38765" y="13045"/>
                  </a:lnTo>
                  <a:lnTo>
                    <a:pt x="39369" y="14923"/>
                  </a:lnTo>
                  <a:lnTo>
                    <a:pt x="39771" y="16868"/>
                  </a:lnTo>
                  <a:lnTo>
                    <a:pt x="40006" y="18880"/>
                  </a:lnTo>
                  <a:lnTo>
                    <a:pt x="40006" y="19886"/>
                  </a:lnTo>
                  <a:lnTo>
                    <a:pt x="40006" y="20020"/>
                  </a:lnTo>
                  <a:close/>
                </a:path>
              </a:pathLst>
            </a:custGeom>
            <a:noFill/>
            <a:ln w="4275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6799595" y="1654119"/>
              <a:ext cx="1454917" cy="455122"/>
            </a:xfrm>
            <a:custGeom>
              <a:avLst/>
              <a:gdLst/>
              <a:ahLst/>
              <a:cxnLst/>
              <a:rect l="l" t="t" r="r" b="b"/>
              <a:pathLst>
                <a:path w="80616" h="25218" extrusionOk="0">
                  <a:moveTo>
                    <a:pt x="4226" y="1"/>
                  </a:moveTo>
                  <a:lnTo>
                    <a:pt x="3321" y="202"/>
                  </a:lnTo>
                  <a:lnTo>
                    <a:pt x="2449" y="571"/>
                  </a:lnTo>
                  <a:lnTo>
                    <a:pt x="1711" y="1074"/>
                  </a:lnTo>
                  <a:lnTo>
                    <a:pt x="1074" y="1711"/>
                  </a:lnTo>
                  <a:lnTo>
                    <a:pt x="571" y="2449"/>
                  </a:lnTo>
                  <a:lnTo>
                    <a:pt x="202" y="3287"/>
                  </a:lnTo>
                  <a:lnTo>
                    <a:pt x="35" y="4226"/>
                  </a:lnTo>
                  <a:lnTo>
                    <a:pt x="1" y="4695"/>
                  </a:lnTo>
                  <a:lnTo>
                    <a:pt x="1" y="20523"/>
                  </a:lnTo>
                  <a:lnTo>
                    <a:pt x="35" y="20993"/>
                  </a:lnTo>
                  <a:lnTo>
                    <a:pt x="202" y="21932"/>
                  </a:lnTo>
                  <a:lnTo>
                    <a:pt x="571" y="22770"/>
                  </a:lnTo>
                  <a:lnTo>
                    <a:pt x="1074" y="23508"/>
                  </a:lnTo>
                  <a:lnTo>
                    <a:pt x="1711" y="24145"/>
                  </a:lnTo>
                  <a:lnTo>
                    <a:pt x="2449" y="24648"/>
                  </a:lnTo>
                  <a:lnTo>
                    <a:pt x="3321" y="25017"/>
                  </a:lnTo>
                  <a:lnTo>
                    <a:pt x="4226" y="25184"/>
                  </a:lnTo>
                  <a:lnTo>
                    <a:pt x="4729" y="25218"/>
                  </a:lnTo>
                  <a:lnTo>
                    <a:pt x="75921" y="25218"/>
                  </a:lnTo>
                  <a:lnTo>
                    <a:pt x="76390" y="25184"/>
                  </a:lnTo>
                  <a:lnTo>
                    <a:pt x="77329" y="25017"/>
                  </a:lnTo>
                  <a:lnTo>
                    <a:pt x="78167" y="24648"/>
                  </a:lnTo>
                  <a:lnTo>
                    <a:pt x="78905" y="24145"/>
                  </a:lnTo>
                  <a:lnTo>
                    <a:pt x="79542" y="23508"/>
                  </a:lnTo>
                  <a:lnTo>
                    <a:pt x="80079" y="22770"/>
                  </a:lnTo>
                  <a:lnTo>
                    <a:pt x="80414" y="21932"/>
                  </a:lnTo>
                  <a:lnTo>
                    <a:pt x="80615" y="20993"/>
                  </a:lnTo>
                  <a:lnTo>
                    <a:pt x="80615" y="20523"/>
                  </a:lnTo>
                  <a:lnTo>
                    <a:pt x="80615" y="4695"/>
                  </a:lnTo>
                  <a:lnTo>
                    <a:pt x="80615" y="4226"/>
                  </a:lnTo>
                  <a:lnTo>
                    <a:pt x="80414" y="3287"/>
                  </a:lnTo>
                  <a:lnTo>
                    <a:pt x="80079" y="2449"/>
                  </a:lnTo>
                  <a:lnTo>
                    <a:pt x="79542" y="1711"/>
                  </a:lnTo>
                  <a:lnTo>
                    <a:pt x="78905" y="1074"/>
                  </a:lnTo>
                  <a:lnTo>
                    <a:pt x="78167" y="571"/>
                  </a:lnTo>
                  <a:lnTo>
                    <a:pt x="77329" y="202"/>
                  </a:lnTo>
                  <a:lnTo>
                    <a:pt x="76390" y="1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7054390" y="1879857"/>
              <a:ext cx="991331" cy="18"/>
            </a:xfrm>
            <a:custGeom>
              <a:avLst/>
              <a:gdLst/>
              <a:ahLst/>
              <a:cxnLst/>
              <a:rect l="l" t="t" r="r" b="b"/>
              <a:pathLst>
                <a:path w="54929" h="1" fill="none" extrusionOk="0">
                  <a:moveTo>
                    <a:pt x="1" y="1"/>
                  </a:moveTo>
                  <a:lnTo>
                    <a:pt x="54928" y="1"/>
                  </a:lnTo>
                </a:path>
              </a:pathLst>
            </a:custGeom>
            <a:noFill/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7023529" y="1769118"/>
              <a:ext cx="718381" cy="110758"/>
            </a:xfrm>
            <a:custGeom>
              <a:avLst/>
              <a:gdLst/>
              <a:ahLst/>
              <a:cxnLst/>
              <a:rect l="l" t="t" r="r" b="b"/>
              <a:pathLst>
                <a:path w="39805" h="6137" fill="none" extrusionOk="0">
                  <a:moveTo>
                    <a:pt x="0" y="6137"/>
                  </a:moveTo>
                  <a:lnTo>
                    <a:pt x="8685" y="0"/>
                  </a:lnTo>
                  <a:lnTo>
                    <a:pt x="30784" y="0"/>
                  </a:lnTo>
                  <a:lnTo>
                    <a:pt x="39804" y="6137"/>
                  </a:lnTo>
                </a:path>
              </a:pathLst>
            </a:custGeom>
            <a:noFill/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7710417" y="1848996"/>
              <a:ext cx="62354" cy="61740"/>
            </a:xfrm>
            <a:custGeom>
              <a:avLst/>
              <a:gdLst/>
              <a:ahLst/>
              <a:cxnLst/>
              <a:rect l="l" t="t" r="r" b="b"/>
              <a:pathLst>
                <a:path w="3455" h="3421" extrusionOk="0">
                  <a:moveTo>
                    <a:pt x="1443" y="0"/>
                  </a:moveTo>
                  <a:lnTo>
                    <a:pt x="940" y="168"/>
                  </a:lnTo>
                  <a:lnTo>
                    <a:pt x="370" y="604"/>
                  </a:lnTo>
                  <a:lnTo>
                    <a:pt x="1" y="1509"/>
                  </a:lnTo>
                  <a:lnTo>
                    <a:pt x="68" y="2247"/>
                  </a:lnTo>
                  <a:lnTo>
                    <a:pt x="336" y="2717"/>
                  </a:lnTo>
                  <a:lnTo>
                    <a:pt x="504" y="2918"/>
                  </a:lnTo>
                  <a:lnTo>
                    <a:pt x="705" y="3086"/>
                  </a:lnTo>
                  <a:lnTo>
                    <a:pt x="1174" y="3320"/>
                  </a:lnTo>
                  <a:lnTo>
                    <a:pt x="1912" y="3421"/>
                  </a:lnTo>
                  <a:lnTo>
                    <a:pt x="2818" y="3052"/>
                  </a:lnTo>
                  <a:lnTo>
                    <a:pt x="3253" y="2482"/>
                  </a:lnTo>
                  <a:lnTo>
                    <a:pt x="3421" y="1979"/>
                  </a:lnTo>
                  <a:lnTo>
                    <a:pt x="3455" y="1711"/>
                  </a:lnTo>
                  <a:lnTo>
                    <a:pt x="3421" y="1342"/>
                  </a:lnTo>
                  <a:lnTo>
                    <a:pt x="3153" y="738"/>
                  </a:lnTo>
                  <a:lnTo>
                    <a:pt x="2683" y="269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7149410" y="1738239"/>
              <a:ext cx="61740" cy="61759"/>
            </a:xfrm>
            <a:custGeom>
              <a:avLst/>
              <a:gdLst/>
              <a:ahLst/>
              <a:cxnLst/>
              <a:rect l="l" t="t" r="r" b="b"/>
              <a:pathLst>
                <a:path w="3421" h="3422" extrusionOk="0">
                  <a:moveTo>
                    <a:pt x="1710" y="1"/>
                  </a:moveTo>
                  <a:lnTo>
                    <a:pt x="1342" y="34"/>
                  </a:lnTo>
                  <a:lnTo>
                    <a:pt x="738" y="303"/>
                  </a:lnTo>
                  <a:lnTo>
                    <a:pt x="269" y="739"/>
                  </a:lnTo>
                  <a:lnTo>
                    <a:pt x="0" y="1376"/>
                  </a:lnTo>
                  <a:lnTo>
                    <a:pt x="0" y="1711"/>
                  </a:lnTo>
                  <a:lnTo>
                    <a:pt x="0" y="2080"/>
                  </a:lnTo>
                  <a:lnTo>
                    <a:pt x="269" y="2684"/>
                  </a:lnTo>
                  <a:lnTo>
                    <a:pt x="738" y="3153"/>
                  </a:lnTo>
                  <a:lnTo>
                    <a:pt x="1342" y="3421"/>
                  </a:lnTo>
                  <a:lnTo>
                    <a:pt x="2046" y="3421"/>
                  </a:lnTo>
                  <a:lnTo>
                    <a:pt x="2649" y="3153"/>
                  </a:lnTo>
                  <a:lnTo>
                    <a:pt x="3119" y="2684"/>
                  </a:lnTo>
                  <a:lnTo>
                    <a:pt x="3387" y="2080"/>
                  </a:lnTo>
                  <a:lnTo>
                    <a:pt x="3421" y="1711"/>
                  </a:lnTo>
                  <a:lnTo>
                    <a:pt x="3387" y="1376"/>
                  </a:lnTo>
                  <a:lnTo>
                    <a:pt x="3119" y="739"/>
                  </a:lnTo>
                  <a:lnTo>
                    <a:pt x="2649" y="303"/>
                  </a:lnTo>
                  <a:lnTo>
                    <a:pt x="2046" y="34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accent3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7547628" y="1738239"/>
              <a:ext cx="62354" cy="62354"/>
            </a:xfrm>
            <a:custGeom>
              <a:avLst/>
              <a:gdLst/>
              <a:ahLst/>
              <a:cxnLst/>
              <a:rect l="l" t="t" r="r" b="b"/>
              <a:pathLst>
                <a:path w="3455" h="3455" extrusionOk="0">
                  <a:moveTo>
                    <a:pt x="1744" y="1"/>
                  </a:moveTo>
                  <a:lnTo>
                    <a:pt x="1442" y="34"/>
                  </a:lnTo>
                  <a:lnTo>
                    <a:pt x="939" y="169"/>
                  </a:lnTo>
                  <a:lnTo>
                    <a:pt x="369" y="638"/>
                  </a:lnTo>
                  <a:lnTo>
                    <a:pt x="0" y="1543"/>
                  </a:lnTo>
                  <a:lnTo>
                    <a:pt x="101" y="2281"/>
                  </a:lnTo>
                  <a:lnTo>
                    <a:pt x="336" y="2717"/>
                  </a:lnTo>
                  <a:lnTo>
                    <a:pt x="503" y="2952"/>
                  </a:lnTo>
                  <a:lnTo>
                    <a:pt x="738" y="3119"/>
                  </a:lnTo>
                  <a:lnTo>
                    <a:pt x="1174" y="3354"/>
                  </a:lnTo>
                  <a:lnTo>
                    <a:pt x="1912" y="3455"/>
                  </a:lnTo>
                  <a:lnTo>
                    <a:pt x="2817" y="3086"/>
                  </a:lnTo>
                  <a:lnTo>
                    <a:pt x="3286" y="2482"/>
                  </a:lnTo>
                  <a:lnTo>
                    <a:pt x="3421" y="2013"/>
                  </a:lnTo>
                  <a:lnTo>
                    <a:pt x="3454" y="1711"/>
                  </a:lnTo>
                  <a:lnTo>
                    <a:pt x="3421" y="1376"/>
                  </a:lnTo>
                  <a:lnTo>
                    <a:pt x="3152" y="772"/>
                  </a:lnTo>
                  <a:lnTo>
                    <a:pt x="2683" y="303"/>
                  </a:lnTo>
                  <a:lnTo>
                    <a:pt x="2079" y="34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7023529" y="1879857"/>
              <a:ext cx="1022192" cy="110162"/>
            </a:xfrm>
            <a:custGeom>
              <a:avLst/>
              <a:gdLst/>
              <a:ahLst/>
              <a:cxnLst/>
              <a:rect l="l" t="t" r="r" b="b"/>
              <a:pathLst>
                <a:path w="56639" h="6104" fill="none" extrusionOk="0">
                  <a:moveTo>
                    <a:pt x="0" y="1"/>
                  </a:moveTo>
                  <a:lnTo>
                    <a:pt x="8685" y="6104"/>
                  </a:lnTo>
                  <a:lnTo>
                    <a:pt x="49395" y="6104"/>
                  </a:lnTo>
                  <a:lnTo>
                    <a:pt x="56638" y="1"/>
                  </a:lnTo>
                </a:path>
              </a:pathLst>
            </a:custGeom>
            <a:noFill/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7388449" y="1959140"/>
              <a:ext cx="61759" cy="62354"/>
            </a:xfrm>
            <a:custGeom>
              <a:avLst/>
              <a:gdLst/>
              <a:ahLst/>
              <a:cxnLst/>
              <a:rect l="l" t="t" r="r" b="b"/>
              <a:pathLst>
                <a:path w="3422" h="3455" extrusionOk="0">
                  <a:moveTo>
                    <a:pt x="1443" y="1"/>
                  </a:moveTo>
                  <a:lnTo>
                    <a:pt x="940" y="168"/>
                  </a:lnTo>
                  <a:lnTo>
                    <a:pt x="370" y="638"/>
                  </a:lnTo>
                  <a:lnTo>
                    <a:pt x="1" y="1510"/>
                  </a:lnTo>
                  <a:lnTo>
                    <a:pt x="68" y="2247"/>
                  </a:lnTo>
                  <a:lnTo>
                    <a:pt x="303" y="2717"/>
                  </a:lnTo>
                  <a:lnTo>
                    <a:pt x="504" y="2918"/>
                  </a:lnTo>
                  <a:lnTo>
                    <a:pt x="705" y="3119"/>
                  </a:lnTo>
                  <a:lnTo>
                    <a:pt x="1175" y="3354"/>
                  </a:lnTo>
                  <a:lnTo>
                    <a:pt x="1912" y="3454"/>
                  </a:lnTo>
                  <a:lnTo>
                    <a:pt x="2818" y="3052"/>
                  </a:lnTo>
                  <a:lnTo>
                    <a:pt x="3254" y="2482"/>
                  </a:lnTo>
                  <a:lnTo>
                    <a:pt x="3421" y="1979"/>
                  </a:lnTo>
                  <a:lnTo>
                    <a:pt x="3421" y="1711"/>
                  </a:lnTo>
                  <a:lnTo>
                    <a:pt x="3421" y="1375"/>
                  </a:lnTo>
                  <a:lnTo>
                    <a:pt x="3153" y="738"/>
                  </a:lnTo>
                  <a:lnTo>
                    <a:pt x="2684" y="269"/>
                  </a:lnTo>
                  <a:lnTo>
                    <a:pt x="2080" y="34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7148796" y="1959140"/>
              <a:ext cx="62354" cy="62354"/>
            </a:xfrm>
            <a:custGeom>
              <a:avLst/>
              <a:gdLst/>
              <a:ahLst/>
              <a:cxnLst/>
              <a:rect l="l" t="t" r="r" b="b"/>
              <a:pathLst>
                <a:path w="3455" h="3455" extrusionOk="0">
                  <a:moveTo>
                    <a:pt x="1443" y="1"/>
                  </a:moveTo>
                  <a:lnTo>
                    <a:pt x="973" y="168"/>
                  </a:lnTo>
                  <a:lnTo>
                    <a:pt x="370" y="638"/>
                  </a:lnTo>
                  <a:lnTo>
                    <a:pt x="1" y="1510"/>
                  </a:lnTo>
                  <a:lnTo>
                    <a:pt x="101" y="2247"/>
                  </a:lnTo>
                  <a:lnTo>
                    <a:pt x="336" y="2717"/>
                  </a:lnTo>
                  <a:lnTo>
                    <a:pt x="504" y="2918"/>
                  </a:lnTo>
                  <a:lnTo>
                    <a:pt x="738" y="3119"/>
                  </a:lnTo>
                  <a:lnTo>
                    <a:pt x="1174" y="3354"/>
                  </a:lnTo>
                  <a:lnTo>
                    <a:pt x="1912" y="3454"/>
                  </a:lnTo>
                  <a:lnTo>
                    <a:pt x="2818" y="3052"/>
                  </a:lnTo>
                  <a:lnTo>
                    <a:pt x="3287" y="2482"/>
                  </a:lnTo>
                  <a:lnTo>
                    <a:pt x="3421" y="1979"/>
                  </a:lnTo>
                  <a:lnTo>
                    <a:pt x="3455" y="1711"/>
                  </a:lnTo>
                  <a:lnTo>
                    <a:pt x="3421" y="1375"/>
                  </a:lnTo>
                  <a:lnTo>
                    <a:pt x="3153" y="738"/>
                  </a:lnTo>
                  <a:lnTo>
                    <a:pt x="2683" y="269"/>
                  </a:lnTo>
                  <a:lnTo>
                    <a:pt x="2080" y="34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7884106" y="1959140"/>
              <a:ext cx="61759" cy="62354"/>
            </a:xfrm>
            <a:custGeom>
              <a:avLst/>
              <a:gdLst/>
              <a:ahLst/>
              <a:cxnLst/>
              <a:rect l="l" t="t" r="r" b="b"/>
              <a:pathLst>
                <a:path w="3422" h="3455" extrusionOk="0">
                  <a:moveTo>
                    <a:pt x="1443" y="1"/>
                  </a:moveTo>
                  <a:lnTo>
                    <a:pt x="940" y="168"/>
                  </a:lnTo>
                  <a:lnTo>
                    <a:pt x="370" y="638"/>
                  </a:lnTo>
                  <a:lnTo>
                    <a:pt x="1" y="1510"/>
                  </a:lnTo>
                  <a:lnTo>
                    <a:pt x="68" y="2247"/>
                  </a:lnTo>
                  <a:lnTo>
                    <a:pt x="303" y="2717"/>
                  </a:lnTo>
                  <a:lnTo>
                    <a:pt x="504" y="2918"/>
                  </a:lnTo>
                  <a:lnTo>
                    <a:pt x="705" y="3119"/>
                  </a:lnTo>
                  <a:lnTo>
                    <a:pt x="1174" y="3354"/>
                  </a:lnTo>
                  <a:lnTo>
                    <a:pt x="1912" y="3454"/>
                  </a:lnTo>
                  <a:lnTo>
                    <a:pt x="2818" y="3052"/>
                  </a:lnTo>
                  <a:lnTo>
                    <a:pt x="3254" y="2482"/>
                  </a:lnTo>
                  <a:lnTo>
                    <a:pt x="3421" y="1979"/>
                  </a:lnTo>
                  <a:lnTo>
                    <a:pt x="3421" y="1711"/>
                  </a:lnTo>
                  <a:lnTo>
                    <a:pt x="3421" y="1375"/>
                  </a:lnTo>
                  <a:lnTo>
                    <a:pt x="3153" y="738"/>
                  </a:lnTo>
                  <a:lnTo>
                    <a:pt x="2683" y="269"/>
                  </a:lnTo>
                  <a:lnTo>
                    <a:pt x="2080" y="34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chemeClr val="accent3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8014824" y="1848382"/>
              <a:ext cx="61759" cy="62354"/>
            </a:xfrm>
            <a:custGeom>
              <a:avLst/>
              <a:gdLst/>
              <a:ahLst/>
              <a:cxnLst/>
              <a:rect l="l" t="t" r="r" b="b"/>
              <a:pathLst>
                <a:path w="3422" h="3455" extrusionOk="0">
                  <a:moveTo>
                    <a:pt x="1711" y="1"/>
                  </a:moveTo>
                  <a:lnTo>
                    <a:pt x="1376" y="34"/>
                  </a:lnTo>
                  <a:lnTo>
                    <a:pt x="772" y="303"/>
                  </a:lnTo>
                  <a:lnTo>
                    <a:pt x="303" y="772"/>
                  </a:lnTo>
                  <a:lnTo>
                    <a:pt x="35" y="1376"/>
                  </a:lnTo>
                  <a:lnTo>
                    <a:pt x="1" y="1745"/>
                  </a:lnTo>
                  <a:lnTo>
                    <a:pt x="35" y="2080"/>
                  </a:lnTo>
                  <a:lnTo>
                    <a:pt x="303" y="2684"/>
                  </a:lnTo>
                  <a:lnTo>
                    <a:pt x="772" y="3153"/>
                  </a:lnTo>
                  <a:lnTo>
                    <a:pt x="1376" y="3421"/>
                  </a:lnTo>
                  <a:lnTo>
                    <a:pt x="1711" y="3455"/>
                  </a:lnTo>
                  <a:lnTo>
                    <a:pt x="2080" y="3421"/>
                  </a:lnTo>
                  <a:lnTo>
                    <a:pt x="2684" y="3153"/>
                  </a:lnTo>
                  <a:lnTo>
                    <a:pt x="3153" y="2684"/>
                  </a:lnTo>
                  <a:lnTo>
                    <a:pt x="3421" y="2080"/>
                  </a:lnTo>
                  <a:lnTo>
                    <a:pt x="3421" y="1745"/>
                  </a:lnTo>
                  <a:lnTo>
                    <a:pt x="3421" y="1376"/>
                  </a:lnTo>
                  <a:lnTo>
                    <a:pt x="3153" y="772"/>
                  </a:lnTo>
                  <a:lnTo>
                    <a:pt x="2684" y="303"/>
                  </a:lnTo>
                  <a:lnTo>
                    <a:pt x="2080" y="34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6992054" y="1848996"/>
              <a:ext cx="62354" cy="61740"/>
            </a:xfrm>
            <a:custGeom>
              <a:avLst/>
              <a:gdLst/>
              <a:ahLst/>
              <a:cxnLst/>
              <a:rect l="l" t="t" r="r" b="b"/>
              <a:pathLst>
                <a:path w="3455" h="3421" extrusionOk="0">
                  <a:moveTo>
                    <a:pt x="1476" y="0"/>
                  </a:moveTo>
                  <a:lnTo>
                    <a:pt x="973" y="168"/>
                  </a:lnTo>
                  <a:lnTo>
                    <a:pt x="369" y="604"/>
                  </a:lnTo>
                  <a:lnTo>
                    <a:pt x="1" y="1509"/>
                  </a:lnTo>
                  <a:lnTo>
                    <a:pt x="101" y="2247"/>
                  </a:lnTo>
                  <a:lnTo>
                    <a:pt x="336" y="2717"/>
                  </a:lnTo>
                  <a:lnTo>
                    <a:pt x="537" y="2918"/>
                  </a:lnTo>
                  <a:lnTo>
                    <a:pt x="738" y="3086"/>
                  </a:lnTo>
                  <a:lnTo>
                    <a:pt x="1208" y="3320"/>
                  </a:lnTo>
                  <a:lnTo>
                    <a:pt x="1946" y="3421"/>
                  </a:lnTo>
                  <a:lnTo>
                    <a:pt x="2817" y="3052"/>
                  </a:lnTo>
                  <a:lnTo>
                    <a:pt x="3287" y="2482"/>
                  </a:lnTo>
                  <a:lnTo>
                    <a:pt x="3455" y="1979"/>
                  </a:lnTo>
                  <a:lnTo>
                    <a:pt x="3455" y="1711"/>
                  </a:lnTo>
                  <a:lnTo>
                    <a:pt x="3421" y="1342"/>
                  </a:lnTo>
                  <a:lnTo>
                    <a:pt x="3186" y="738"/>
                  </a:lnTo>
                  <a:lnTo>
                    <a:pt x="2717" y="269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5296311" y="2612748"/>
              <a:ext cx="910226" cy="910226"/>
            </a:xfrm>
            <a:custGeom>
              <a:avLst/>
              <a:gdLst/>
              <a:ahLst/>
              <a:cxnLst/>
              <a:rect l="l" t="t" r="r" b="b"/>
              <a:pathLst>
                <a:path w="50435" h="50435" extrusionOk="0">
                  <a:moveTo>
                    <a:pt x="4225" y="1"/>
                  </a:moveTo>
                  <a:lnTo>
                    <a:pt x="3320" y="202"/>
                  </a:lnTo>
                  <a:lnTo>
                    <a:pt x="2448" y="537"/>
                  </a:lnTo>
                  <a:lnTo>
                    <a:pt x="1710" y="1074"/>
                  </a:lnTo>
                  <a:lnTo>
                    <a:pt x="1073" y="1711"/>
                  </a:lnTo>
                  <a:lnTo>
                    <a:pt x="570" y="2448"/>
                  </a:lnTo>
                  <a:lnTo>
                    <a:pt x="201" y="3287"/>
                  </a:lnTo>
                  <a:lnTo>
                    <a:pt x="34" y="4226"/>
                  </a:lnTo>
                  <a:lnTo>
                    <a:pt x="0" y="4695"/>
                  </a:lnTo>
                  <a:lnTo>
                    <a:pt x="0" y="45707"/>
                  </a:lnTo>
                  <a:lnTo>
                    <a:pt x="34" y="46210"/>
                  </a:lnTo>
                  <a:lnTo>
                    <a:pt x="201" y="47115"/>
                  </a:lnTo>
                  <a:lnTo>
                    <a:pt x="570" y="47953"/>
                  </a:lnTo>
                  <a:lnTo>
                    <a:pt x="1073" y="48725"/>
                  </a:lnTo>
                  <a:lnTo>
                    <a:pt x="1710" y="49362"/>
                  </a:lnTo>
                  <a:lnTo>
                    <a:pt x="2448" y="49865"/>
                  </a:lnTo>
                  <a:lnTo>
                    <a:pt x="3320" y="50234"/>
                  </a:lnTo>
                  <a:lnTo>
                    <a:pt x="4225" y="50401"/>
                  </a:lnTo>
                  <a:lnTo>
                    <a:pt x="4728" y="50435"/>
                  </a:lnTo>
                  <a:lnTo>
                    <a:pt x="45740" y="50435"/>
                  </a:lnTo>
                  <a:lnTo>
                    <a:pt x="46209" y="50401"/>
                  </a:lnTo>
                  <a:lnTo>
                    <a:pt x="47148" y="50234"/>
                  </a:lnTo>
                  <a:lnTo>
                    <a:pt x="47986" y="49865"/>
                  </a:lnTo>
                  <a:lnTo>
                    <a:pt x="48724" y="49362"/>
                  </a:lnTo>
                  <a:lnTo>
                    <a:pt x="49361" y="48725"/>
                  </a:lnTo>
                  <a:lnTo>
                    <a:pt x="49864" y="47953"/>
                  </a:lnTo>
                  <a:lnTo>
                    <a:pt x="50233" y="47115"/>
                  </a:lnTo>
                  <a:lnTo>
                    <a:pt x="50434" y="46210"/>
                  </a:lnTo>
                  <a:lnTo>
                    <a:pt x="50434" y="45707"/>
                  </a:lnTo>
                  <a:lnTo>
                    <a:pt x="50434" y="4695"/>
                  </a:lnTo>
                  <a:lnTo>
                    <a:pt x="50434" y="4226"/>
                  </a:lnTo>
                  <a:lnTo>
                    <a:pt x="50233" y="3287"/>
                  </a:lnTo>
                  <a:lnTo>
                    <a:pt x="49864" y="2448"/>
                  </a:lnTo>
                  <a:lnTo>
                    <a:pt x="49361" y="1711"/>
                  </a:lnTo>
                  <a:lnTo>
                    <a:pt x="48724" y="1074"/>
                  </a:lnTo>
                  <a:lnTo>
                    <a:pt x="47986" y="537"/>
                  </a:lnTo>
                  <a:lnTo>
                    <a:pt x="47148" y="202"/>
                  </a:lnTo>
                  <a:lnTo>
                    <a:pt x="46209" y="1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>
              <a:off x="5519613" y="3132011"/>
              <a:ext cx="534405" cy="229384"/>
            </a:xfrm>
            <a:custGeom>
              <a:avLst/>
              <a:gdLst/>
              <a:ahLst/>
              <a:cxnLst/>
              <a:rect l="l" t="t" r="r" b="b"/>
              <a:pathLst>
                <a:path w="29611" h="12710" fill="none" extrusionOk="0">
                  <a:moveTo>
                    <a:pt x="6540" y="0"/>
                  </a:moveTo>
                  <a:lnTo>
                    <a:pt x="1" y="12709"/>
                  </a:lnTo>
                  <a:lnTo>
                    <a:pt x="29611" y="12709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>
              <a:off x="5804673" y="2785842"/>
              <a:ext cx="249344" cy="240880"/>
            </a:xfrm>
            <a:custGeom>
              <a:avLst/>
              <a:gdLst/>
              <a:ahLst/>
              <a:cxnLst/>
              <a:rect l="l" t="t" r="r" b="b"/>
              <a:pathLst>
                <a:path w="13816" h="13347" fill="none" extrusionOk="0">
                  <a:moveTo>
                    <a:pt x="13816" y="0"/>
                  </a:moveTo>
                  <a:lnTo>
                    <a:pt x="0" y="9188"/>
                  </a:lnTo>
                  <a:lnTo>
                    <a:pt x="13816" y="13346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>
              <a:off x="5995309" y="2727133"/>
              <a:ext cx="117417" cy="118031"/>
            </a:xfrm>
            <a:custGeom>
              <a:avLst/>
              <a:gdLst/>
              <a:ahLst/>
              <a:cxnLst/>
              <a:rect l="l" t="t" r="r" b="b"/>
              <a:pathLst>
                <a:path w="6506" h="6540" extrusionOk="0">
                  <a:moveTo>
                    <a:pt x="0" y="0"/>
                  </a:moveTo>
                  <a:lnTo>
                    <a:pt x="0" y="6539"/>
                  </a:lnTo>
                  <a:lnTo>
                    <a:pt x="6506" y="6539"/>
                  </a:lnTo>
                  <a:lnTo>
                    <a:pt x="6506" y="0"/>
                  </a:lnTo>
                  <a:close/>
                </a:path>
              </a:pathLst>
            </a:custGeom>
            <a:solidFill>
              <a:schemeClr val="accent3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5995309" y="2967995"/>
              <a:ext cx="117417" cy="118031"/>
            </a:xfrm>
            <a:custGeom>
              <a:avLst/>
              <a:gdLst/>
              <a:ahLst/>
              <a:cxnLst/>
              <a:rect l="l" t="t" r="r" b="b"/>
              <a:pathLst>
                <a:path w="6506" h="6540" extrusionOk="0">
                  <a:moveTo>
                    <a:pt x="0" y="1"/>
                  </a:moveTo>
                  <a:lnTo>
                    <a:pt x="0" y="6540"/>
                  </a:lnTo>
                  <a:lnTo>
                    <a:pt x="6506" y="6540"/>
                  </a:lnTo>
                  <a:lnTo>
                    <a:pt x="6506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5745964" y="2892954"/>
              <a:ext cx="118031" cy="118031"/>
            </a:xfrm>
            <a:custGeom>
              <a:avLst/>
              <a:gdLst/>
              <a:ahLst/>
              <a:cxnLst/>
              <a:rect l="l" t="t" r="r" b="b"/>
              <a:pathLst>
                <a:path w="6540" h="6540" extrusionOk="0">
                  <a:moveTo>
                    <a:pt x="0" y="1"/>
                  </a:moveTo>
                  <a:lnTo>
                    <a:pt x="0" y="6540"/>
                  </a:lnTo>
                  <a:lnTo>
                    <a:pt x="6539" y="6540"/>
                  </a:lnTo>
                  <a:lnTo>
                    <a:pt x="6539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5578935" y="3073302"/>
              <a:ext cx="118031" cy="118031"/>
            </a:xfrm>
            <a:custGeom>
              <a:avLst/>
              <a:gdLst/>
              <a:ahLst/>
              <a:cxnLst/>
              <a:rect l="l" t="t" r="r" b="b"/>
              <a:pathLst>
                <a:path w="6540" h="6540" extrusionOk="0">
                  <a:moveTo>
                    <a:pt x="0" y="0"/>
                  </a:moveTo>
                  <a:lnTo>
                    <a:pt x="0" y="6539"/>
                  </a:lnTo>
                  <a:lnTo>
                    <a:pt x="6539" y="6539"/>
                  </a:lnTo>
                  <a:lnTo>
                    <a:pt x="6539" y="0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3"/>
            <p:cNvSpPr/>
            <p:nvPr/>
          </p:nvSpPr>
          <p:spPr>
            <a:xfrm>
              <a:off x="5460922" y="3302668"/>
              <a:ext cx="118031" cy="117435"/>
            </a:xfrm>
            <a:custGeom>
              <a:avLst/>
              <a:gdLst/>
              <a:ahLst/>
              <a:cxnLst/>
              <a:rect l="l" t="t" r="r" b="b"/>
              <a:pathLst>
                <a:path w="6540" h="6507" extrusionOk="0">
                  <a:moveTo>
                    <a:pt x="0" y="1"/>
                  </a:moveTo>
                  <a:lnTo>
                    <a:pt x="0" y="6506"/>
                  </a:lnTo>
                  <a:lnTo>
                    <a:pt x="6539" y="6506"/>
                  </a:lnTo>
                  <a:lnTo>
                    <a:pt x="6539" y="1"/>
                  </a:lnTo>
                  <a:close/>
                </a:path>
              </a:pathLst>
            </a:custGeom>
            <a:solidFill>
              <a:schemeClr val="accent3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3"/>
            <p:cNvSpPr/>
            <p:nvPr/>
          </p:nvSpPr>
          <p:spPr>
            <a:xfrm>
              <a:off x="5995309" y="3302668"/>
              <a:ext cx="117417" cy="117435"/>
            </a:xfrm>
            <a:custGeom>
              <a:avLst/>
              <a:gdLst/>
              <a:ahLst/>
              <a:cxnLst/>
              <a:rect l="l" t="t" r="r" b="b"/>
              <a:pathLst>
                <a:path w="6506" h="6507" extrusionOk="0">
                  <a:moveTo>
                    <a:pt x="0" y="1"/>
                  </a:moveTo>
                  <a:lnTo>
                    <a:pt x="0" y="6506"/>
                  </a:lnTo>
                  <a:lnTo>
                    <a:pt x="6506" y="6506"/>
                  </a:lnTo>
                  <a:lnTo>
                    <a:pt x="6506" y="1"/>
                  </a:lnTo>
                  <a:close/>
                </a:path>
              </a:pathLst>
            </a:custGeom>
            <a:solidFill>
              <a:srgbClr val="6EDBFC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3"/>
            <p:cNvSpPr/>
            <p:nvPr/>
          </p:nvSpPr>
          <p:spPr>
            <a:xfrm>
              <a:off x="4864795" y="2255678"/>
              <a:ext cx="910226" cy="910244"/>
            </a:xfrm>
            <a:custGeom>
              <a:avLst/>
              <a:gdLst/>
              <a:ahLst/>
              <a:cxnLst/>
              <a:rect l="l" t="t" r="r" b="b"/>
              <a:pathLst>
                <a:path w="50435" h="50436" extrusionOk="0">
                  <a:moveTo>
                    <a:pt x="4695" y="1"/>
                  </a:moveTo>
                  <a:lnTo>
                    <a:pt x="4226" y="34"/>
                  </a:lnTo>
                  <a:lnTo>
                    <a:pt x="3287" y="202"/>
                  </a:lnTo>
                  <a:lnTo>
                    <a:pt x="2449" y="571"/>
                  </a:lnTo>
                  <a:lnTo>
                    <a:pt x="1711" y="1074"/>
                  </a:lnTo>
                  <a:lnTo>
                    <a:pt x="1074" y="1711"/>
                  </a:lnTo>
                  <a:lnTo>
                    <a:pt x="571" y="2482"/>
                  </a:lnTo>
                  <a:lnTo>
                    <a:pt x="202" y="3321"/>
                  </a:lnTo>
                  <a:lnTo>
                    <a:pt x="34" y="4226"/>
                  </a:lnTo>
                  <a:lnTo>
                    <a:pt x="1" y="4729"/>
                  </a:lnTo>
                  <a:lnTo>
                    <a:pt x="1" y="45740"/>
                  </a:lnTo>
                  <a:lnTo>
                    <a:pt x="34" y="46210"/>
                  </a:lnTo>
                  <a:lnTo>
                    <a:pt x="202" y="47149"/>
                  </a:lnTo>
                  <a:lnTo>
                    <a:pt x="571" y="47987"/>
                  </a:lnTo>
                  <a:lnTo>
                    <a:pt x="1074" y="48725"/>
                  </a:lnTo>
                  <a:lnTo>
                    <a:pt x="1711" y="49362"/>
                  </a:lnTo>
                  <a:lnTo>
                    <a:pt x="2449" y="49899"/>
                  </a:lnTo>
                  <a:lnTo>
                    <a:pt x="3287" y="50234"/>
                  </a:lnTo>
                  <a:lnTo>
                    <a:pt x="4226" y="50435"/>
                  </a:lnTo>
                  <a:lnTo>
                    <a:pt x="46210" y="50435"/>
                  </a:lnTo>
                  <a:lnTo>
                    <a:pt x="47149" y="50234"/>
                  </a:lnTo>
                  <a:lnTo>
                    <a:pt x="47987" y="49899"/>
                  </a:lnTo>
                  <a:lnTo>
                    <a:pt x="48725" y="49362"/>
                  </a:lnTo>
                  <a:lnTo>
                    <a:pt x="49362" y="48725"/>
                  </a:lnTo>
                  <a:lnTo>
                    <a:pt x="49865" y="47987"/>
                  </a:lnTo>
                  <a:lnTo>
                    <a:pt x="50234" y="47149"/>
                  </a:lnTo>
                  <a:lnTo>
                    <a:pt x="50435" y="46210"/>
                  </a:lnTo>
                  <a:lnTo>
                    <a:pt x="50435" y="45740"/>
                  </a:lnTo>
                  <a:lnTo>
                    <a:pt x="50435" y="4729"/>
                  </a:lnTo>
                  <a:lnTo>
                    <a:pt x="50435" y="4226"/>
                  </a:lnTo>
                  <a:lnTo>
                    <a:pt x="50234" y="3321"/>
                  </a:lnTo>
                  <a:lnTo>
                    <a:pt x="49865" y="2482"/>
                  </a:lnTo>
                  <a:lnTo>
                    <a:pt x="49362" y="1711"/>
                  </a:lnTo>
                  <a:lnTo>
                    <a:pt x="48725" y="1074"/>
                  </a:lnTo>
                  <a:lnTo>
                    <a:pt x="47987" y="571"/>
                  </a:lnTo>
                  <a:lnTo>
                    <a:pt x="47149" y="202"/>
                  </a:lnTo>
                  <a:lnTo>
                    <a:pt x="46210" y="34"/>
                  </a:lnTo>
                  <a:lnTo>
                    <a:pt x="45740" y="1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3"/>
            <p:cNvSpPr/>
            <p:nvPr/>
          </p:nvSpPr>
          <p:spPr>
            <a:xfrm>
              <a:off x="4961024" y="2344039"/>
              <a:ext cx="605818" cy="46617"/>
            </a:xfrm>
            <a:custGeom>
              <a:avLst/>
              <a:gdLst/>
              <a:ahLst/>
              <a:cxnLst/>
              <a:rect l="l" t="t" r="r" b="b"/>
              <a:pathLst>
                <a:path w="33568" h="2583" extrusionOk="0">
                  <a:moveTo>
                    <a:pt x="1" y="1"/>
                  </a:moveTo>
                  <a:lnTo>
                    <a:pt x="1" y="2583"/>
                  </a:lnTo>
                  <a:lnTo>
                    <a:pt x="33568" y="2583"/>
                  </a:lnTo>
                  <a:lnTo>
                    <a:pt x="33568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3"/>
            <p:cNvSpPr/>
            <p:nvPr/>
          </p:nvSpPr>
          <p:spPr>
            <a:xfrm>
              <a:off x="4961024" y="2420903"/>
              <a:ext cx="349815" cy="47230"/>
            </a:xfrm>
            <a:custGeom>
              <a:avLst/>
              <a:gdLst/>
              <a:ahLst/>
              <a:cxnLst/>
              <a:rect l="l" t="t" r="r" b="b"/>
              <a:pathLst>
                <a:path w="19383" h="2617" extrusionOk="0">
                  <a:moveTo>
                    <a:pt x="1" y="0"/>
                  </a:moveTo>
                  <a:lnTo>
                    <a:pt x="1" y="2616"/>
                  </a:lnTo>
                  <a:lnTo>
                    <a:pt x="19383" y="2616"/>
                  </a:lnTo>
                  <a:lnTo>
                    <a:pt x="19383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3"/>
            <p:cNvSpPr/>
            <p:nvPr/>
          </p:nvSpPr>
          <p:spPr>
            <a:xfrm>
              <a:off x="4961024" y="2498363"/>
              <a:ext cx="203973" cy="47230"/>
            </a:xfrm>
            <a:custGeom>
              <a:avLst/>
              <a:gdLst/>
              <a:ahLst/>
              <a:cxnLst/>
              <a:rect l="l" t="t" r="r" b="b"/>
              <a:pathLst>
                <a:path w="11302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11301" y="2616"/>
                  </a:lnTo>
                  <a:lnTo>
                    <a:pt x="11301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3"/>
            <p:cNvSpPr/>
            <p:nvPr/>
          </p:nvSpPr>
          <p:spPr>
            <a:xfrm>
              <a:off x="4961024" y="2575841"/>
              <a:ext cx="335305" cy="46617"/>
            </a:xfrm>
            <a:custGeom>
              <a:avLst/>
              <a:gdLst/>
              <a:ahLst/>
              <a:cxnLst/>
              <a:rect l="l" t="t" r="r" b="b"/>
              <a:pathLst>
                <a:path w="18579" h="2583" extrusionOk="0">
                  <a:moveTo>
                    <a:pt x="1" y="0"/>
                  </a:moveTo>
                  <a:lnTo>
                    <a:pt x="1" y="2582"/>
                  </a:lnTo>
                  <a:lnTo>
                    <a:pt x="18578" y="2582"/>
                  </a:lnTo>
                  <a:lnTo>
                    <a:pt x="18578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3"/>
            <p:cNvSpPr/>
            <p:nvPr/>
          </p:nvSpPr>
          <p:spPr>
            <a:xfrm>
              <a:off x="4961024" y="2652687"/>
              <a:ext cx="522908" cy="47230"/>
            </a:xfrm>
            <a:custGeom>
              <a:avLst/>
              <a:gdLst/>
              <a:ahLst/>
              <a:cxnLst/>
              <a:rect l="l" t="t" r="r" b="b"/>
              <a:pathLst>
                <a:path w="28974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28973" y="2616"/>
                  </a:lnTo>
                  <a:lnTo>
                    <a:pt x="28973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3"/>
            <p:cNvSpPr/>
            <p:nvPr/>
          </p:nvSpPr>
          <p:spPr>
            <a:xfrm>
              <a:off x="4961024" y="2730165"/>
              <a:ext cx="349815" cy="46617"/>
            </a:xfrm>
            <a:custGeom>
              <a:avLst/>
              <a:gdLst/>
              <a:ahLst/>
              <a:cxnLst/>
              <a:rect l="l" t="t" r="r" b="b"/>
              <a:pathLst>
                <a:path w="19383" h="2583" extrusionOk="0">
                  <a:moveTo>
                    <a:pt x="1" y="0"/>
                  </a:moveTo>
                  <a:lnTo>
                    <a:pt x="1" y="2582"/>
                  </a:lnTo>
                  <a:lnTo>
                    <a:pt x="19383" y="2582"/>
                  </a:lnTo>
                  <a:lnTo>
                    <a:pt x="19383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3"/>
            <p:cNvSpPr/>
            <p:nvPr/>
          </p:nvSpPr>
          <p:spPr>
            <a:xfrm>
              <a:off x="4961024" y="2807012"/>
              <a:ext cx="243912" cy="47230"/>
            </a:xfrm>
            <a:custGeom>
              <a:avLst/>
              <a:gdLst/>
              <a:ahLst/>
              <a:cxnLst/>
              <a:rect l="l" t="t" r="r" b="b"/>
              <a:pathLst>
                <a:path w="13515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13515" y="2616"/>
                  </a:lnTo>
                  <a:lnTo>
                    <a:pt x="13515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3"/>
            <p:cNvSpPr/>
            <p:nvPr/>
          </p:nvSpPr>
          <p:spPr>
            <a:xfrm>
              <a:off x="4961024" y="2884489"/>
              <a:ext cx="395204" cy="47212"/>
            </a:xfrm>
            <a:custGeom>
              <a:avLst/>
              <a:gdLst/>
              <a:ahLst/>
              <a:cxnLst/>
              <a:rect l="l" t="t" r="r" b="b"/>
              <a:pathLst>
                <a:path w="21898" h="2616" extrusionOk="0">
                  <a:moveTo>
                    <a:pt x="1" y="0"/>
                  </a:moveTo>
                  <a:lnTo>
                    <a:pt x="1" y="2616"/>
                  </a:lnTo>
                  <a:lnTo>
                    <a:pt x="21898" y="2616"/>
                  </a:lnTo>
                  <a:lnTo>
                    <a:pt x="21898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3"/>
            <p:cNvSpPr/>
            <p:nvPr/>
          </p:nvSpPr>
          <p:spPr>
            <a:xfrm>
              <a:off x="4961024" y="2961336"/>
              <a:ext cx="479342" cy="47230"/>
            </a:xfrm>
            <a:custGeom>
              <a:avLst/>
              <a:gdLst/>
              <a:ahLst/>
              <a:cxnLst/>
              <a:rect l="l" t="t" r="r" b="b"/>
              <a:pathLst>
                <a:path w="26560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26559" y="2616"/>
                  </a:lnTo>
                  <a:lnTo>
                    <a:pt x="26559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3"/>
            <p:cNvSpPr/>
            <p:nvPr/>
          </p:nvSpPr>
          <p:spPr>
            <a:xfrm>
              <a:off x="4961024" y="3038814"/>
              <a:ext cx="605818" cy="47212"/>
            </a:xfrm>
            <a:custGeom>
              <a:avLst/>
              <a:gdLst/>
              <a:ahLst/>
              <a:cxnLst/>
              <a:rect l="l" t="t" r="r" b="b"/>
              <a:pathLst>
                <a:path w="33568" h="2616" extrusionOk="0">
                  <a:moveTo>
                    <a:pt x="1" y="0"/>
                  </a:moveTo>
                  <a:lnTo>
                    <a:pt x="1" y="2616"/>
                  </a:lnTo>
                  <a:lnTo>
                    <a:pt x="33568" y="2616"/>
                  </a:lnTo>
                  <a:lnTo>
                    <a:pt x="33568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4961024" y="2344039"/>
              <a:ext cx="605818" cy="46617"/>
            </a:xfrm>
            <a:custGeom>
              <a:avLst/>
              <a:gdLst/>
              <a:ahLst/>
              <a:cxnLst/>
              <a:rect l="l" t="t" r="r" b="b"/>
              <a:pathLst>
                <a:path w="33568" h="2583" extrusionOk="0">
                  <a:moveTo>
                    <a:pt x="1" y="1"/>
                  </a:moveTo>
                  <a:lnTo>
                    <a:pt x="1" y="2583"/>
                  </a:lnTo>
                  <a:lnTo>
                    <a:pt x="33568" y="2583"/>
                  </a:lnTo>
                  <a:lnTo>
                    <a:pt x="33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4961024" y="2420903"/>
              <a:ext cx="349815" cy="47230"/>
            </a:xfrm>
            <a:custGeom>
              <a:avLst/>
              <a:gdLst/>
              <a:ahLst/>
              <a:cxnLst/>
              <a:rect l="l" t="t" r="r" b="b"/>
              <a:pathLst>
                <a:path w="19383" h="2617" extrusionOk="0">
                  <a:moveTo>
                    <a:pt x="1" y="0"/>
                  </a:moveTo>
                  <a:lnTo>
                    <a:pt x="1" y="2616"/>
                  </a:lnTo>
                  <a:lnTo>
                    <a:pt x="19383" y="2616"/>
                  </a:lnTo>
                  <a:lnTo>
                    <a:pt x="19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3"/>
            <p:cNvSpPr/>
            <p:nvPr/>
          </p:nvSpPr>
          <p:spPr>
            <a:xfrm>
              <a:off x="4961024" y="2498363"/>
              <a:ext cx="203973" cy="47230"/>
            </a:xfrm>
            <a:custGeom>
              <a:avLst/>
              <a:gdLst/>
              <a:ahLst/>
              <a:cxnLst/>
              <a:rect l="l" t="t" r="r" b="b"/>
              <a:pathLst>
                <a:path w="11302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11301" y="2616"/>
                  </a:lnTo>
                  <a:lnTo>
                    <a:pt x="11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4961024" y="2575841"/>
              <a:ext cx="335305" cy="46617"/>
            </a:xfrm>
            <a:custGeom>
              <a:avLst/>
              <a:gdLst/>
              <a:ahLst/>
              <a:cxnLst/>
              <a:rect l="l" t="t" r="r" b="b"/>
              <a:pathLst>
                <a:path w="18579" h="2583" extrusionOk="0">
                  <a:moveTo>
                    <a:pt x="1" y="0"/>
                  </a:moveTo>
                  <a:lnTo>
                    <a:pt x="1" y="2582"/>
                  </a:lnTo>
                  <a:lnTo>
                    <a:pt x="18578" y="2582"/>
                  </a:lnTo>
                  <a:lnTo>
                    <a:pt x="185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4961024" y="2652687"/>
              <a:ext cx="522908" cy="47230"/>
            </a:xfrm>
            <a:custGeom>
              <a:avLst/>
              <a:gdLst/>
              <a:ahLst/>
              <a:cxnLst/>
              <a:rect l="l" t="t" r="r" b="b"/>
              <a:pathLst>
                <a:path w="28974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28973" y="2616"/>
                  </a:lnTo>
                  <a:lnTo>
                    <a:pt x="289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4961024" y="2730165"/>
              <a:ext cx="349815" cy="46617"/>
            </a:xfrm>
            <a:custGeom>
              <a:avLst/>
              <a:gdLst/>
              <a:ahLst/>
              <a:cxnLst/>
              <a:rect l="l" t="t" r="r" b="b"/>
              <a:pathLst>
                <a:path w="19383" h="2583" extrusionOk="0">
                  <a:moveTo>
                    <a:pt x="1" y="0"/>
                  </a:moveTo>
                  <a:lnTo>
                    <a:pt x="1" y="2582"/>
                  </a:lnTo>
                  <a:lnTo>
                    <a:pt x="19383" y="2582"/>
                  </a:lnTo>
                  <a:lnTo>
                    <a:pt x="19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4961024" y="2807012"/>
              <a:ext cx="243912" cy="47230"/>
            </a:xfrm>
            <a:custGeom>
              <a:avLst/>
              <a:gdLst/>
              <a:ahLst/>
              <a:cxnLst/>
              <a:rect l="l" t="t" r="r" b="b"/>
              <a:pathLst>
                <a:path w="13515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13515" y="2616"/>
                  </a:lnTo>
                  <a:lnTo>
                    <a:pt x="135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3"/>
            <p:cNvSpPr/>
            <p:nvPr/>
          </p:nvSpPr>
          <p:spPr>
            <a:xfrm>
              <a:off x="4961024" y="2884489"/>
              <a:ext cx="395204" cy="47212"/>
            </a:xfrm>
            <a:custGeom>
              <a:avLst/>
              <a:gdLst/>
              <a:ahLst/>
              <a:cxnLst/>
              <a:rect l="l" t="t" r="r" b="b"/>
              <a:pathLst>
                <a:path w="21898" h="2616" extrusionOk="0">
                  <a:moveTo>
                    <a:pt x="1" y="0"/>
                  </a:moveTo>
                  <a:lnTo>
                    <a:pt x="1" y="2616"/>
                  </a:lnTo>
                  <a:lnTo>
                    <a:pt x="21898" y="2616"/>
                  </a:lnTo>
                  <a:lnTo>
                    <a:pt x="21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3"/>
            <p:cNvSpPr/>
            <p:nvPr/>
          </p:nvSpPr>
          <p:spPr>
            <a:xfrm>
              <a:off x="4961024" y="2961336"/>
              <a:ext cx="479342" cy="47230"/>
            </a:xfrm>
            <a:custGeom>
              <a:avLst/>
              <a:gdLst/>
              <a:ahLst/>
              <a:cxnLst/>
              <a:rect l="l" t="t" r="r" b="b"/>
              <a:pathLst>
                <a:path w="26560" h="2617" extrusionOk="0">
                  <a:moveTo>
                    <a:pt x="1" y="1"/>
                  </a:moveTo>
                  <a:lnTo>
                    <a:pt x="1" y="2616"/>
                  </a:lnTo>
                  <a:lnTo>
                    <a:pt x="26559" y="2616"/>
                  </a:lnTo>
                  <a:lnTo>
                    <a:pt x="265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4961024" y="3038814"/>
              <a:ext cx="605818" cy="47212"/>
            </a:xfrm>
            <a:custGeom>
              <a:avLst/>
              <a:gdLst/>
              <a:ahLst/>
              <a:cxnLst/>
              <a:rect l="l" t="t" r="r" b="b"/>
              <a:pathLst>
                <a:path w="33568" h="2616" extrusionOk="0">
                  <a:moveTo>
                    <a:pt x="1" y="0"/>
                  </a:moveTo>
                  <a:lnTo>
                    <a:pt x="1" y="2616"/>
                  </a:lnTo>
                  <a:lnTo>
                    <a:pt x="33568" y="2616"/>
                  </a:lnTo>
                  <a:lnTo>
                    <a:pt x="33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5310821" y="2176414"/>
              <a:ext cx="300798" cy="79896"/>
            </a:xfrm>
            <a:custGeom>
              <a:avLst/>
              <a:gdLst/>
              <a:ahLst/>
              <a:cxnLst/>
              <a:rect l="l" t="t" r="r" b="b"/>
              <a:pathLst>
                <a:path w="16667" h="4427" extrusionOk="0">
                  <a:moveTo>
                    <a:pt x="1778" y="0"/>
                  </a:moveTo>
                  <a:lnTo>
                    <a:pt x="973" y="335"/>
                  </a:lnTo>
                  <a:lnTo>
                    <a:pt x="370" y="939"/>
                  </a:lnTo>
                  <a:lnTo>
                    <a:pt x="34" y="1744"/>
                  </a:lnTo>
                  <a:lnTo>
                    <a:pt x="1" y="2213"/>
                  </a:lnTo>
                  <a:lnTo>
                    <a:pt x="1" y="4426"/>
                  </a:lnTo>
                  <a:lnTo>
                    <a:pt x="16667" y="4426"/>
                  </a:lnTo>
                  <a:lnTo>
                    <a:pt x="16667" y="2213"/>
                  </a:lnTo>
                  <a:lnTo>
                    <a:pt x="16633" y="1744"/>
                  </a:lnTo>
                  <a:lnTo>
                    <a:pt x="16298" y="939"/>
                  </a:lnTo>
                  <a:lnTo>
                    <a:pt x="15695" y="335"/>
                  </a:lnTo>
                  <a:lnTo>
                    <a:pt x="14890" y="0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5160738" y="2176414"/>
              <a:ext cx="300798" cy="79896"/>
            </a:xfrm>
            <a:custGeom>
              <a:avLst/>
              <a:gdLst/>
              <a:ahLst/>
              <a:cxnLst/>
              <a:rect l="l" t="t" r="r" b="b"/>
              <a:pathLst>
                <a:path w="16667" h="4427" extrusionOk="0">
                  <a:moveTo>
                    <a:pt x="1811" y="0"/>
                  </a:moveTo>
                  <a:lnTo>
                    <a:pt x="1007" y="369"/>
                  </a:lnTo>
                  <a:lnTo>
                    <a:pt x="369" y="972"/>
                  </a:lnTo>
                  <a:lnTo>
                    <a:pt x="1" y="1811"/>
                  </a:lnTo>
                  <a:lnTo>
                    <a:pt x="1" y="2280"/>
                  </a:lnTo>
                  <a:lnTo>
                    <a:pt x="1" y="4426"/>
                  </a:lnTo>
                  <a:lnTo>
                    <a:pt x="16667" y="4426"/>
                  </a:lnTo>
                  <a:lnTo>
                    <a:pt x="16667" y="2280"/>
                  </a:lnTo>
                  <a:lnTo>
                    <a:pt x="16633" y="1811"/>
                  </a:lnTo>
                  <a:lnTo>
                    <a:pt x="16264" y="972"/>
                  </a:lnTo>
                  <a:lnTo>
                    <a:pt x="15661" y="369"/>
                  </a:lnTo>
                  <a:lnTo>
                    <a:pt x="14822" y="0"/>
                  </a:lnTo>
                  <a:close/>
                </a:path>
              </a:pathLst>
            </a:custGeom>
            <a:solidFill>
              <a:schemeClr val="accent3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4996127" y="2176414"/>
              <a:ext cx="300798" cy="79283"/>
            </a:xfrm>
            <a:custGeom>
              <a:avLst/>
              <a:gdLst/>
              <a:ahLst/>
              <a:cxnLst/>
              <a:rect l="l" t="t" r="r" b="b"/>
              <a:pathLst>
                <a:path w="16667" h="4393" extrusionOk="0">
                  <a:moveTo>
                    <a:pt x="1711" y="0"/>
                  </a:moveTo>
                  <a:lnTo>
                    <a:pt x="939" y="335"/>
                  </a:lnTo>
                  <a:lnTo>
                    <a:pt x="336" y="905"/>
                  </a:lnTo>
                  <a:lnTo>
                    <a:pt x="34" y="1677"/>
                  </a:lnTo>
                  <a:lnTo>
                    <a:pt x="1" y="2113"/>
                  </a:lnTo>
                  <a:lnTo>
                    <a:pt x="1" y="4393"/>
                  </a:lnTo>
                  <a:lnTo>
                    <a:pt x="16667" y="4393"/>
                  </a:lnTo>
                  <a:lnTo>
                    <a:pt x="16667" y="2113"/>
                  </a:lnTo>
                  <a:lnTo>
                    <a:pt x="16633" y="1677"/>
                  </a:lnTo>
                  <a:lnTo>
                    <a:pt x="16298" y="905"/>
                  </a:lnTo>
                  <a:lnTo>
                    <a:pt x="15694" y="335"/>
                  </a:lnTo>
                  <a:lnTo>
                    <a:pt x="14923" y="0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7870191" y="3844310"/>
              <a:ext cx="165243" cy="18"/>
            </a:xfrm>
            <a:custGeom>
              <a:avLst/>
              <a:gdLst/>
              <a:ahLst/>
              <a:cxnLst/>
              <a:rect l="l" t="t" r="r" b="b"/>
              <a:pathLst>
                <a:path w="9156" h="1" fill="none" extrusionOk="0">
                  <a:moveTo>
                    <a:pt x="1" y="1"/>
                  </a:moveTo>
                  <a:lnTo>
                    <a:pt x="9155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3"/>
            <p:cNvSpPr/>
            <p:nvPr/>
          </p:nvSpPr>
          <p:spPr>
            <a:xfrm>
              <a:off x="5263627" y="3844310"/>
              <a:ext cx="2519431" cy="18"/>
            </a:xfrm>
            <a:custGeom>
              <a:avLst/>
              <a:gdLst/>
              <a:ahLst/>
              <a:cxnLst/>
              <a:rect l="l" t="t" r="r" b="b"/>
              <a:pathLst>
                <a:path w="139600" h="1" fill="none" extrusionOk="0">
                  <a:moveTo>
                    <a:pt x="0" y="1"/>
                  </a:moveTo>
                  <a:lnTo>
                    <a:pt x="139600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3"/>
            <p:cNvSpPr/>
            <p:nvPr/>
          </p:nvSpPr>
          <p:spPr>
            <a:xfrm>
              <a:off x="7818142" y="3714205"/>
              <a:ext cx="76269" cy="102889"/>
            </a:xfrm>
            <a:custGeom>
              <a:avLst/>
              <a:gdLst/>
              <a:ahLst/>
              <a:cxnLst/>
              <a:rect l="l" t="t" r="r" b="b"/>
              <a:pathLst>
                <a:path w="4226" h="5701" extrusionOk="0">
                  <a:moveTo>
                    <a:pt x="873" y="0"/>
                  </a:moveTo>
                  <a:lnTo>
                    <a:pt x="336" y="134"/>
                  </a:lnTo>
                  <a:lnTo>
                    <a:pt x="370" y="1845"/>
                  </a:lnTo>
                  <a:lnTo>
                    <a:pt x="571" y="1677"/>
                  </a:lnTo>
                  <a:lnTo>
                    <a:pt x="1644" y="1275"/>
                  </a:lnTo>
                  <a:lnTo>
                    <a:pt x="2247" y="1409"/>
                  </a:lnTo>
                  <a:lnTo>
                    <a:pt x="2616" y="1710"/>
                  </a:lnTo>
                  <a:lnTo>
                    <a:pt x="2750" y="1979"/>
                  </a:lnTo>
                  <a:lnTo>
                    <a:pt x="2851" y="2213"/>
                  </a:lnTo>
                  <a:lnTo>
                    <a:pt x="2918" y="2683"/>
                  </a:lnTo>
                  <a:lnTo>
                    <a:pt x="2683" y="3387"/>
                  </a:lnTo>
                  <a:lnTo>
                    <a:pt x="1879" y="4125"/>
                  </a:lnTo>
                  <a:lnTo>
                    <a:pt x="671" y="4594"/>
                  </a:lnTo>
                  <a:lnTo>
                    <a:pt x="1" y="4628"/>
                  </a:lnTo>
                  <a:lnTo>
                    <a:pt x="1" y="5701"/>
                  </a:lnTo>
                  <a:lnTo>
                    <a:pt x="504" y="5701"/>
                  </a:lnTo>
                  <a:lnTo>
                    <a:pt x="2382" y="5164"/>
                  </a:lnTo>
                  <a:lnTo>
                    <a:pt x="3119" y="4728"/>
                  </a:lnTo>
                  <a:lnTo>
                    <a:pt x="3723" y="4024"/>
                  </a:lnTo>
                  <a:lnTo>
                    <a:pt x="4125" y="3085"/>
                  </a:lnTo>
                  <a:lnTo>
                    <a:pt x="4192" y="2515"/>
                  </a:lnTo>
                  <a:lnTo>
                    <a:pt x="4226" y="1912"/>
                  </a:lnTo>
                  <a:lnTo>
                    <a:pt x="3958" y="1040"/>
                  </a:lnTo>
                  <a:lnTo>
                    <a:pt x="3421" y="470"/>
                  </a:lnTo>
                  <a:lnTo>
                    <a:pt x="2750" y="168"/>
                  </a:lnTo>
                  <a:lnTo>
                    <a:pt x="873" y="0"/>
                  </a:lnTo>
                  <a:close/>
                </a:path>
              </a:pathLst>
            </a:custGeom>
            <a:solidFill>
              <a:srgbClr val="6EDBFC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7660190" y="3666993"/>
              <a:ext cx="183399" cy="177335"/>
            </a:xfrm>
            <a:custGeom>
              <a:avLst/>
              <a:gdLst/>
              <a:ahLst/>
              <a:cxnLst/>
              <a:rect l="l" t="t" r="r" b="b"/>
              <a:pathLst>
                <a:path w="10162" h="9826" extrusionOk="0">
                  <a:moveTo>
                    <a:pt x="0" y="1"/>
                  </a:moveTo>
                  <a:lnTo>
                    <a:pt x="1174" y="9826"/>
                  </a:lnTo>
                  <a:lnTo>
                    <a:pt x="8987" y="9826"/>
                  </a:lnTo>
                  <a:lnTo>
                    <a:pt x="10161" y="1"/>
                  </a:lnTo>
                  <a:close/>
                </a:path>
              </a:pathLst>
            </a:custGeom>
            <a:solidFill>
              <a:srgbClr val="6EDBFC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7650499" y="3658529"/>
              <a:ext cx="202168" cy="19979"/>
            </a:xfrm>
            <a:custGeom>
              <a:avLst/>
              <a:gdLst/>
              <a:ahLst/>
              <a:cxnLst/>
              <a:rect l="l" t="t" r="r" b="b"/>
              <a:pathLst>
                <a:path w="11202" h="1107" extrusionOk="0">
                  <a:moveTo>
                    <a:pt x="537" y="0"/>
                  </a:moveTo>
                  <a:lnTo>
                    <a:pt x="336" y="34"/>
                  </a:lnTo>
                  <a:lnTo>
                    <a:pt x="34" y="302"/>
                  </a:lnTo>
                  <a:lnTo>
                    <a:pt x="1" y="537"/>
                  </a:lnTo>
                  <a:lnTo>
                    <a:pt x="1" y="570"/>
                  </a:lnTo>
                  <a:lnTo>
                    <a:pt x="34" y="805"/>
                  </a:lnTo>
                  <a:lnTo>
                    <a:pt x="336" y="1073"/>
                  </a:lnTo>
                  <a:lnTo>
                    <a:pt x="537" y="1107"/>
                  </a:lnTo>
                  <a:lnTo>
                    <a:pt x="10665" y="1107"/>
                  </a:lnTo>
                  <a:lnTo>
                    <a:pt x="10899" y="1073"/>
                  </a:lnTo>
                  <a:lnTo>
                    <a:pt x="11168" y="805"/>
                  </a:lnTo>
                  <a:lnTo>
                    <a:pt x="11201" y="570"/>
                  </a:lnTo>
                  <a:lnTo>
                    <a:pt x="11201" y="537"/>
                  </a:lnTo>
                  <a:lnTo>
                    <a:pt x="11168" y="302"/>
                  </a:lnTo>
                  <a:lnTo>
                    <a:pt x="10899" y="34"/>
                  </a:lnTo>
                  <a:lnTo>
                    <a:pt x="10665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7678346" y="3305700"/>
              <a:ext cx="105325" cy="333482"/>
            </a:xfrm>
            <a:custGeom>
              <a:avLst/>
              <a:gdLst/>
              <a:ahLst/>
              <a:cxnLst/>
              <a:rect l="l" t="t" r="r" b="b"/>
              <a:pathLst>
                <a:path w="5836" h="18478" fill="none" extrusionOk="0">
                  <a:moveTo>
                    <a:pt x="2750" y="18477"/>
                  </a:moveTo>
                  <a:lnTo>
                    <a:pt x="3186" y="18209"/>
                  </a:lnTo>
                  <a:lnTo>
                    <a:pt x="4662" y="16767"/>
                  </a:lnTo>
                  <a:lnTo>
                    <a:pt x="5131" y="16029"/>
                  </a:lnTo>
                  <a:lnTo>
                    <a:pt x="5366" y="15191"/>
                  </a:lnTo>
                  <a:lnTo>
                    <a:pt x="5332" y="14285"/>
                  </a:lnTo>
                  <a:lnTo>
                    <a:pt x="5165" y="13850"/>
                  </a:lnTo>
                  <a:lnTo>
                    <a:pt x="4930" y="13380"/>
                  </a:lnTo>
                  <a:lnTo>
                    <a:pt x="4259" y="12508"/>
                  </a:lnTo>
                  <a:lnTo>
                    <a:pt x="3018" y="11234"/>
                  </a:lnTo>
                  <a:lnTo>
                    <a:pt x="1711" y="9926"/>
                  </a:lnTo>
                  <a:lnTo>
                    <a:pt x="973" y="8920"/>
                  </a:lnTo>
                  <a:lnTo>
                    <a:pt x="369" y="7847"/>
                  </a:lnTo>
                  <a:lnTo>
                    <a:pt x="34" y="6573"/>
                  </a:lnTo>
                  <a:lnTo>
                    <a:pt x="0" y="5869"/>
                  </a:lnTo>
                  <a:lnTo>
                    <a:pt x="34" y="5265"/>
                  </a:lnTo>
                  <a:lnTo>
                    <a:pt x="336" y="4192"/>
                  </a:lnTo>
                  <a:lnTo>
                    <a:pt x="906" y="3287"/>
                  </a:lnTo>
                  <a:lnTo>
                    <a:pt x="1644" y="2515"/>
                  </a:lnTo>
                  <a:lnTo>
                    <a:pt x="3957" y="973"/>
                  </a:lnTo>
                  <a:lnTo>
                    <a:pt x="5835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7715253" y="3348058"/>
              <a:ext cx="33911" cy="108357"/>
            </a:xfrm>
            <a:custGeom>
              <a:avLst/>
              <a:gdLst/>
              <a:ahLst/>
              <a:cxnLst/>
              <a:rect l="l" t="t" r="r" b="b"/>
              <a:pathLst>
                <a:path w="1879" h="6004" fill="none" extrusionOk="0">
                  <a:moveTo>
                    <a:pt x="1879" y="1"/>
                  </a:moveTo>
                  <a:lnTo>
                    <a:pt x="1510" y="269"/>
                  </a:lnTo>
                  <a:lnTo>
                    <a:pt x="906" y="872"/>
                  </a:lnTo>
                  <a:lnTo>
                    <a:pt x="437" y="1577"/>
                  </a:lnTo>
                  <a:lnTo>
                    <a:pt x="135" y="2348"/>
                  </a:lnTo>
                  <a:lnTo>
                    <a:pt x="1" y="3186"/>
                  </a:lnTo>
                  <a:lnTo>
                    <a:pt x="1" y="3991"/>
                  </a:lnTo>
                  <a:lnTo>
                    <a:pt x="169" y="4829"/>
                  </a:lnTo>
                  <a:lnTo>
                    <a:pt x="504" y="5634"/>
                  </a:lnTo>
                  <a:lnTo>
                    <a:pt x="739" y="6003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7784249" y="3524779"/>
              <a:ext cx="13337" cy="81105"/>
            </a:xfrm>
            <a:custGeom>
              <a:avLst/>
              <a:gdLst/>
              <a:ahLst/>
              <a:cxnLst/>
              <a:rect l="l" t="t" r="r" b="b"/>
              <a:pathLst>
                <a:path w="739" h="4494" fill="none" extrusionOk="0">
                  <a:moveTo>
                    <a:pt x="1" y="0"/>
                  </a:moveTo>
                  <a:lnTo>
                    <a:pt x="269" y="537"/>
                  </a:lnTo>
                  <a:lnTo>
                    <a:pt x="604" y="1610"/>
                  </a:lnTo>
                  <a:lnTo>
                    <a:pt x="739" y="2784"/>
                  </a:lnTo>
                  <a:lnTo>
                    <a:pt x="671" y="3924"/>
                  </a:lnTo>
                  <a:lnTo>
                    <a:pt x="571" y="4494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5635820" y="3751112"/>
              <a:ext cx="409732" cy="78705"/>
            </a:xfrm>
            <a:custGeom>
              <a:avLst/>
              <a:gdLst/>
              <a:ahLst/>
              <a:cxnLst/>
              <a:rect l="l" t="t" r="r" b="b"/>
              <a:pathLst>
                <a:path w="22703" h="4361" extrusionOk="0">
                  <a:moveTo>
                    <a:pt x="17471" y="1"/>
                  </a:moveTo>
                  <a:lnTo>
                    <a:pt x="15459" y="236"/>
                  </a:lnTo>
                  <a:lnTo>
                    <a:pt x="12642" y="940"/>
                  </a:lnTo>
                  <a:lnTo>
                    <a:pt x="10697" y="1476"/>
                  </a:lnTo>
                  <a:lnTo>
                    <a:pt x="8048" y="2113"/>
                  </a:lnTo>
                  <a:lnTo>
                    <a:pt x="2717" y="2918"/>
                  </a:lnTo>
                  <a:lnTo>
                    <a:pt x="0" y="3119"/>
                  </a:lnTo>
                  <a:lnTo>
                    <a:pt x="0" y="4360"/>
                  </a:lnTo>
                  <a:lnTo>
                    <a:pt x="22702" y="4360"/>
                  </a:lnTo>
                  <a:lnTo>
                    <a:pt x="22669" y="4025"/>
                  </a:lnTo>
                  <a:lnTo>
                    <a:pt x="21998" y="2180"/>
                  </a:lnTo>
                  <a:lnTo>
                    <a:pt x="21227" y="1275"/>
                  </a:lnTo>
                  <a:lnTo>
                    <a:pt x="20489" y="739"/>
                  </a:lnTo>
                  <a:lnTo>
                    <a:pt x="20053" y="537"/>
                  </a:lnTo>
                  <a:lnTo>
                    <a:pt x="19148" y="236"/>
                  </a:lnTo>
                  <a:lnTo>
                    <a:pt x="17471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6044326" y="3751112"/>
              <a:ext cx="409732" cy="78705"/>
            </a:xfrm>
            <a:custGeom>
              <a:avLst/>
              <a:gdLst/>
              <a:ahLst/>
              <a:cxnLst/>
              <a:rect l="l" t="t" r="r" b="b"/>
              <a:pathLst>
                <a:path w="22703" h="4361" extrusionOk="0">
                  <a:moveTo>
                    <a:pt x="5198" y="1"/>
                  </a:moveTo>
                  <a:lnTo>
                    <a:pt x="3521" y="236"/>
                  </a:lnTo>
                  <a:lnTo>
                    <a:pt x="2649" y="537"/>
                  </a:lnTo>
                  <a:lnTo>
                    <a:pt x="2180" y="739"/>
                  </a:lnTo>
                  <a:lnTo>
                    <a:pt x="1476" y="1275"/>
                  </a:lnTo>
                  <a:lnTo>
                    <a:pt x="671" y="2180"/>
                  </a:lnTo>
                  <a:lnTo>
                    <a:pt x="0" y="4025"/>
                  </a:lnTo>
                  <a:lnTo>
                    <a:pt x="0" y="4360"/>
                  </a:lnTo>
                  <a:lnTo>
                    <a:pt x="22702" y="4360"/>
                  </a:lnTo>
                  <a:lnTo>
                    <a:pt x="22702" y="3119"/>
                  </a:lnTo>
                  <a:lnTo>
                    <a:pt x="19986" y="2918"/>
                  </a:lnTo>
                  <a:lnTo>
                    <a:pt x="14621" y="2113"/>
                  </a:lnTo>
                  <a:lnTo>
                    <a:pt x="12005" y="1476"/>
                  </a:lnTo>
                  <a:lnTo>
                    <a:pt x="10060" y="940"/>
                  </a:lnTo>
                  <a:lnTo>
                    <a:pt x="7210" y="236"/>
                  </a:lnTo>
                  <a:lnTo>
                    <a:pt x="5198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3"/>
            <p:cNvSpPr/>
            <p:nvPr/>
          </p:nvSpPr>
          <p:spPr>
            <a:xfrm>
              <a:off x="5625533" y="3820722"/>
              <a:ext cx="844858" cy="16351"/>
            </a:xfrm>
            <a:custGeom>
              <a:avLst/>
              <a:gdLst/>
              <a:ahLst/>
              <a:cxnLst/>
              <a:rect l="l" t="t" r="r" b="b"/>
              <a:pathLst>
                <a:path w="46813" h="906" extrusionOk="0">
                  <a:moveTo>
                    <a:pt x="0" y="0"/>
                  </a:moveTo>
                  <a:lnTo>
                    <a:pt x="0" y="906"/>
                  </a:lnTo>
                  <a:lnTo>
                    <a:pt x="46813" y="906"/>
                  </a:lnTo>
                  <a:lnTo>
                    <a:pt x="46813" y="0"/>
                  </a:lnTo>
                  <a:close/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3"/>
            <p:cNvSpPr/>
            <p:nvPr/>
          </p:nvSpPr>
          <p:spPr>
            <a:xfrm>
              <a:off x="6066109" y="3774718"/>
              <a:ext cx="49649" cy="54485"/>
            </a:xfrm>
            <a:custGeom>
              <a:avLst/>
              <a:gdLst/>
              <a:ahLst/>
              <a:cxnLst/>
              <a:rect l="l" t="t" r="r" b="b"/>
              <a:pathLst>
                <a:path w="2751" h="3019" fill="none" extrusionOk="0">
                  <a:moveTo>
                    <a:pt x="1" y="3019"/>
                  </a:moveTo>
                  <a:lnTo>
                    <a:pt x="168" y="2516"/>
                  </a:lnTo>
                  <a:lnTo>
                    <a:pt x="705" y="1610"/>
                  </a:lnTo>
                  <a:lnTo>
                    <a:pt x="1409" y="839"/>
                  </a:lnTo>
                  <a:lnTo>
                    <a:pt x="2247" y="235"/>
                  </a:lnTo>
                  <a:lnTo>
                    <a:pt x="2750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3"/>
            <p:cNvSpPr/>
            <p:nvPr/>
          </p:nvSpPr>
          <p:spPr>
            <a:xfrm>
              <a:off x="6091520" y="3783796"/>
              <a:ext cx="239689" cy="41780"/>
            </a:xfrm>
            <a:custGeom>
              <a:avLst/>
              <a:gdLst/>
              <a:ahLst/>
              <a:cxnLst/>
              <a:rect l="l" t="t" r="r" b="b"/>
              <a:pathLst>
                <a:path w="13281" h="2315" fill="none" extrusionOk="0">
                  <a:moveTo>
                    <a:pt x="1" y="2314"/>
                  </a:moveTo>
                  <a:lnTo>
                    <a:pt x="269" y="1878"/>
                  </a:lnTo>
                  <a:lnTo>
                    <a:pt x="940" y="1141"/>
                  </a:lnTo>
                  <a:lnTo>
                    <a:pt x="1711" y="571"/>
                  </a:lnTo>
                  <a:lnTo>
                    <a:pt x="2617" y="202"/>
                  </a:lnTo>
                  <a:lnTo>
                    <a:pt x="3120" y="101"/>
                  </a:lnTo>
                  <a:lnTo>
                    <a:pt x="3690" y="1"/>
                  </a:lnTo>
                  <a:lnTo>
                    <a:pt x="4863" y="68"/>
                  </a:lnTo>
                  <a:lnTo>
                    <a:pt x="6573" y="504"/>
                  </a:lnTo>
                  <a:lnTo>
                    <a:pt x="7680" y="940"/>
                  </a:lnTo>
                  <a:lnTo>
                    <a:pt x="8921" y="1375"/>
                  </a:lnTo>
                  <a:lnTo>
                    <a:pt x="11201" y="2013"/>
                  </a:lnTo>
                  <a:lnTo>
                    <a:pt x="12643" y="2281"/>
                  </a:lnTo>
                  <a:lnTo>
                    <a:pt x="13280" y="2314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3"/>
            <p:cNvSpPr/>
            <p:nvPr/>
          </p:nvSpPr>
          <p:spPr>
            <a:xfrm>
              <a:off x="5799222" y="3778960"/>
              <a:ext cx="213646" cy="51453"/>
            </a:xfrm>
            <a:custGeom>
              <a:avLst/>
              <a:gdLst/>
              <a:ahLst/>
              <a:cxnLst/>
              <a:rect l="l" t="t" r="r" b="b"/>
              <a:pathLst>
                <a:path w="11838" h="2851" fill="none" extrusionOk="0">
                  <a:moveTo>
                    <a:pt x="0" y="2314"/>
                  </a:moveTo>
                  <a:lnTo>
                    <a:pt x="1140" y="2146"/>
                  </a:lnTo>
                  <a:lnTo>
                    <a:pt x="3421" y="1576"/>
                  </a:lnTo>
                  <a:lnTo>
                    <a:pt x="4494" y="1174"/>
                  </a:lnTo>
                  <a:lnTo>
                    <a:pt x="5835" y="604"/>
                  </a:lnTo>
                  <a:lnTo>
                    <a:pt x="7176" y="134"/>
                  </a:lnTo>
                  <a:lnTo>
                    <a:pt x="7881" y="0"/>
                  </a:lnTo>
                  <a:lnTo>
                    <a:pt x="9323" y="134"/>
                  </a:lnTo>
                  <a:lnTo>
                    <a:pt x="9993" y="436"/>
                  </a:lnTo>
                  <a:lnTo>
                    <a:pt x="10496" y="805"/>
                  </a:lnTo>
                  <a:lnTo>
                    <a:pt x="10932" y="1308"/>
                  </a:lnTo>
                  <a:lnTo>
                    <a:pt x="11469" y="2046"/>
                  </a:lnTo>
                  <a:lnTo>
                    <a:pt x="11838" y="285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5953547" y="3797711"/>
              <a:ext cx="39957" cy="34525"/>
            </a:xfrm>
            <a:custGeom>
              <a:avLst/>
              <a:gdLst/>
              <a:ahLst/>
              <a:cxnLst/>
              <a:rect l="l" t="t" r="r" b="b"/>
              <a:pathLst>
                <a:path w="2214" h="1913" fill="none" extrusionOk="0">
                  <a:moveTo>
                    <a:pt x="0" y="1"/>
                  </a:moveTo>
                  <a:lnTo>
                    <a:pt x="369" y="68"/>
                  </a:lnTo>
                  <a:lnTo>
                    <a:pt x="1040" y="437"/>
                  </a:lnTo>
                  <a:lnTo>
                    <a:pt x="1342" y="705"/>
                  </a:lnTo>
                  <a:lnTo>
                    <a:pt x="1811" y="1275"/>
                  </a:lnTo>
                  <a:lnTo>
                    <a:pt x="2214" y="1912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6428015" y="2935311"/>
              <a:ext cx="1186804" cy="954406"/>
            </a:xfrm>
            <a:custGeom>
              <a:avLst/>
              <a:gdLst/>
              <a:ahLst/>
              <a:cxnLst/>
              <a:rect l="l" t="t" r="r" b="b"/>
              <a:pathLst>
                <a:path w="65760" h="52883" extrusionOk="0">
                  <a:moveTo>
                    <a:pt x="32561" y="1"/>
                  </a:moveTo>
                  <a:lnTo>
                    <a:pt x="29275" y="437"/>
                  </a:lnTo>
                  <a:lnTo>
                    <a:pt x="25989" y="1141"/>
                  </a:lnTo>
                  <a:lnTo>
                    <a:pt x="21495" y="2482"/>
                  </a:lnTo>
                  <a:lnTo>
                    <a:pt x="17572" y="3958"/>
                  </a:lnTo>
                  <a:lnTo>
                    <a:pt x="17170" y="4125"/>
                  </a:lnTo>
                  <a:lnTo>
                    <a:pt x="16465" y="4260"/>
                  </a:lnTo>
                  <a:lnTo>
                    <a:pt x="12542" y="5634"/>
                  </a:lnTo>
                  <a:lnTo>
                    <a:pt x="10396" y="6842"/>
                  </a:lnTo>
                  <a:lnTo>
                    <a:pt x="9088" y="7848"/>
                  </a:lnTo>
                  <a:lnTo>
                    <a:pt x="8518" y="8418"/>
                  </a:lnTo>
                  <a:lnTo>
                    <a:pt x="7981" y="9021"/>
                  </a:lnTo>
                  <a:lnTo>
                    <a:pt x="7076" y="10363"/>
                  </a:lnTo>
                  <a:lnTo>
                    <a:pt x="6104" y="12475"/>
                  </a:lnTo>
                  <a:lnTo>
                    <a:pt x="5131" y="16097"/>
                  </a:lnTo>
                  <a:lnTo>
                    <a:pt x="5064" y="16734"/>
                  </a:lnTo>
                  <a:lnTo>
                    <a:pt x="2884" y="27834"/>
                  </a:lnTo>
                  <a:lnTo>
                    <a:pt x="269" y="41314"/>
                  </a:lnTo>
                  <a:lnTo>
                    <a:pt x="1" y="42890"/>
                  </a:lnTo>
                  <a:lnTo>
                    <a:pt x="1" y="44298"/>
                  </a:lnTo>
                  <a:lnTo>
                    <a:pt x="34" y="44365"/>
                  </a:lnTo>
                  <a:lnTo>
                    <a:pt x="772" y="45137"/>
                  </a:lnTo>
                  <a:lnTo>
                    <a:pt x="4762" y="48490"/>
                  </a:lnTo>
                  <a:lnTo>
                    <a:pt x="6942" y="49831"/>
                  </a:lnTo>
                  <a:lnTo>
                    <a:pt x="8250" y="50334"/>
                  </a:lnTo>
                  <a:lnTo>
                    <a:pt x="8820" y="50368"/>
                  </a:lnTo>
                  <a:lnTo>
                    <a:pt x="10228" y="50301"/>
                  </a:lnTo>
                  <a:lnTo>
                    <a:pt x="12978" y="49664"/>
                  </a:lnTo>
                  <a:lnTo>
                    <a:pt x="14286" y="49127"/>
                  </a:lnTo>
                  <a:lnTo>
                    <a:pt x="40811" y="52782"/>
                  </a:lnTo>
                  <a:lnTo>
                    <a:pt x="42185" y="52883"/>
                  </a:lnTo>
                  <a:lnTo>
                    <a:pt x="48121" y="52816"/>
                  </a:lnTo>
                  <a:lnTo>
                    <a:pt x="50703" y="52581"/>
                  </a:lnTo>
                  <a:lnTo>
                    <a:pt x="53218" y="52078"/>
                  </a:lnTo>
                  <a:lnTo>
                    <a:pt x="55431" y="51340"/>
                  </a:lnTo>
                  <a:lnTo>
                    <a:pt x="56303" y="50804"/>
                  </a:lnTo>
                  <a:lnTo>
                    <a:pt x="57175" y="50200"/>
                  </a:lnTo>
                  <a:lnTo>
                    <a:pt x="58885" y="48524"/>
                  </a:lnTo>
                  <a:lnTo>
                    <a:pt x="60528" y="46445"/>
                  </a:lnTo>
                  <a:lnTo>
                    <a:pt x="62037" y="44198"/>
                  </a:lnTo>
                  <a:lnTo>
                    <a:pt x="65122" y="38832"/>
                  </a:lnTo>
                  <a:lnTo>
                    <a:pt x="65759" y="37558"/>
                  </a:lnTo>
                  <a:lnTo>
                    <a:pt x="64787" y="33836"/>
                  </a:lnTo>
                  <a:lnTo>
                    <a:pt x="61937" y="24816"/>
                  </a:lnTo>
                  <a:lnTo>
                    <a:pt x="59455" y="18109"/>
                  </a:lnTo>
                  <a:lnTo>
                    <a:pt x="57846" y="14152"/>
                  </a:lnTo>
                  <a:lnTo>
                    <a:pt x="56337" y="10933"/>
                  </a:lnTo>
                  <a:lnTo>
                    <a:pt x="55062" y="8787"/>
                  </a:lnTo>
                  <a:lnTo>
                    <a:pt x="54559" y="8250"/>
                  </a:lnTo>
                  <a:lnTo>
                    <a:pt x="54023" y="7814"/>
                  </a:lnTo>
                  <a:lnTo>
                    <a:pt x="52581" y="6942"/>
                  </a:lnTo>
                  <a:lnTo>
                    <a:pt x="49798" y="5500"/>
                  </a:lnTo>
                  <a:lnTo>
                    <a:pt x="42454" y="2449"/>
                  </a:lnTo>
                  <a:lnTo>
                    <a:pt x="37021" y="303"/>
                  </a:lnTo>
                  <a:lnTo>
                    <a:pt x="36351" y="169"/>
                  </a:lnTo>
                  <a:lnTo>
                    <a:pt x="34909" y="1"/>
                  </a:lnTo>
                  <a:close/>
                </a:path>
              </a:pathLst>
            </a:custGeom>
            <a:solidFill>
              <a:srgbClr val="6EDBF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6426806" y="3056356"/>
              <a:ext cx="263277" cy="788586"/>
            </a:xfrm>
            <a:custGeom>
              <a:avLst/>
              <a:gdLst/>
              <a:ahLst/>
              <a:cxnLst/>
              <a:rect l="l" t="t" r="r" b="b"/>
              <a:pathLst>
                <a:path w="14588" h="43695" extrusionOk="0">
                  <a:moveTo>
                    <a:pt x="10899" y="1"/>
                  </a:moveTo>
                  <a:lnTo>
                    <a:pt x="9993" y="403"/>
                  </a:lnTo>
                  <a:lnTo>
                    <a:pt x="8417" y="1543"/>
                  </a:lnTo>
                  <a:lnTo>
                    <a:pt x="7177" y="2985"/>
                  </a:lnTo>
                  <a:lnTo>
                    <a:pt x="6305" y="4729"/>
                  </a:lnTo>
                  <a:lnTo>
                    <a:pt x="6070" y="5668"/>
                  </a:lnTo>
                  <a:lnTo>
                    <a:pt x="4762" y="11771"/>
                  </a:lnTo>
                  <a:lnTo>
                    <a:pt x="1375" y="28504"/>
                  </a:lnTo>
                  <a:lnTo>
                    <a:pt x="269" y="34875"/>
                  </a:lnTo>
                  <a:lnTo>
                    <a:pt x="0" y="37323"/>
                  </a:lnTo>
                  <a:lnTo>
                    <a:pt x="68" y="37658"/>
                  </a:lnTo>
                  <a:lnTo>
                    <a:pt x="2650" y="40039"/>
                  </a:lnTo>
                  <a:lnTo>
                    <a:pt x="4527" y="41649"/>
                  </a:lnTo>
                  <a:lnTo>
                    <a:pt x="4662" y="41750"/>
                  </a:lnTo>
                  <a:lnTo>
                    <a:pt x="6003" y="42621"/>
                  </a:lnTo>
                  <a:lnTo>
                    <a:pt x="7680" y="43326"/>
                  </a:lnTo>
                  <a:lnTo>
                    <a:pt x="8987" y="43627"/>
                  </a:lnTo>
                  <a:lnTo>
                    <a:pt x="10429" y="43694"/>
                  </a:lnTo>
                  <a:lnTo>
                    <a:pt x="11938" y="43359"/>
                  </a:lnTo>
                  <a:lnTo>
                    <a:pt x="12710" y="43024"/>
                  </a:lnTo>
                  <a:lnTo>
                    <a:pt x="13078" y="42823"/>
                  </a:lnTo>
                  <a:lnTo>
                    <a:pt x="13682" y="42085"/>
                  </a:lnTo>
                  <a:lnTo>
                    <a:pt x="14118" y="41112"/>
                  </a:lnTo>
                  <a:lnTo>
                    <a:pt x="14386" y="39939"/>
                  </a:lnTo>
                  <a:lnTo>
                    <a:pt x="14587" y="37826"/>
                  </a:lnTo>
                  <a:lnTo>
                    <a:pt x="14453" y="34607"/>
                  </a:lnTo>
                  <a:lnTo>
                    <a:pt x="13816" y="29678"/>
                  </a:lnTo>
                  <a:lnTo>
                    <a:pt x="12844" y="24916"/>
                  </a:lnTo>
                  <a:lnTo>
                    <a:pt x="12710" y="24413"/>
                  </a:lnTo>
                  <a:lnTo>
                    <a:pt x="1089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6424388" y="2969818"/>
              <a:ext cx="561638" cy="877542"/>
            </a:xfrm>
            <a:custGeom>
              <a:avLst/>
              <a:gdLst/>
              <a:ahLst/>
              <a:cxnLst/>
              <a:rect l="l" t="t" r="r" b="b"/>
              <a:pathLst>
                <a:path w="31120" h="48624" extrusionOk="0">
                  <a:moveTo>
                    <a:pt x="23977" y="0"/>
                  </a:moveTo>
                  <a:lnTo>
                    <a:pt x="23574" y="67"/>
                  </a:lnTo>
                  <a:lnTo>
                    <a:pt x="19852" y="1140"/>
                  </a:lnTo>
                  <a:lnTo>
                    <a:pt x="15493" y="2683"/>
                  </a:lnTo>
                  <a:lnTo>
                    <a:pt x="12609" y="3857"/>
                  </a:lnTo>
                  <a:lnTo>
                    <a:pt x="11838" y="4192"/>
                  </a:lnTo>
                  <a:lnTo>
                    <a:pt x="10496" y="4997"/>
                  </a:lnTo>
                  <a:lnTo>
                    <a:pt x="9356" y="5936"/>
                  </a:lnTo>
                  <a:lnTo>
                    <a:pt x="8350" y="7009"/>
                  </a:lnTo>
                  <a:lnTo>
                    <a:pt x="7076" y="8752"/>
                  </a:lnTo>
                  <a:lnTo>
                    <a:pt x="5902" y="11234"/>
                  </a:lnTo>
                  <a:lnTo>
                    <a:pt x="5131" y="13648"/>
                  </a:lnTo>
                  <a:lnTo>
                    <a:pt x="4729" y="15828"/>
                  </a:lnTo>
                  <a:lnTo>
                    <a:pt x="4494" y="18175"/>
                  </a:lnTo>
                  <a:lnTo>
                    <a:pt x="4494" y="18544"/>
                  </a:lnTo>
                  <a:lnTo>
                    <a:pt x="0" y="42018"/>
                  </a:lnTo>
                  <a:lnTo>
                    <a:pt x="336" y="42521"/>
                  </a:lnTo>
                  <a:lnTo>
                    <a:pt x="1241" y="43560"/>
                  </a:lnTo>
                  <a:lnTo>
                    <a:pt x="2985" y="45069"/>
                  </a:lnTo>
                  <a:lnTo>
                    <a:pt x="5634" y="46846"/>
                  </a:lnTo>
                  <a:lnTo>
                    <a:pt x="8115" y="48121"/>
                  </a:lnTo>
                  <a:lnTo>
                    <a:pt x="9021" y="48456"/>
                  </a:lnTo>
                  <a:lnTo>
                    <a:pt x="9457" y="48557"/>
                  </a:lnTo>
                  <a:lnTo>
                    <a:pt x="10362" y="48624"/>
                  </a:lnTo>
                  <a:lnTo>
                    <a:pt x="11737" y="48389"/>
                  </a:lnTo>
                  <a:lnTo>
                    <a:pt x="14084" y="47450"/>
                  </a:lnTo>
                  <a:lnTo>
                    <a:pt x="14487" y="47215"/>
                  </a:lnTo>
                  <a:lnTo>
                    <a:pt x="14185" y="47148"/>
                  </a:lnTo>
                  <a:lnTo>
                    <a:pt x="11569" y="46310"/>
                  </a:lnTo>
                  <a:lnTo>
                    <a:pt x="8887" y="45069"/>
                  </a:lnTo>
                  <a:lnTo>
                    <a:pt x="7176" y="43996"/>
                  </a:lnTo>
                  <a:lnTo>
                    <a:pt x="5701" y="42621"/>
                  </a:lnTo>
                  <a:lnTo>
                    <a:pt x="4930" y="41447"/>
                  </a:lnTo>
                  <a:lnTo>
                    <a:pt x="4594" y="40576"/>
                  </a:lnTo>
                  <a:lnTo>
                    <a:pt x="4494" y="40106"/>
                  </a:lnTo>
                  <a:lnTo>
                    <a:pt x="4427" y="39704"/>
                  </a:lnTo>
                  <a:lnTo>
                    <a:pt x="4427" y="39268"/>
                  </a:lnTo>
                  <a:lnTo>
                    <a:pt x="4460" y="37792"/>
                  </a:lnTo>
                  <a:lnTo>
                    <a:pt x="4863" y="34808"/>
                  </a:lnTo>
                  <a:lnTo>
                    <a:pt x="5969" y="30348"/>
                  </a:lnTo>
                  <a:lnTo>
                    <a:pt x="6808" y="27498"/>
                  </a:lnTo>
                  <a:lnTo>
                    <a:pt x="8685" y="21026"/>
                  </a:lnTo>
                  <a:lnTo>
                    <a:pt x="10664" y="14621"/>
                  </a:lnTo>
                  <a:lnTo>
                    <a:pt x="10832" y="14051"/>
                  </a:lnTo>
                  <a:lnTo>
                    <a:pt x="11268" y="12944"/>
                  </a:lnTo>
                  <a:lnTo>
                    <a:pt x="11569" y="12441"/>
                  </a:lnTo>
                  <a:lnTo>
                    <a:pt x="11804" y="12106"/>
                  </a:lnTo>
                  <a:lnTo>
                    <a:pt x="12341" y="11636"/>
                  </a:lnTo>
                  <a:lnTo>
                    <a:pt x="13313" y="11133"/>
                  </a:lnTo>
                  <a:lnTo>
                    <a:pt x="13984" y="10832"/>
                  </a:lnTo>
                  <a:lnTo>
                    <a:pt x="15459" y="10060"/>
                  </a:lnTo>
                  <a:lnTo>
                    <a:pt x="16935" y="9222"/>
                  </a:lnTo>
                  <a:lnTo>
                    <a:pt x="17974" y="8618"/>
                  </a:lnTo>
                  <a:lnTo>
                    <a:pt x="21294" y="6673"/>
                  </a:lnTo>
                  <a:lnTo>
                    <a:pt x="22971" y="5835"/>
                  </a:lnTo>
                  <a:lnTo>
                    <a:pt x="23239" y="5835"/>
                  </a:lnTo>
                  <a:lnTo>
                    <a:pt x="23876" y="6338"/>
                  </a:lnTo>
                  <a:lnTo>
                    <a:pt x="25284" y="7176"/>
                  </a:lnTo>
                  <a:lnTo>
                    <a:pt x="26793" y="7713"/>
                  </a:lnTo>
                  <a:lnTo>
                    <a:pt x="28403" y="8015"/>
                  </a:lnTo>
                  <a:lnTo>
                    <a:pt x="29208" y="8015"/>
                  </a:lnTo>
                  <a:lnTo>
                    <a:pt x="29811" y="7981"/>
                  </a:lnTo>
                  <a:lnTo>
                    <a:pt x="30616" y="7679"/>
                  </a:lnTo>
                  <a:lnTo>
                    <a:pt x="31019" y="7311"/>
                  </a:lnTo>
                  <a:lnTo>
                    <a:pt x="31119" y="7042"/>
                  </a:lnTo>
                  <a:lnTo>
                    <a:pt x="239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7337627" y="3067256"/>
              <a:ext cx="276578" cy="809755"/>
            </a:xfrm>
            <a:custGeom>
              <a:avLst/>
              <a:gdLst/>
              <a:ahLst/>
              <a:cxnLst/>
              <a:rect l="l" t="t" r="r" b="b"/>
              <a:pathLst>
                <a:path w="15325" h="44868" extrusionOk="0">
                  <a:moveTo>
                    <a:pt x="3152" y="0"/>
                  </a:moveTo>
                  <a:lnTo>
                    <a:pt x="537" y="37054"/>
                  </a:lnTo>
                  <a:lnTo>
                    <a:pt x="0" y="44868"/>
                  </a:lnTo>
                  <a:lnTo>
                    <a:pt x="369" y="44868"/>
                  </a:lnTo>
                  <a:lnTo>
                    <a:pt x="2482" y="44700"/>
                  </a:lnTo>
                  <a:lnTo>
                    <a:pt x="4158" y="44331"/>
                  </a:lnTo>
                  <a:lnTo>
                    <a:pt x="4963" y="44029"/>
                  </a:lnTo>
                  <a:lnTo>
                    <a:pt x="5768" y="43560"/>
                  </a:lnTo>
                  <a:lnTo>
                    <a:pt x="7646" y="41883"/>
                  </a:lnTo>
                  <a:lnTo>
                    <a:pt x="10161" y="39134"/>
                  </a:lnTo>
                  <a:lnTo>
                    <a:pt x="10630" y="38563"/>
                  </a:lnTo>
                  <a:lnTo>
                    <a:pt x="11066" y="38060"/>
                  </a:lnTo>
                  <a:lnTo>
                    <a:pt x="13346" y="34841"/>
                  </a:lnTo>
                  <a:lnTo>
                    <a:pt x="14487" y="32662"/>
                  </a:lnTo>
                  <a:lnTo>
                    <a:pt x="15090" y="31052"/>
                  </a:lnTo>
                  <a:lnTo>
                    <a:pt x="15325" y="30247"/>
                  </a:lnTo>
                  <a:lnTo>
                    <a:pt x="14654" y="28000"/>
                  </a:lnTo>
                  <a:lnTo>
                    <a:pt x="11267" y="17069"/>
                  </a:lnTo>
                  <a:lnTo>
                    <a:pt x="9121" y="10597"/>
                  </a:lnTo>
                  <a:lnTo>
                    <a:pt x="8451" y="8853"/>
                  </a:lnTo>
                  <a:lnTo>
                    <a:pt x="7914" y="7579"/>
                  </a:lnTo>
                  <a:lnTo>
                    <a:pt x="6573" y="4997"/>
                  </a:lnTo>
                  <a:lnTo>
                    <a:pt x="5164" y="2616"/>
                  </a:lnTo>
                  <a:lnTo>
                    <a:pt x="3756" y="704"/>
                  </a:lnTo>
                  <a:lnTo>
                    <a:pt x="315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6623488" y="2925638"/>
              <a:ext cx="771043" cy="951374"/>
            </a:xfrm>
            <a:custGeom>
              <a:avLst/>
              <a:gdLst/>
              <a:ahLst/>
              <a:cxnLst/>
              <a:rect l="l" t="t" r="r" b="b"/>
              <a:pathLst>
                <a:path w="42723" h="52715" fill="none" extrusionOk="0">
                  <a:moveTo>
                    <a:pt x="39570" y="52715"/>
                  </a:moveTo>
                  <a:lnTo>
                    <a:pt x="42722" y="7847"/>
                  </a:lnTo>
                  <a:lnTo>
                    <a:pt x="40811" y="6975"/>
                  </a:lnTo>
                  <a:lnTo>
                    <a:pt x="31287" y="2817"/>
                  </a:lnTo>
                  <a:lnTo>
                    <a:pt x="26660" y="1006"/>
                  </a:lnTo>
                  <a:lnTo>
                    <a:pt x="24279" y="235"/>
                  </a:lnTo>
                  <a:lnTo>
                    <a:pt x="23441" y="67"/>
                  </a:lnTo>
                  <a:lnTo>
                    <a:pt x="22569" y="0"/>
                  </a:lnTo>
                  <a:lnTo>
                    <a:pt x="19819" y="436"/>
                  </a:lnTo>
                  <a:lnTo>
                    <a:pt x="14320" y="1945"/>
                  </a:lnTo>
                  <a:lnTo>
                    <a:pt x="2449" y="6070"/>
                  </a:lnTo>
                  <a:lnTo>
                    <a:pt x="1" y="7042"/>
                  </a:lnTo>
                  <a:lnTo>
                    <a:pt x="2851" y="50032"/>
                  </a:lnTo>
                </a:path>
              </a:pathLst>
            </a:custGeom>
            <a:noFill/>
            <a:ln w="109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3"/>
            <p:cNvSpPr/>
            <p:nvPr/>
          </p:nvSpPr>
          <p:spPr>
            <a:xfrm>
              <a:off x="6766316" y="2516519"/>
              <a:ext cx="406105" cy="493852"/>
            </a:xfrm>
            <a:custGeom>
              <a:avLst/>
              <a:gdLst/>
              <a:ahLst/>
              <a:cxnLst/>
              <a:rect l="l" t="t" r="r" b="b"/>
              <a:pathLst>
                <a:path w="22502" h="27364" extrusionOk="0">
                  <a:moveTo>
                    <a:pt x="15795" y="1"/>
                  </a:moveTo>
                  <a:lnTo>
                    <a:pt x="10329" y="135"/>
                  </a:lnTo>
                  <a:lnTo>
                    <a:pt x="5534" y="571"/>
                  </a:lnTo>
                  <a:lnTo>
                    <a:pt x="4092" y="839"/>
                  </a:lnTo>
                  <a:lnTo>
                    <a:pt x="2549" y="8351"/>
                  </a:lnTo>
                  <a:lnTo>
                    <a:pt x="2281" y="8183"/>
                  </a:lnTo>
                  <a:lnTo>
                    <a:pt x="1040" y="7747"/>
                  </a:lnTo>
                  <a:lnTo>
                    <a:pt x="470" y="7915"/>
                  </a:lnTo>
                  <a:lnTo>
                    <a:pt x="202" y="8283"/>
                  </a:lnTo>
                  <a:lnTo>
                    <a:pt x="101" y="8552"/>
                  </a:lnTo>
                  <a:lnTo>
                    <a:pt x="1" y="9155"/>
                  </a:lnTo>
                  <a:lnTo>
                    <a:pt x="302" y="10463"/>
                  </a:lnTo>
                  <a:lnTo>
                    <a:pt x="906" y="11369"/>
                  </a:lnTo>
                  <a:lnTo>
                    <a:pt x="1510" y="11838"/>
                  </a:lnTo>
                  <a:lnTo>
                    <a:pt x="2214" y="12207"/>
                  </a:lnTo>
                  <a:lnTo>
                    <a:pt x="3052" y="12442"/>
                  </a:lnTo>
                  <a:lnTo>
                    <a:pt x="3488" y="12475"/>
                  </a:lnTo>
                  <a:lnTo>
                    <a:pt x="3589" y="12911"/>
                  </a:lnTo>
                  <a:lnTo>
                    <a:pt x="4494" y="15359"/>
                  </a:lnTo>
                  <a:lnTo>
                    <a:pt x="5634" y="17304"/>
                  </a:lnTo>
                  <a:lnTo>
                    <a:pt x="6439" y="18209"/>
                  </a:lnTo>
                  <a:lnTo>
                    <a:pt x="8049" y="19853"/>
                  </a:lnTo>
                  <a:lnTo>
                    <a:pt x="9792" y="21395"/>
                  </a:lnTo>
                  <a:lnTo>
                    <a:pt x="9893" y="22133"/>
                  </a:lnTo>
                  <a:lnTo>
                    <a:pt x="10832" y="24849"/>
                  </a:lnTo>
                  <a:lnTo>
                    <a:pt x="11402" y="25889"/>
                  </a:lnTo>
                  <a:lnTo>
                    <a:pt x="12140" y="26727"/>
                  </a:lnTo>
                  <a:lnTo>
                    <a:pt x="13045" y="27263"/>
                  </a:lnTo>
                  <a:lnTo>
                    <a:pt x="13548" y="27330"/>
                  </a:lnTo>
                  <a:lnTo>
                    <a:pt x="14085" y="27364"/>
                  </a:lnTo>
                  <a:lnTo>
                    <a:pt x="14957" y="27196"/>
                  </a:lnTo>
                  <a:lnTo>
                    <a:pt x="15661" y="26794"/>
                  </a:lnTo>
                  <a:lnTo>
                    <a:pt x="16231" y="26157"/>
                  </a:lnTo>
                  <a:lnTo>
                    <a:pt x="16834" y="24916"/>
                  </a:lnTo>
                  <a:lnTo>
                    <a:pt x="17371" y="22669"/>
                  </a:lnTo>
                  <a:lnTo>
                    <a:pt x="17606" y="21328"/>
                  </a:lnTo>
                  <a:lnTo>
                    <a:pt x="17907" y="20791"/>
                  </a:lnTo>
                  <a:lnTo>
                    <a:pt x="19484" y="17807"/>
                  </a:lnTo>
                  <a:lnTo>
                    <a:pt x="20490" y="15627"/>
                  </a:lnTo>
                  <a:lnTo>
                    <a:pt x="20825" y="14688"/>
                  </a:lnTo>
                  <a:lnTo>
                    <a:pt x="20925" y="14621"/>
                  </a:lnTo>
                  <a:lnTo>
                    <a:pt x="21663" y="13884"/>
                  </a:lnTo>
                  <a:lnTo>
                    <a:pt x="22267" y="12878"/>
                  </a:lnTo>
                  <a:lnTo>
                    <a:pt x="22502" y="12039"/>
                  </a:lnTo>
                  <a:lnTo>
                    <a:pt x="22502" y="11067"/>
                  </a:lnTo>
                  <a:lnTo>
                    <a:pt x="22166" y="9994"/>
                  </a:lnTo>
                  <a:lnTo>
                    <a:pt x="21831" y="9424"/>
                  </a:lnTo>
                  <a:lnTo>
                    <a:pt x="21965" y="8485"/>
                  </a:lnTo>
                  <a:lnTo>
                    <a:pt x="22133" y="4025"/>
                  </a:lnTo>
                  <a:lnTo>
                    <a:pt x="21831" y="1979"/>
                  </a:lnTo>
                  <a:lnTo>
                    <a:pt x="21395" y="1007"/>
                  </a:lnTo>
                  <a:lnTo>
                    <a:pt x="21093" y="738"/>
                  </a:lnTo>
                  <a:lnTo>
                    <a:pt x="20691" y="504"/>
                  </a:lnTo>
                  <a:lnTo>
                    <a:pt x="19148" y="202"/>
                  </a:lnTo>
                  <a:lnTo>
                    <a:pt x="157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3"/>
            <p:cNvSpPr/>
            <p:nvPr/>
          </p:nvSpPr>
          <p:spPr>
            <a:xfrm>
              <a:off x="6855886" y="2878425"/>
              <a:ext cx="308071" cy="232416"/>
            </a:xfrm>
            <a:custGeom>
              <a:avLst/>
              <a:gdLst/>
              <a:ahLst/>
              <a:cxnLst/>
              <a:rect l="l" t="t" r="r" b="b"/>
              <a:pathLst>
                <a:path w="17070" h="12878" extrusionOk="0">
                  <a:moveTo>
                    <a:pt x="12006" y="1"/>
                  </a:moveTo>
                  <a:lnTo>
                    <a:pt x="11771" y="34"/>
                  </a:lnTo>
                  <a:lnTo>
                    <a:pt x="5467" y="269"/>
                  </a:lnTo>
                  <a:lnTo>
                    <a:pt x="5098" y="269"/>
                  </a:lnTo>
                  <a:lnTo>
                    <a:pt x="3320" y="370"/>
                  </a:lnTo>
                  <a:lnTo>
                    <a:pt x="2180" y="571"/>
                  </a:lnTo>
                  <a:lnTo>
                    <a:pt x="1811" y="772"/>
                  </a:lnTo>
                  <a:lnTo>
                    <a:pt x="1510" y="1074"/>
                  </a:lnTo>
                  <a:lnTo>
                    <a:pt x="906" y="2348"/>
                  </a:lnTo>
                  <a:lnTo>
                    <a:pt x="168" y="4561"/>
                  </a:lnTo>
                  <a:lnTo>
                    <a:pt x="34" y="5031"/>
                  </a:lnTo>
                  <a:lnTo>
                    <a:pt x="1" y="5031"/>
                  </a:lnTo>
                  <a:lnTo>
                    <a:pt x="537" y="6104"/>
                  </a:lnTo>
                  <a:lnTo>
                    <a:pt x="1811" y="7881"/>
                  </a:lnTo>
                  <a:lnTo>
                    <a:pt x="2583" y="8921"/>
                  </a:lnTo>
                  <a:lnTo>
                    <a:pt x="4192" y="10765"/>
                  </a:lnTo>
                  <a:lnTo>
                    <a:pt x="5567" y="12140"/>
                  </a:lnTo>
                  <a:lnTo>
                    <a:pt x="6607" y="12844"/>
                  </a:lnTo>
                  <a:lnTo>
                    <a:pt x="6875" y="12878"/>
                  </a:lnTo>
                  <a:lnTo>
                    <a:pt x="7110" y="12676"/>
                  </a:lnTo>
                  <a:lnTo>
                    <a:pt x="7646" y="11268"/>
                  </a:lnTo>
                  <a:lnTo>
                    <a:pt x="8350" y="8485"/>
                  </a:lnTo>
                  <a:lnTo>
                    <a:pt x="8451" y="7881"/>
                  </a:lnTo>
                  <a:lnTo>
                    <a:pt x="9256" y="10430"/>
                  </a:lnTo>
                  <a:lnTo>
                    <a:pt x="10228" y="12878"/>
                  </a:lnTo>
                  <a:lnTo>
                    <a:pt x="10798" y="12676"/>
                  </a:lnTo>
                  <a:lnTo>
                    <a:pt x="12006" y="11838"/>
                  </a:lnTo>
                  <a:lnTo>
                    <a:pt x="13749" y="10027"/>
                  </a:lnTo>
                  <a:lnTo>
                    <a:pt x="16600" y="5903"/>
                  </a:lnTo>
                  <a:lnTo>
                    <a:pt x="17069" y="5031"/>
                  </a:lnTo>
                  <a:lnTo>
                    <a:pt x="17002" y="4595"/>
                  </a:lnTo>
                  <a:lnTo>
                    <a:pt x="16331" y="2348"/>
                  </a:lnTo>
                  <a:lnTo>
                    <a:pt x="15795" y="1309"/>
                  </a:lnTo>
                  <a:lnTo>
                    <a:pt x="15392" y="772"/>
                  </a:lnTo>
                  <a:lnTo>
                    <a:pt x="15158" y="571"/>
                  </a:lnTo>
                  <a:lnTo>
                    <a:pt x="14655" y="303"/>
                  </a:lnTo>
                  <a:lnTo>
                    <a:pt x="13515" y="34"/>
                  </a:lnTo>
                  <a:lnTo>
                    <a:pt x="12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6636193" y="3470311"/>
              <a:ext cx="15160" cy="211842"/>
            </a:xfrm>
            <a:custGeom>
              <a:avLst/>
              <a:gdLst/>
              <a:ahLst/>
              <a:cxnLst/>
              <a:rect l="l" t="t" r="r" b="b"/>
              <a:pathLst>
                <a:path w="840" h="11738" fill="none" extrusionOk="0">
                  <a:moveTo>
                    <a:pt x="1" y="11737"/>
                  </a:moveTo>
                  <a:lnTo>
                    <a:pt x="839" y="0"/>
                  </a:lnTo>
                </a:path>
              </a:pathLst>
            </a:custGeom>
            <a:noFill/>
            <a:ln w="10900" cap="flat" cmpd="sng">
              <a:solidFill>
                <a:srgbClr val="263238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3"/>
            <p:cNvSpPr/>
            <p:nvPr/>
          </p:nvSpPr>
          <p:spPr>
            <a:xfrm>
              <a:off x="6989022" y="2727133"/>
              <a:ext cx="28461" cy="118031"/>
            </a:xfrm>
            <a:custGeom>
              <a:avLst/>
              <a:gdLst/>
              <a:ahLst/>
              <a:cxnLst/>
              <a:rect l="l" t="t" r="r" b="b"/>
              <a:pathLst>
                <a:path w="1577" h="6540" fill="none" extrusionOk="0">
                  <a:moveTo>
                    <a:pt x="1" y="5768"/>
                  </a:moveTo>
                  <a:lnTo>
                    <a:pt x="403" y="6103"/>
                  </a:lnTo>
                  <a:lnTo>
                    <a:pt x="839" y="6405"/>
                  </a:lnTo>
                  <a:lnTo>
                    <a:pt x="1007" y="6472"/>
                  </a:lnTo>
                  <a:lnTo>
                    <a:pt x="1376" y="6539"/>
                  </a:lnTo>
                  <a:lnTo>
                    <a:pt x="1476" y="6439"/>
                  </a:lnTo>
                  <a:lnTo>
                    <a:pt x="1543" y="6305"/>
                  </a:lnTo>
                  <a:lnTo>
                    <a:pt x="1543" y="6171"/>
                  </a:lnTo>
                  <a:lnTo>
                    <a:pt x="1577" y="4628"/>
                  </a:lnTo>
                  <a:lnTo>
                    <a:pt x="1409" y="2314"/>
                  </a:lnTo>
                  <a:lnTo>
                    <a:pt x="1409" y="772"/>
                  </a:lnTo>
                  <a:lnTo>
                    <a:pt x="1510" y="0"/>
                  </a:lnTo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3"/>
            <p:cNvSpPr/>
            <p:nvPr/>
          </p:nvSpPr>
          <p:spPr>
            <a:xfrm>
              <a:off x="7040475" y="2686581"/>
              <a:ext cx="65982" cy="19383"/>
            </a:xfrm>
            <a:custGeom>
              <a:avLst/>
              <a:gdLst/>
              <a:ahLst/>
              <a:cxnLst/>
              <a:rect l="l" t="t" r="r" b="b"/>
              <a:pathLst>
                <a:path w="3656" h="1074" fill="none" extrusionOk="0">
                  <a:moveTo>
                    <a:pt x="0" y="1074"/>
                  </a:moveTo>
                  <a:lnTo>
                    <a:pt x="134" y="805"/>
                  </a:lnTo>
                  <a:lnTo>
                    <a:pt x="1073" y="101"/>
                  </a:lnTo>
                  <a:lnTo>
                    <a:pt x="1643" y="1"/>
                  </a:lnTo>
                  <a:lnTo>
                    <a:pt x="2348" y="101"/>
                  </a:lnTo>
                  <a:lnTo>
                    <a:pt x="3186" y="504"/>
                  </a:lnTo>
                  <a:lnTo>
                    <a:pt x="3655" y="839"/>
                  </a:lnTo>
                </a:path>
              </a:pathLst>
            </a:custGeom>
            <a:noFill/>
            <a:ln w="218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3"/>
            <p:cNvSpPr/>
            <p:nvPr/>
          </p:nvSpPr>
          <p:spPr>
            <a:xfrm>
              <a:off x="6902484" y="2694449"/>
              <a:ext cx="78092" cy="19997"/>
            </a:xfrm>
            <a:custGeom>
              <a:avLst/>
              <a:gdLst/>
              <a:ahLst/>
              <a:cxnLst/>
              <a:rect l="l" t="t" r="r" b="b"/>
              <a:pathLst>
                <a:path w="4327" h="1108" fill="none" extrusionOk="0">
                  <a:moveTo>
                    <a:pt x="4326" y="1040"/>
                  </a:moveTo>
                  <a:lnTo>
                    <a:pt x="4259" y="973"/>
                  </a:lnTo>
                  <a:lnTo>
                    <a:pt x="3622" y="403"/>
                  </a:lnTo>
                  <a:lnTo>
                    <a:pt x="2750" y="68"/>
                  </a:lnTo>
                  <a:lnTo>
                    <a:pt x="2080" y="1"/>
                  </a:lnTo>
                  <a:lnTo>
                    <a:pt x="1308" y="168"/>
                  </a:lnTo>
                  <a:lnTo>
                    <a:pt x="470" y="705"/>
                  </a:lnTo>
                  <a:lnTo>
                    <a:pt x="1" y="1107"/>
                  </a:lnTo>
                </a:path>
              </a:pathLst>
            </a:custGeom>
            <a:noFill/>
            <a:ln w="218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6933345" y="2888713"/>
              <a:ext cx="149505" cy="122272"/>
            </a:xfrm>
            <a:custGeom>
              <a:avLst/>
              <a:gdLst/>
              <a:ahLst/>
              <a:cxnLst/>
              <a:rect l="l" t="t" r="r" b="b"/>
              <a:pathLst>
                <a:path w="8284" h="6775" fill="none" extrusionOk="0">
                  <a:moveTo>
                    <a:pt x="1" y="437"/>
                  </a:moveTo>
                  <a:lnTo>
                    <a:pt x="34" y="604"/>
                  </a:lnTo>
                  <a:lnTo>
                    <a:pt x="504" y="2348"/>
                  </a:lnTo>
                  <a:lnTo>
                    <a:pt x="1275" y="4092"/>
                  </a:lnTo>
                  <a:lnTo>
                    <a:pt x="1979" y="5232"/>
                  </a:lnTo>
                  <a:lnTo>
                    <a:pt x="2885" y="6137"/>
                  </a:lnTo>
                  <a:lnTo>
                    <a:pt x="3991" y="6674"/>
                  </a:lnTo>
                  <a:lnTo>
                    <a:pt x="4662" y="6775"/>
                  </a:lnTo>
                  <a:lnTo>
                    <a:pt x="5199" y="6741"/>
                  </a:lnTo>
                  <a:lnTo>
                    <a:pt x="6070" y="6372"/>
                  </a:lnTo>
                  <a:lnTo>
                    <a:pt x="6775" y="5634"/>
                  </a:lnTo>
                  <a:lnTo>
                    <a:pt x="7311" y="4662"/>
                  </a:lnTo>
                  <a:lnTo>
                    <a:pt x="7881" y="2985"/>
                  </a:lnTo>
                  <a:lnTo>
                    <a:pt x="8217" y="806"/>
                  </a:lnTo>
                  <a:lnTo>
                    <a:pt x="8284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6766316" y="2657542"/>
              <a:ext cx="62968" cy="85347"/>
            </a:xfrm>
            <a:custGeom>
              <a:avLst/>
              <a:gdLst/>
              <a:ahLst/>
              <a:cxnLst/>
              <a:rect l="l" t="t" r="r" b="b"/>
              <a:pathLst>
                <a:path w="3489" h="4729" fill="none" extrusionOk="0">
                  <a:moveTo>
                    <a:pt x="3019" y="1241"/>
                  </a:moveTo>
                  <a:lnTo>
                    <a:pt x="2817" y="1006"/>
                  </a:lnTo>
                  <a:lnTo>
                    <a:pt x="1677" y="134"/>
                  </a:lnTo>
                  <a:lnTo>
                    <a:pt x="1007" y="0"/>
                  </a:lnTo>
                  <a:lnTo>
                    <a:pt x="571" y="101"/>
                  </a:lnTo>
                  <a:lnTo>
                    <a:pt x="336" y="268"/>
                  </a:lnTo>
                  <a:lnTo>
                    <a:pt x="168" y="469"/>
                  </a:lnTo>
                  <a:lnTo>
                    <a:pt x="1" y="1040"/>
                  </a:lnTo>
                  <a:lnTo>
                    <a:pt x="68" y="1811"/>
                  </a:lnTo>
                  <a:lnTo>
                    <a:pt x="336" y="2649"/>
                  </a:lnTo>
                  <a:lnTo>
                    <a:pt x="772" y="3420"/>
                  </a:lnTo>
                  <a:lnTo>
                    <a:pt x="1376" y="4125"/>
                  </a:lnTo>
                  <a:lnTo>
                    <a:pt x="2147" y="4594"/>
                  </a:lnTo>
                  <a:lnTo>
                    <a:pt x="3019" y="4728"/>
                  </a:lnTo>
                  <a:lnTo>
                    <a:pt x="3488" y="466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6946069" y="2845146"/>
              <a:ext cx="55081" cy="33911"/>
            </a:xfrm>
            <a:custGeom>
              <a:avLst/>
              <a:gdLst/>
              <a:ahLst/>
              <a:cxnLst/>
              <a:rect l="l" t="t" r="r" b="b"/>
              <a:pathLst>
                <a:path w="3052" h="1879" fill="none" extrusionOk="0">
                  <a:moveTo>
                    <a:pt x="0" y="0"/>
                  </a:moveTo>
                  <a:lnTo>
                    <a:pt x="604" y="671"/>
                  </a:lnTo>
                  <a:lnTo>
                    <a:pt x="2180" y="1644"/>
                  </a:lnTo>
                  <a:lnTo>
                    <a:pt x="3052" y="1878"/>
                  </a:lnTo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6935168" y="2748917"/>
              <a:ext cx="15142" cy="31493"/>
            </a:xfrm>
            <a:custGeom>
              <a:avLst/>
              <a:gdLst/>
              <a:ahLst/>
              <a:cxnLst/>
              <a:rect l="l" t="t" r="r" b="b"/>
              <a:pathLst>
                <a:path w="839" h="1745" extrusionOk="0">
                  <a:moveTo>
                    <a:pt x="403" y="1"/>
                  </a:moveTo>
                  <a:lnTo>
                    <a:pt x="235" y="34"/>
                  </a:lnTo>
                  <a:lnTo>
                    <a:pt x="34" y="537"/>
                  </a:lnTo>
                  <a:lnTo>
                    <a:pt x="0" y="872"/>
                  </a:lnTo>
                  <a:lnTo>
                    <a:pt x="34" y="1241"/>
                  </a:lnTo>
                  <a:lnTo>
                    <a:pt x="235" y="1711"/>
                  </a:lnTo>
                  <a:lnTo>
                    <a:pt x="403" y="1744"/>
                  </a:lnTo>
                  <a:lnTo>
                    <a:pt x="571" y="1711"/>
                  </a:lnTo>
                  <a:lnTo>
                    <a:pt x="805" y="1241"/>
                  </a:lnTo>
                  <a:lnTo>
                    <a:pt x="839" y="872"/>
                  </a:lnTo>
                  <a:lnTo>
                    <a:pt x="805" y="537"/>
                  </a:lnTo>
                  <a:lnTo>
                    <a:pt x="571" y="34"/>
                  </a:lnTo>
                  <a:lnTo>
                    <a:pt x="40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7056213" y="2748917"/>
              <a:ext cx="15142" cy="31493"/>
            </a:xfrm>
            <a:custGeom>
              <a:avLst/>
              <a:gdLst/>
              <a:ahLst/>
              <a:cxnLst/>
              <a:rect l="l" t="t" r="r" b="b"/>
              <a:pathLst>
                <a:path w="839" h="1745" extrusionOk="0">
                  <a:moveTo>
                    <a:pt x="436" y="1"/>
                  </a:moveTo>
                  <a:lnTo>
                    <a:pt x="268" y="34"/>
                  </a:lnTo>
                  <a:lnTo>
                    <a:pt x="34" y="537"/>
                  </a:lnTo>
                  <a:lnTo>
                    <a:pt x="0" y="872"/>
                  </a:lnTo>
                  <a:lnTo>
                    <a:pt x="34" y="1241"/>
                  </a:lnTo>
                  <a:lnTo>
                    <a:pt x="268" y="1711"/>
                  </a:lnTo>
                  <a:lnTo>
                    <a:pt x="436" y="1744"/>
                  </a:lnTo>
                  <a:lnTo>
                    <a:pt x="604" y="1711"/>
                  </a:lnTo>
                  <a:lnTo>
                    <a:pt x="838" y="1241"/>
                  </a:lnTo>
                  <a:lnTo>
                    <a:pt x="838" y="872"/>
                  </a:lnTo>
                  <a:lnTo>
                    <a:pt x="838" y="537"/>
                  </a:lnTo>
                  <a:lnTo>
                    <a:pt x="604" y="34"/>
                  </a:lnTo>
                  <a:lnTo>
                    <a:pt x="43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6857095" y="2885085"/>
              <a:ext cx="153747" cy="225756"/>
            </a:xfrm>
            <a:custGeom>
              <a:avLst/>
              <a:gdLst/>
              <a:ahLst/>
              <a:cxnLst/>
              <a:rect l="l" t="t" r="r" b="b"/>
              <a:pathLst>
                <a:path w="8519" h="12509" fill="none" extrusionOk="0">
                  <a:moveTo>
                    <a:pt x="8518" y="6908"/>
                  </a:moveTo>
                  <a:lnTo>
                    <a:pt x="8384" y="7613"/>
                  </a:lnTo>
                  <a:lnTo>
                    <a:pt x="7646" y="10698"/>
                  </a:lnTo>
                  <a:lnTo>
                    <a:pt x="7244" y="11972"/>
                  </a:lnTo>
                  <a:lnTo>
                    <a:pt x="6942" y="12441"/>
                  </a:lnTo>
                  <a:lnTo>
                    <a:pt x="6841" y="12509"/>
                  </a:lnTo>
                  <a:lnTo>
                    <a:pt x="6674" y="12509"/>
                  </a:lnTo>
                  <a:lnTo>
                    <a:pt x="6037" y="12140"/>
                  </a:lnTo>
                  <a:lnTo>
                    <a:pt x="4662" y="11000"/>
                  </a:lnTo>
                  <a:lnTo>
                    <a:pt x="2415" y="8652"/>
                  </a:lnTo>
                  <a:lnTo>
                    <a:pt x="940" y="6607"/>
                  </a:lnTo>
                  <a:lnTo>
                    <a:pt x="202" y="5299"/>
                  </a:lnTo>
                  <a:lnTo>
                    <a:pt x="1" y="4662"/>
                  </a:lnTo>
                  <a:lnTo>
                    <a:pt x="135" y="4125"/>
                  </a:lnTo>
                  <a:lnTo>
                    <a:pt x="973" y="1677"/>
                  </a:lnTo>
                  <a:lnTo>
                    <a:pt x="1510" y="671"/>
                  </a:lnTo>
                  <a:lnTo>
                    <a:pt x="1879" y="269"/>
                  </a:lnTo>
                  <a:lnTo>
                    <a:pt x="2080" y="202"/>
                  </a:lnTo>
                  <a:lnTo>
                    <a:pt x="2817" y="101"/>
                  </a:lnTo>
                  <a:lnTo>
                    <a:pt x="3522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7010823" y="2876621"/>
              <a:ext cx="153133" cy="234220"/>
            </a:xfrm>
            <a:custGeom>
              <a:avLst/>
              <a:gdLst/>
              <a:ahLst/>
              <a:cxnLst/>
              <a:rect l="l" t="t" r="r" b="b"/>
              <a:pathLst>
                <a:path w="8485" h="12978" fill="none" extrusionOk="0">
                  <a:moveTo>
                    <a:pt x="0" y="7377"/>
                  </a:moveTo>
                  <a:lnTo>
                    <a:pt x="101" y="8082"/>
                  </a:lnTo>
                  <a:lnTo>
                    <a:pt x="805" y="11167"/>
                  </a:lnTo>
                  <a:lnTo>
                    <a:pt x="1241" y="12441"/>
                  </a:lnTo>
                  <a:lnTo>
                    <a:pt x="1509" y="12910"/>
                  </a:lnTo>
                  <a:lnTo>
                    <a:pt x="1643" y="12978"/>
                  </a:lnTo>
                  <a:lnTo>
                    <a:pt x="1811" y="12978"/>
                  </a:lnTo>
                  <a:lnTo>
                    <a:pt x="2415" y="12609"/>
                  </a:lnTo>
                  <a:lnTo>
                    <a:pt x="3823" y="11469"/>
                  </a:lnTo>
                  <a:lnTo>
                    <a:pt x="6070" y="9121"/>
                  </a:lnTo>
                  <a:lnTo>
                    <a:pt x="7545" y="7076"/>
                  </a:lnTo>
                  <a:lnTo>
                    <a:pt x="8249" y="5768"/>
                  </a:lnTo>
                  <a:lnTo>
                    <a:pt x="8484" y="5131"/>
                  </a:lnTo>
                  <a:lnTo>
                    <a:pt x="8350" y="4594"/>
                  </a:lnTo>
                  <a:lnTo>
                    <a:pt x="7411" y="2113"/>
                  </a:lnTo>
                  <a:lnTo>
                    <a:pt x="6874" y="1040"/>
                  </a:lnTo>
                  <a:lnTo>
                    <a:pt x="6506" y="604"/>
                  </a:lnTo>
                  <a:lnTo>
                    <a:pt x="6304" y="503"/>
                  </a:lnTo>
                  <a:lnTo>
                    <a:pt x="5433" y="201"/>
                  </a:lnTo>
                  <a:lnTo>
                    <a:pt x="4494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3"/>
            <p:cNvSpPr/>
            <p:nvPr/>
          </p:nvSpPr>
          <p:spPr>
            <a:xfrm>
              <a:off x="6768139" y="2369468"/>
              <a:ext cx="484774" cy="400041"/>
            </a:xfrm>
            <a:custGeom>
              <a:avLst/>
              <a:gdLst/>
              <a:ahLst/>
              <a:cxnLst/>
              <a:rect l="l" t="t" r="r" b="b"/>
              <a:pathLst>
                <a:path w="26861" h="22166" extrusionOk="0">
                  <a:moveTo>
                    <a:pt x="15023" y="0"/>
                  </a:moveTo>
                  <a:lnTo>
                    <a:pt x="12877" y="67"/>
                  </a:lnTo>
                  <a:lnTo>
                    <a:pt x="10731" y="403"/>
                  </a:lnTo>
                  <a:lnTo>
                    <a:pt x="8719" y="1073"/>
                  </a:lnTo>
                  <a:lnTo>
                    <a:pt x="6808" y="2046"/>
                  </a:lnTo>
                  <a:lnTo>
                    <a:pt x="5936" y="2683"/>
                  </a:lnTo>
                  <a:lnTo>
                    <a:pt x="5231" y="3286"/>
                  </a:lnTo>
                  <a:lnTo>
                    <a:pt x="4494" y="3823"/>
                  </a:lnTo>
                  <a:lnTo>
                    <a:pt x="3555" y="4292"/>
                  </a:lnTo>
                  <a:lnTo>
                    <a:pt x="1778" y="4963"/>
                  </a:lnTo>
                  <a:lnTo>
                    <a:pt x="738" y="5500"/>
                  </a:lnTo>
                  <a:lnTo>
                    <a:pt x="403" y="5835"/>
                  </a:lnTo>
                  <a:lnTo>
                    <a:pt x="201" y="6103"/>
                  </a:lnTo>
                  <a:lnTo>
                    <a:pt x="34" y="7176"/>
                  </a:lnTo>
                  <a:lnTo>
                    <a:pt x="0" y="9557"/>
                  </a:lnTo>
                  <a:lnTo>
                    <a:pt x="503" y="14956"/>
                  </a:lnTo>
                  <a:lnTo>
                    <a:pt x="671" y="16096"/>
                  </a:lnTo>
                  <a:lnTo>
                    <a:pt x="906" y="15996"/>
                  </a:lnTo>
                  <a:lnTo>
                    <a:pt x="2046" y="16163"/>
                  </a:lnTo>
                  <a:lnTo>
                    <a:pt x="2649" y="16800"/>
                  </a:lnTo>
                  <a:lnTo>
                    <a:pt x="2985" y="17505"/>
                  </a:lnTo>
                  <a:lnTo>
                    <a:pt x="3152" y="18008"/>
                  </a:lnTo>
                  <a:lnTo>
                    <a:pt x="3421" y="19248"/>
                  </a:lnTo>
                  <a:lnTo>
                    <a:pt x="3488" y="20724"/>
                  </a:lnTo>
                  <a:lnTo>
                    <a:pt x="3689" y="21562"/>
                  </a:lnTo>
                  <a:lnTo>
                    <a:pt x="3890" y="21998"/>
                  </a:lnTo>
                  <a:lnTo>
                    <a:pt x="4024" y="22166"/>
                  </a:lnTo>
                  <a:lnTo>
                    <a:pt x="4259" y="22166"/>
                  </a:lnTo>
                  <a:lnTo>
                    <a:pt x="4628" y="21562"/>
                  </a:lnTo>
                  <a:lnTo>
                    <a:pt x="4997" y="20020"/>
                  </a:lnTo>
                  <a:lnTo>
                    <a:pt x="5131" y="18376"/>
                  </a:lnTo>
                  <a:lnTo>
                    <a:pt x="5030" y="17806"/>
                  </a:lnTo>
                  <a:lnTo>
                    <a:pt x="4829" y="17203"/>
                  </a:lnTo>
                  <a:lnTo>
                    <a:pt x="4393" y="15928"/>
                  </a:lnTo>
                  <a:lnTo>
                    <a:pt x="4293" y="15291"/>
                  </a:lnTo>
                  <a:lnTo>
                    <a:pt x="4326" y="14587"/>
                  </a:lnTo>
                  <a:lnTo>
                    <a:pt x="4796" y="13179"/>
                  </a:lnTo>
                  <a:lnTo>
                    <a:pt x="5064" y="12475"/>
                  </a:lnTo>
                  <a:lnTo>
                    <a:pt x="5332" y="11770"/>
                  </a:lnTo>
                  <a:lnTo>
                    <a:pt x="5433" y="10664"/>
                  </a:lnTo>
                  <a:lnTo>
                    <a:pt x="5265" y="9960"/>
                  </a:lnTo>
                  <a:lnTo>
                    <a:pt x="5064" y="9658"/>
                  </a:lnTo>
                  <a:lnTo>
                    <a:pt x="5802" y="10127"/>
                  </a:lnTo>
                  <a:lnTo>
                    <a:pt x="7344" y="10932"/>
                  </a:lnTo>
                  <a:lnTo>
                    <a:pt x="8987" y="11536"/>
                  </a:lnTo>
                  <a:lnTo>
                    <a:pt x="10664" y="11871"/>
                  </a:lnTo>
                  <a:lnTo>
                    <a:pt x="11536" y="11972"/>
                  </a:lnTo>
                  <a:lnTo>
                    <a:pt x="11972" y="12005"/>
                  </a:lnTo>
                  <a:lnTo>
                    <a:pt x="12877" y="11938"/>
                  </a:lnTo>
                  <a:lnTo>
                    <a:pt x="13313" y="11837"/>
                  </a:lnTo>
                  <a:lnTo>
                    <a:pt x="13715" y="11636"/>
                  </a:lnTo>
                  <a:lnTo>
                    <a:pt x="14319" y="10999"/>
                  </a:lnTo>
                  <a:lnTo>
                    <a:pt x="14453" y="10563"/>
                  </a:lnTo>
                  <a:lnTo>
                    <a:pt x="16096" y="10764"/>
                  </a:lnTo>
                  <a:lnTo>
                    <a:pt x="18544" y="10966"/>
                  </a:lnTo>
                  <a:lnTo>
                    <a:pt x="20154" y="10932"/>
                  </a:lnTo>
                  <a:lnTo>
                    <a:pt x="20959" y="10831"/>
                  </a:lnTo>
                  <a:lnTo>
                    <a:pt x="21696" y="10731"/>
                  </a:lnTo>
                  <a:lnTo>
                    <a:pt x="23306" y="10395"/>
                  </a:lnTo>
                  <a:lnTo>
                    <a:pt x="24882" y="9859"/>
                  </a:lnTo>
                  <a:lnTo>
                    <a:pt x="25854" y="9188"/>
                  </a:lnTo>
                  <a:lnTo>
                    <a:pt x="26357" y="8585"/>
                  </a:lnTo>
                  <a:lnTo>
                    <a:pt x="26559" y="8249"/>
                  </a:lnTo>
                  <a:lnTo>
                    <a:pt x="26793" y="7746"/>
                  </a:lnTo>
                  <a:lnTo>
                    <a:pt x="26860" y="6740"/>
                  </a:lnTo>
                  <a:lnTo>
                    <a:pt x="26626" y="5734"/>
                  </a:lnTo>
                  <a:lnTo>
                    <a:pt x="26089" y="4795"/>
                  </a:lnTo>
                  <a:lnTo>
                    <a:pt x="24949" y="3521"/>
                  </a:lnTo>
                  <a:lnTo>
                    <a:pt x="23138" y="2180"/>
                  </a:lnTo>
                  <a:lnTo>
                    <a:pt x="22333" y="1777"/>
                  </a:lnTo>
                  <a:lnTo>
                    <a:pt x="21361" y="1341"/>
                  </a:lnTo>
                  <a:lnTo>
                    <a:pt x="19315" y="671"/>
                  </a:lnTo>
                  <a:lnTo>
                    <a:pt x="17203" y="235"/>
                  </a:lnTo>
                  <a:lnTo>
                    <a:pt x="150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7134268" y="2503814"/>
              <a:ext cx="49649" cy="190058"/>
            </a:xfrm>
            <a:custGeom>
              <a:avLst/>
              <a:gdLst/>
              <a:ahLst/>
              <a:cxnLst/>
              <a:rect l="l" t="t" r="r" b="b"/>
              <a:pathLst>
                <a:path w="2751" h="10531" extrusionOk="0">
                  <a:moveTo>
                    <a:pt x="1979" y="1"/>
                  </a:moveTo>
                  <a:lnTo>
                    <a:pt x="1745" y="34"/>
                  </a:lnTo>
                  <a:lnTo>
                    <a:pt x="1376" y="235"/>
                  </a:lnTo>
                  <a:lnTo>
                    <a:pt x="839" y="1074"/>
                  </a:lnTo>
                  <a:lnTo>
                    <a:pt x="672" y="1442"/>
                  </a:lnTo>
                  <a:lnTo>
                    <a:pt x="336" y="2113"/>
                  </a:lnTo>
                  <a:lnTo>
                    <a:pt x="102" y="2817"/>
                  </a:lnTo>
                  <a:lnTo>
                    <a:pt x="34" y="2985"/>
                  </a:lnTo>
                  <a:lnTo>
                    <a:pt x="34" y="3153"/>
                  </a:lnTo>
                  <a:lnTo>
                    <a:pt x="1" y="3924"/>
                  </a:lnTo>
                  <a:lnTo>
                    <a:pt x="202" y="5466"/>
                  </a:lnTo>
                  <a:lnTo>
                    <a:pt x="403" y="6204"/>
                  </a:lnTo>
                  <a:lnTo>
                    <a:pt x="605" y="6875"/>
                  </a:lnTo>
                  <a:lnTo>
                    <a:pt x="739" y="7512"/>
                  </a:lnTo>
                  <a:lnTo>
                    <a:pt x="839" y="8317"/>
                  </a:lnTo>
                  <a:lnTo>
                    <a:pt x="1074" y="9491"/>
                  </a:lnTo>
                  <a:lnTo>
                    <a:pt x="1443" y="10195"/>
                  </a:lnTo>
                  <a:lnTo>
                    <a:pt x="1711" y="10530"/>
                  </a:lnTo>
                  <a:lnTo>
                    <a:pt x="1912" y="9859"/>
                  </a:lnTo>
                  <a:lnTo>
                    <a:pt x="2617" y="5969"/>
                  </a:lnTo>
                  <a:lnTo>
                    <a:pt x="2751" y="3622"/>
                  </a:lnTo>
                  <a:lnTo>
                    <a:pt x="2717" y="2113"/>
                  </a:lnTo>
                  <a:lnTo>
                    <a:pt x="2617" y="1375"/>
                  </a:lnTo>
                  <a:lnTo>
                    <a:pt x="2549" y="973"/>
                  </a:lnTo>
                  <a:lnTo>
                    <a:pt x="2281" y="235"/>
                  </a:lnTo>
                  <a:lnTo>
                    <a:pt x="19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6756029" y="2353731"/>
              <a:ext cx="173707" cy="110162"/>
            </a:xfrm>
            <a:custGeom>
              <a:avLst/>
              <a:gdLst/>
              <a:ahLst/>
              <a:cxnLst/>
              <a:rect l="l" t="t" r="r" b="b"/>
              <a:pathLst>
                <a:path w="9625" h="6104" fill="none" extrusionOk="0">
                  <a:moveTo>
                    <a:pt x="1" y="6103"/>
                  </a:moveTo>
                  <a:lnTo>
                    <a:pt x="504" y="5768"/>
                  </a:lnTo>
                  <a:lnTo>
                    <a:pt x="1644" y="5299"/>
                  </a:lnTo>
                  <a:lnTo>
                    <a:pt x="2851" y="5164"/>
                  </a:lnTo>
                  <a:lnTo>
                    <a:pt x="4092" y="5265"/>
                  </a:lnTo>
                  <a:lnTo>
                    <a:pt x="4662" y="5466"/>
                  </a:lnTo>
                  <a:lnTo>
                    <a:pt x="5131" y="4661"/>
                  </a:lnTo>
                  <a:lnTo>
                    <a:pt x="6238" y="3152"/>
                  </a:lnTo>
                  <a:lnTo>
                    <a:pt x="7479" y="1778"/>
                  </a:lnTo>
                  <a:lnTo>
                    <a:pt x="8887" y="570"/>
                  </a:lnTo>
                  <a:lnTo>
                    <a:pt x="9625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3"/>
            <p:cNvSpPr/>
            <p:nvPr/>
          </p:nvSpPr>
          <p:spPr>
            <a:xfrm>
              <a:off x="6874041" y="2416662"/>
              <a:ext cx="306248" cy="107148"/>
            </a:xfrm>
            <a:custGeom>
              <a:avLst/>
              <a:gdLst/>
              <a:ahLst/>
              <a:cxnLst/>
              <a:rect l="l" t="t" r="r" b="b"/>
              <a:pathLst>
                <a:path w="16969" h="5937" fill="none" extrusionOk="0">
                  <a:moveTo>
                    <a:pt x="1" y="1309"/>
                  </a:moveTo>
                  <a:lnTo>
                    <a:pt x="269" y="1510"/>
                  </a:lnTo>
                  <a:lnTo>
                    <a:pt x="2817" y="3086"/>
                  </a:lnTo>
                  <a:lnTo>
                    <a:pt x="5768" y="4528"/>
                  </a:lnTo>
                  <a:lnTo>
                    <a:pt x="7914" y="5333"/>
                  </a:lnTo>
                  <a:lnTo>
                    <a:pt x="10128" y="5869"/>
                  </a:lnTo>
                  <a:lnTo>
                    <a:pt x="11737" y="5936"/>
                  </a:lnTo>
                  <a:lnTo>
                    <a:pt x="12710" y="5836"/>
                  </a:lnTo>
                  <a:lnTo>
                    <a:pt x="13213" y="5701"/>
                  </a:lnTo>
                  <a:lnTo>
                    <a:pt x="14085" y="5433"/>
                  </a:lnTo>
                  <a:lnTo>
                    <a:pt x="15392" y="4662"/>
                  </a:lnTo>
                  <a:lnTo>
                    <a:pt x="16231" y="3756"/>
                  </a:lnTo>
                  <a:lnTo>
                    <a:pt x="16734" y="2784"/>
                  </a:lnTo>
                  <a:lnTo>
                    <a:pt x="16968" y="1409"/>
                  </a:lnTo>
                  <a:lnTo>
                    <a:pt x="16834" y="135"/>
                  </a:lnTo>
                  <a:lnTo>
                    <a:pt x="16767" y="1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3"/>
            <p:cNvSpPr/>
            <p:nvPr/>
          </p:nvSpPr>
          <p:spPr>
            <a:xfrm>
              <a:off x="6888570" y="2387010"/>
              <a:ext cx="217274" cy="65386"/>
            </a:xfrm>
            <a:custGeom>
              <a:avLst/>
              <a:gdLst/>
              <a:ahLst/>
              <a:cxnLst/>
              <a:rect l="l" t="t" r="r" b="b"/>
              <a:pathLst>
                <a:path w="12039" h="3623" fill="none" extrusionOk="0">
                  <a:moveTo>
                    <a:pt x="0" y="1979"/>
                  </a:moveTo>
                  <a:lnTo>
                    <a:pt x="302" y="2113"/>
                  </a:lnTo>
                  <a:lnTo>
                    <a:pt x="2415" y="2884"/>
                  </a:lnTo>
                  <a:lnTo>
                    <a:pt x="4326" y="3354"/>
                  </a:lnTo>
                  <a:lnTo>
                    <a:pt x="6405" y="3622"/>
                  </a:lnTo>
                  <a:lnTo>
                    <a:pt x="7981" y="3522"/>
                  </a:lnTo>
                  <a:lnTo>
                    <a:pt x="8954" y="3320"/>
                  </a:lnTo>
                  <a:lnTo>
                    <a:pt x="9859" y="2952"/>
                  </a:lnTo>
                  <a:lnTo>
                    <a:pt x="10664" y="2381"/>
                  </a:lnTo>
                  <a:lnTo>
                    <a:pt x="11335" y="1610"/>
                  </a:lnTo>
                  <a:lnTo>
                    <a:pt x="11871" y="604"/>
                  </a:lnTo>
                  <a:lnTo>
                    <a:pt x="12039" y="1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6933345" y="2888713"/>
              <a:ext cx="142250" cy="75060"/>
            </a:xfrm>
            <a:custGeom>
              <a:avLst/>
              <a:gdLst/>
              <a:ahLst/>
              <a:cxnLst/>
              <a:rect l="l" t="t" r="r" b="b"/>
              <a:pathLst>
                <a:path w="7882" h="4159" extrusionOk="0">
                  <a:moveTo>
                    <a:pt x="7881" y="1"/>
                  </a:moveTo>
                  <a:lnTo>
                    <a:pt x="7680" y="269"/>
                  </a:lnTo>
                  <a:lnTo>
                    <a:pt x="6272" y="1409"/>
                  </a:lnTo>
                  <a:lnTo>
                    <a:pt x="4897" y="2046"/>
                  </a:lnTo>
                  <a:lnTo>
                    <a:pt x="4058" y="2180"/>
                  </a:lnTo>
                  <a:lnTo>
                    <a:pt x="3455" y="2147"/>
                  </a:lnTo>
                  <a:lnTo>
                    <a:pt x="2080" y="1677"/>
                  </a:lnTo>
                  <a:lnTo>
                    <a:pt x="336" y="671"/>
                  </a:lnTo>
                  <a:lnTo>
                    <a:pt x="1" y="437"/>
                  </a:lnTo>
                  <a:lnTo>
                    <a:pt x="269" y="906"/>
                  </a:lnTo>
                  <a:lnTo>
                    <a:pt x="1711" y="3019"/>
                  </a:lnTo>
                  <a:lnTo>
                    <a:pt x="2616" y="3857"/>
                  </a:lnTo>
                  <a:lnTo>
                    <a:pt x="3220" y="4159"/>
                  </a:lnTo>
                  <a:lnTo>
                    <a:pt x="3522" y="4159"/>
                  </a:lnTo>
                  <a:lnTo>
                    <a:pt x="3824" y="4125"/>
                  </a:lnTo>
                  <a:lnTo>
                    <a:pt x="4494" y="3790"/>
                  </a:lnTo>
                  <a:lnTo>
                    <a:pt x="5567" y="2851"/>
                  </a:lnTo>
                  <a:lnTo>
                    <a:pt x="7512" y="537"/>
                  </a:lnTo>
                  <a:lnTo>
                    <a:pt x="78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6864963" y="3249410"/>
              <a:ext cx="297766" cy="303830"/>
            </a:xfrm>
            <a:custGeom>
              <a:avLst/>
              <a:gdLst/>
              <a:ahLst/>
              <a:cxnLst/>
              <a:rect l="l" t="t" r="r" b="b"/>
              <a:pathLst>
                <a:path w="16499" h="16835" extrusionOk="0">
                  <a:moveTo>
                    <a:pt x="8216" y="6204"/>
                  </a:moveTo>
                  <a:lnTo>
                    <a:pt x="8652" y="6238"/>
                  </a:lnTo>
                  <a:lnTo>
                    <a:pt x="9491" y="6573"/>
                  </a:lnTo>
                  <a:lnTo>
                    <a:pt x="10094" y="7177"/>
                  </a:lnTo>
                  <a:lnTo>
                    <a:pt x="10429" y="8015"/>
                  </a:lnTo>
                  <a:lnTo>
                    <a:pt x="10463" y="8451"/>
                  </a:lnTo>
                  <a:lnTo>
                    <a:pt x="10497" y="8485"/>
                  </a:lnTo>
                  <a:lnTo>
                    <a:pt x="10463" y="8853"/>
                  </a:lnTo>
                  <a:lnTo>
                    <a:pt x="10262" y="9524"/>
                  </a:lnTo>
                  <a:lnTo>
                    <a:pt x="9859" y="10061"/>
                  </a:lnTo>
                  <a:lnTo>
                    <a:pt x="9356" y="10463"/>
                  </a:lnTo>
                  <a:lnTo>
                    <a:pt x="8786" y="10698"/>
                  </a:lnTo>
                  <a:lnTo>
                    <a:pt x="8116" y="10765"/>
                  </a:lnTo>
                  <a:lnTo>
                    <a:pt x="7479" y="10664"/>
                  </a:lnTo>
                  <a:lnTo>
                    <a:pt x="6875" y="10362"/>
                  </a:lnTo>
                  <a:lnTo>
                    <a:pt x="6573" y="10094"/>
                  </a:lnTo>
                  <a:lnTo>
                    <a:pt x="6338" y="9826"/>
                  </a:lnTo>
                  <a:lnTo>
                    <a:pt x="6037" y="9222"/>
                  </a:lnTo>
                  <a:lnTo>
                    <a:pt x="5902" y="8552"/>
                  </a:lnTo>
                  <a:lnTo>
                    <a:pt x="5970" y="7915"/>
                  </a:lnTo>
                  <a:lnTo>
                    <a:pt x="6238" y="7311"/>
                  </a:lnTo>
                  <a:lnTo>
                    <a:pt x="6640" y="6808"/>
                  </a:lnTo>
                  <a:lnTo>
                    <a:pt x="7177" y="6439"/>
                  </a:lnTo>
                  <a:lnTo>
                    <a:pt x="7814" y="6238"/>
                  </a:lnTo>
                  <a:lnTo>
                    <a:pt x="8216" y="6204"/>
                  </a:lnTo>
                  <a:close/>
                  <a:moveTo>
                    <a:pt x="7982" y="1"/>
                  </a:moveTo>
                  <a:lnTo>
                    <a:pt x="7680" y="34"/>
                  </a:lnTo>
                  <a:lnTo>
                    <a:pt x="7210" y="370"/>
                  </a:lnTo>
                  <a:lnTo>
                    <a:pt x="7110" y="671"/>
                  </a:lnTo>
                  <a:lnTo>
                    <a:pt x="7009" y="1074"/>
                  </a:lnTo>
                  <a:lnTo>
                    <a:pt x="6942" y="1308"/>
                  </a:lnTo>
                  <a:lnTo>
                    <a:pt x="6607" y="1610"/>
                  </a:lnTo>
                  <a:lnTo>
                    <a:pt x="6405" y="1711"/>
                  </a:lnTo>
                  <a:lnTo>
                    <a:pt x="6070" y="1778"/>
                  </a:lnTo>
                  <a:lnTo>
                    <a:pt x="5768" y="1912"/>
                  </a:lnTo>
                  <a:lnTo>
                    <a:pt x="5534" y="1946"/>
                  </a:lnTo>
                  <a:lnTo>
                    <a:pt x="5098" y="1879"/>
                  </a:lnTo>
                  <a:lnTo>
                    <a:pt x="4896" y="1744"/>
                  </a:lnTo>
                  <a:lnTo>
                    <a:pt x="4561" y="1443"/>
                  </a:lnTo>
                  <a:lnTo>
                    <a:pt x="4326" y="1275"/>
                  </a:lnTo>
                  <a:lnTo>
                    <a:pt x="3756" y="1241"/>
                  </a:lnTo>
                  <a:lnTo>
                    <a:pt x="3488" y="1376"/>
                  </a:lnTo>
                  <a:lnTo>
                    <a:pt x="3186" y="1577"/>
                  </a:lnTo>
                  <a:lnTo>
                    <a:pt x="2952" y="1778"/>
                  </a:lnTo>
                  <a:lnTo>
                    <a:pt x="2784" y="2348"/>
                  </a:lnTo>
                  <a:lnTo>
                    <a:pt x="2884" y="2616"/>
                  </a:lnTo>
                  <a:lnTo>
                    <a:pt x="3019" y="3052"/>
                  </a:lnTo>
                  <a:lnTo>
                    <a:pt x="3086" y="3287"/>
                  </a:lnTo>
                  <a:lnTo>
                    <a:pt x="3019" y="3723"/>
                  </a:lnTo>
                  <a:lnTo>
                    <a:pt x="2884" y="3924"/>
                  </a:lnTo>
                  <a:lnTo>
                    <a:pt x="2683" y="4159"/>
                  </a:lnTo>
                  <a:lnTo>
                    <a:pt x="2516" y="4427"/>
                  </a:lnTo>
                  <a:lnTo>
                    <a:pt x="2348" y="4595"/>
                  </a:lnTo>
                  <a:lnTo>
                    <a:pt x="1946" y="4796"/>
                  </a:lnTo>
                  <a:lnTo>
                    <a:pt x="1711" y="4796"/>
                  </a:lnTo>
                  <a:lnTo>
                    <a:pt x="1275" y="4762"/>
                  </a:lnTo>
                  <a:lnTo>
                    <a:pt x="973" y="4762"/>
                  </a:lnTo>
                  <a:lnTo>
                    <a:pt x="504" y="5064"/>
                  </a:lnTo>
                  <a:lnTo>
                    <a:pt x="369" y="5332"/>
                  </a:lnTo>
                  <a:lnTo>
                    <a:pt x="235" y="5701"/>
                  </a:lnTo>
                  <a:lnTo>
                    <a:pt x="168" y="6003"/>
                  </a:lnTo>
                  <a:lnTo>
                    <a:pt x="336" y="6540"/>
                  </a:lnTo>
                  <a:lnTo>
                    <a:pt x="537" y="6707"/>
                  </a:lnTo>
                  <a:lnTo>
                    <a:pt x="973" y="7009"/>
                  </a:lnTo>
                  <a:lnTo>
                    <a:pt x="1141" y="7143"/>
                  </a:lnTo>
                  <a:lnTo>
                    <a:pt x="1342" y="7546"/>
                  </a:lnTo>
                  <a:lnTo>
                    <a:pt x="1342" y="7780"/>
                  </a:lnTo>
                  <a:lnTo>
                    <a:pt x="1308" y="8116"/>
                  </a:lnTo>
                  <a:lnTo>
                    <a:pt x="1308" y="8485"/>
                  </a:lnTo>
                  <a:lnTo>
                    <a:pt x="1275" y="8686"/>
                  </a:lnTo>
                  <a:lnTo>
                    <a:pt x="1040" y="9055"/>
                  </a:lnTo>
                  <a:lnTo>
                    <a:pt x="872" y="9189"/>
                  </a:lnTo>
                  <a:lnTo>
                    <a:pt x="470" y="9424"/>
                  </a:lnTo>
                  <a:lnTo>
                    <a:pt x="202" y="9591"/>
                  </a:lnTo>
                  <a:lnTo>
                    <a:pt x="1" y="10128"/>
                  </a:lnTo>
                  <a:lnTo>
                    <a:pt x="34" y="10430"/>
                  </a:lnTo>
                  <a:lnTo>
                    <a:pt x="135" y="10798"/>
                  </a:lnTo>
                  <a:lnTo>
                    <a:pt x="235" y="11067"/>
                  </a:lnTo>
                  <a:lnTo>
                    <a:pt x="705" y="11436"/>
                  </a:lnTo>
                  <a:lnTo>
                    <a:pt x="1409" y="11436"/>
                  </a:lnTo>
                  <a:lnTo>
                    <a:pt x="1644" y="11469"/>
                  </a:lnTo>
                  <a:lnTo>
                    <a:pt x="2046" y="11670"/>
                  </a:lnTo>
                  <a:lnTo>
                    <a:pt x="2180" y="11871"/>
                  </a:lnTo>
                  <a:lnTo>
                    <a:pt x="2348" y="12173"/>
                  </a:lnTo>
                  <a:lnTo>
                    <a:pt x="2549" y="12475"/>
                  </a:lnTo>
                  <a:lnTo>
                    <a:pt x="2650" y="12676"/>
                  </a:lnTo>
                  <a:lnTo>
                    <a:pt x="2683" y="13112"/>
                  </a:lnTo>
                  <a:lnTo>
                    <a:pt x="2616" y="13313"/>
                  </a:lnTo>
                  <a:lnTo>
                    <a:pt x="2449" y="13682"/>
                  </a:lnTo>
                  <a:lnTo>
                    <a:pt x="2348" y="13984"/>
                  </a:lnTo>
                  <a:lnTo>
                    <a:pt x="2449" y="14521"/>
                  </a:lnTo>
                  <a:lnTo>
                    <a:pt x="2650" y="14755"/>
                  </a:lnTo>
                  <a:lnTo>
                    <a:pt x="2952" y="14990"/>
                  </a:lnTo>
                  <a:lnTo>
                    <a:pt x="3220" y="15158"/>
                  </a:lnTo>
                  <a:lnTo>
                    <a:pt x="3790" y="15191"/>
                  </a:lnTo>
                  <a:lnTo>
                    <a:pt x="4025" y="15024"/>
                  </a:lnTo>
                  <a:lnTo>
                    <a:pt x="4360" y="14822"/>
                  </a:lnTo>
                  <a:lnTo>
                    <a:pt x="4528" y="14688"/>
                  </a:lnTo>
                  <a:lnTo>
                    <a:pt x="4964" y="14655"/>
                  </a:lnTo>
                  <a:lnTo>
                    <a:pt x="5198" y="14755"/>
                  </a:lnTo>
                  <a:lnTo>
                    <a:pt x="5500" y="14889"/>
                  </a:lnTo>
                  <a:lnTo>
                    <a:pt x="5869" y="15024"/>
                  </a:lnTo>
                  <a:lnTo>
                    <a:pt x="6070" y="15124"/>
                  </a:lnTo>
                  <a:lnTo>
                    <a:pt x="6338" y="15460"/>
                  </a:lnTo>
                  <a:lnTo>
                    <a:pt x="6405" y="15694"/>
                  </a:lnTo>
                  <a:lnTo>
                    <a:pt x="6473" y="16063"/>
                  </a:lnTo>
                  <a:lnTo>
                    <a:pt x="6540" y="16331"/>
                  </a:lnTo>
                  <a:lnTo>
                    <a:pt x="6976" y="16734"/>
                  </a:lnTo>
                  <a:lnTo>
                    <a:pt x="7277" y="16801"/>
                  </a:lnTo>
                  <a:lnTo>
                    <a:pt x="7646" y="16834"/>
                  </a:lnTo>
                  <a:lnTo>
                    <a:pt x="7948" y="16801"/>
                  </a:lnTo>
                  <a:lnTo>
                    <a:pt x="8417" y="16499"/>
                  </a:lnTo>
                  <a:lnTo>
                    <a:pt x="8552" y="16231"/>
                  </a:lnTo>
                  <a:lnTo>
                    <a:pt x="8686" y="15895"/>
                  </a:lnTo>
                  <a:lnTo>
                    <a:pt x="8786" y="15694"/>
                  </a:lnTo>
                  <a:lnTo>
                    <a:pt x="9122" y="15392"/>
                  </a:lnTo>
                  <a:lnTo>
                    <a:pt x="9356" y="15325"/>
                  </a:lnTo>
                  <a:lnTo>
                    <a:pt x="9725" y="15258"/>
                  </a:lnTo>
                  <a:lnTo>
                    <a:pt x="10061" y="15191"/>
                  </a:lnTo>
                  <a:lnTo>
                    <a:pt x="10295" y="15124"/>
                  </a:lnTo>
                  <a:lnTo>
                    <a:pt x="10731" y="15258"/>
                  </a:lnTo>
                  <a:lnTo>
                    <a:pt x="10899" y="15392"/>
                  </a:lnTo>
                  <a:lnTo>
                    <a:pt x="11167" y="15661"/>
                  </a:lnTo>
                  <a:lnTo>
                    <a:pt x="11402" y="15862"/>
                  </a:lnTo>
                  <a:lnTo>
                    <a:pt x="11938" y="15929"/>
                  </a:lnTo>
                  <a:lnTo>
                    <a:pt x="12240" y="15795"/>
                  </a:lnTo>
                  <a:lnTo>
                    <a:pt x="12576" y="15627"/>
                  </a:lnTo>
                  <a:lnTo>
                    <a:pt x="12810" y="15426"/>
                  </a:lnTo>
                  <a:lnTo>
                    <a:pt x="13045" y="14923"/>
                  </a:lnTo>
                  <a:lnTo>
                    <a:pt x="12978" y="14621"/>
                  </a:lnTo>
                  <a:lnTo>
                    <a:pt x="12877" y="14286"/>
                  </a:lnTo>
                  <a:lnTo>
                    <a:pt x="12844" y="14051"/>
                  </a:lnTo>
                  <a:lnTo>
                    <a:pt x="12944" y="13615"/>
                  </a:lnTo>
                  <a:lnTo>
                    <a:pt x="13112" y="13414"/>
                  </a:lnTo>
                  <a:lnTo>
                    <a:pt x="13380" y="13146"/>
                  </a:lnTo>
                  <a:lnTo>
                    <a:pt x="13615" y="12877"/>
                  </a:lnTo>
                  <a:lnTo>
                    <a:pt x="13783" y="12710"/>
                  </a:lnTo>
                  <a:lnTo>
                    <a:pt x="14219" y="12542"/>
                  </a:lnTo>
                  <a:lnTo>
                    <a:pt x="14453" y="12576"/>
                  </a:lnTo>
                  <a:lnTo>
                    <a:pt x="14822" y="12643"/>
                  </a:lnTo>
                  <a:lnTo>
                    <a:pt x="15091" y="12643"/>
                  </a:lnTo>
                  <a:lnTo>
                    <a:pt x="15594" y="12408"/>
                  </a:lnTo>
                  <a:lnTo>
                    <a:pt x="15761" y="12140"/>
                  </a:lnTo>
                  <a:lnTo>
                    <a:pt x="15929" y="11804"/>
                  </a:lnTo>
                  <a:lnTo>
                    <a:pt x="16030" y="11503"/>
                  </a:lnTo>
                  <a:lnTo>
                    <a:pt x="15895" y="10933"/>
                  </a:lnTo>
                  <a:lnTo>
                    <a:pt x="15694" y="10731"/>
                  </a:lnTo>
                  <a:lnTo>
                    <a:pt x="15426" y="10530"/>
                  </a:lnTo>
                  <a:lnTo>
                    <a:pt x="15258" y="10362"/>
                  </a:lnTo>
                  <a:lnTo>
                    <a:pt x="15091" y="9960"/>
                  </a:lnTo>
                  <a:lnTo>
                    <a:pt x="15091" y="9725"/>
                  </a:lnTo>
                  <a:lnTo>
                    <a:pt x="15158" y="9323"/>
                  </a:lnTo>
                  <a:lnTo>
                    <a:pt x="15191" y="8954"/>
                  </a:lnTo>
                  <a:lnTo>
                    <a:pt x="15225" y="8719"/>
                  </a:lnTo>
                  <a:lnTo>
                    <a:pt x="15493" y="8384"/>
                  </a:lnTo>
                  <a:lnTo>
                    <a:pt x="15661" y="8250"/>
                  </a:lnTo>
                  <a:lnTo>
                    <a:pt x="15996" y="8116"/>
                  </a:lnTo>
                  <a:lnTo>
                    <a:pt x="16231" y="7948"/>
                  </a:lnTo>
                  <a:lnTo>
                    <a:pt x="16499" y="7445"/>
                  </a:lnTo>
                  <a:lnTo>
                    <a:pt x="16499" y="7177"/>
                  </a:lnTo>
                  <a:lnTo>
                    <a:pt x="16432" y="6774"/>
                  </a:lnTo>
                  <a:lnTo>
                    <a:pt x="16331" y="6506"/>
                  </a:lnTo>
                  <a:lnTo>
                    <a:pt x="15929" y="6104"/>
                  </a:lnTo>
                  <a:lnTo>
                    <a:pt x="15627" y="6037"/>
                  </a:lnTo>
                  <a:lnTo>
                    <a:pt x="15258" y="6003"/>
                  </a:lnTo>
                  <a:lnTo>
                    <a:pt x="15024" y="5970"/>
                  </a:lnTo>
                  <a:lnTo>
                    <a:pt x="14655" y="5735"/>
                  </a:lnTo>
                  <a:lnTo>
                    <a:pt x="14521" y="5534"/>
                  </a:lnTo>
                  <a:lnTo>
                    <a:pt x="14386" y="5198"/>
                  </a:lnTo>
                  <a:lnTo>
                    <a:pt x="14185" y="4897"/>
                  </a:lnTo>
                  <a:lnTo>
                    <a:pt x="14085" y="4695"/>
                  </a:lnTo>
                  <a:lnTo>
                    <a:pt x="14085" y="4226"/>
                  </a:lnTo>
                  <a:lnTo>
                    <a:pt x="14185" y="4025"/>
                  </a:lnTo>
                  <a:lnTo>
                    <a:pt x="14386" y="3689"/>
                  </a:lnTo>
                  <a:lnTo>
                    <a:pt x="14521" y="3421"/>
                  </a:lnTo>
                  <a:lnTo>
                    <a:pt x="14453" y="2851"/>
                  </a:lnTo>
                  <a:lnTo>
                    <a:pt x="14252" y="2616"/>
                  </a:lnTo>
                  <a:lnTo>
                    <a:pt x="13984" y="2348"/>
                  </a:lnTo>
                  <a:lnTo>
                    <a:pt x="13749" y="2147"/>
                  </a:lnTo>
                  <a:lnTo>
                    <a:pt x="13179" y="2080"/>
                  </a:lnTo>
                  <a:lnTo>
                    <a:pt x="12911" y="2214"/>
                  </a:lnTo>
                  <a:lnTo>
                    <a:pt x="12576" y="2415"/>
                  </a:lnTo>
                  <a:lnTo>
                    <a:pt x="12374" y="2516"/>
                  </a:lnTo>
                  <a:lnTo>
                    <a:pt x="11905" y="2516"/>
                  </a:lnTo>
                  <a:lnTo>
                    <a:pt x="11704" y="2415"/>
                  </a:lnTo>
                  <a:lnTo>
                    <a:pt x="10865" y="1979"/>
                  </a:lnTo>
                  <a:lnTo>
                    <a:pt x="9960" y="1711"/>
                  </a:lnTo>
                  <a:lnTo>
                    <a:pt x="9725" y="1610"/>
                  </a:lnTo>
                  <a:lnTo>
                    <a:pt x="9423" y="1308"/>
                  </a:lnTo>
                  <a:lnTo>
                    <a:pt x="9323" y="1074"/>
                  </a:lnTo>
                  <a:lnTo>
                    <a:pt x="9222" y="671"/>
                  </a:lnTo>
                  <a:lnTo>
                    <a:pt x="9122" y="370"/>
                  </a:lnTo>
                  <a:lnTo>
                    <a:pt x="8686" y="34"/>
                  </a:lnTo>
                  <a:lnTo>
                    <a:pt x="8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6572052" y="3653674"/>
              <a:ext cx="65982" cy="159793"/>
            </a:xfrm>
            <a:custGeom>
              <a:avLst/>
              <a:gdLst/>
              <a:ahLst/>
              <a:cxnLst/>
              <a:rect l="l" t="t" r="r" b="b"/>
              <a:pathLst>
                <a:path w="3656" h="8854" fill="none" extrusionOk="0">
                  <a:moveTo>
                    <a:pt x="3656" y="1"/>
                  </a:moveTo>
                  <a:lnTo>
                    <a:pt x="3119" y="537"/>
                  </a:lnTo>
                  <a:lnTo>
                    <a:pt x="2549" y="1007"/>
                  </a:lnTo>
                  <a:lnTo>
                    <a:pt x="1744" y="1845"/>
                  </a:lnTo>
                  <a:lnTo>
                    <a:pt x="571" y="3757"/>
                  </a:lnTo>
                  <a:lnTo>
                    <a:pt x="168" y="4830"/>
                  </a:lnTo>
                  <a:lnTo>
                    <a:pt x="0" y="5333"/>
                  </a:lnTo>
                  <a:lnTo>
                    <a:pt x="0" y="6372"/>
                  </a:lnTo>
                  <a:lnTo>
                    <a:pt x="168" y="6875"/>
                  </a:lnTo>
                  <a:lnTo>
                    <a:pt x="369" y="7345"/>
                  </a:lnTo>
                  <a:lnTo>
                    <a:pt x="1107" y="8217"/>
                  </a:lnTo>
                  <a:lnTo>
                    <a:pt x="2046" y="8753"/>
                  </a:lnTo>
                  <a:lnTo>
                    <a:pt x="2817" y="8854"/>
                  </a:lnTo>
                  <a:lnTo>
                    <a:pt x="3320" y="8720"/>
                  </a:lnTo>
                  <a:lnTo>
                    <a:pt x="3555" y="8585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6537564" y="3612526"/>
              <a:ext cx="98648" cy="81124"/>
            </a:xfrm>
            <a:custGeom>
              <a:avLst/>
              <a:gdLst/>
              <a:ahLst/>
              <a:cxnLst/>
              <a:rect l="l" t="t" r="r" b="b"/>
              <a:pathLst>
                <a:path w="5466" h="4495" fill="none" extrusionOk="0">
                  <a:moveTo>
                    <a:pt x="5466" y="68"/>
                  </a:moveTo>
                  <a:lnTo>
                    <a:pt x="4997" y="1"/>
                  </a:lnTo>
                  <a:lnTo>
                    <a:pt x="4125" y="168"/>
                  </a:lnTo>
                  <a:lnTo>
                    <a:pt x="3286" y="571"/>
                  </a:lnTo>
                  <a:lnTo>
                    <a:pt x="2515" y="1141"/>
                  </a:lnTo>
                  <a:lnTo>
                    <a:pt x="2180" y="1476"/>
                  </a:lnTo>
                  <a:lnTo>
                    <a:pt x="1073" y="2952"/>
                  </a:lnTo>
                  <a:lnTo>
                    <a:pt x="0" y="4494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6424388" y="3052728"/>
              <a:ext cx="210019" cy="791004"/>
            </a:xfrm>
            <a:custGeom>
              <a:avLst/>
              <a:gdLst/>
              <a:ahLst/>
              <a:cxnLst/>
              <a:rect l="l" t="t" r="r" b="b"/>
              <a:pathLst>
                <a:path w="11637" h="43829" fill="none" extrusionOk="0">
                  <a:moveTo>
                    <a:pt x="11636" y="43661"/>
                  </a:moveTo>
                  <a:lnTo>
                    <a:pt x="11033" y="43761"/>
                  </a:lnTo>
                  <a:lnTo>
                    <a:pt x="9792" y="43828"/>
                  </a:lnTo>
                  <a:lnTo>
                    <a:pt x="8551" y="43694"/>
                  </a:lnTo>
                  <a:lnTo>
                    <a:pt x="7378" y="43392"/>
                  </a:lnTo>
                  <a:lnTo>
                    <a:pt x="6774" y="43158"/>
                  </a:lnTo>
                  <a:lnTo>
                    <a:pt x="6070" y="42755"/>
                  </a:lnTo>
                  <a:lnTo>
                    <a:pt x="4729" y="41783"/>
                  </a:lnTo>
                  <a:lnTo>
                    <a:pt x="4091" y="41246"/>
                  </a:lnTo>
                  <a:lnTo>
                    <a:pt x="906" y="38631"/>
                  </a:lnTo>
                  <a:lnTo>
                    <a:pt x="503" y="38295"/>
                  </a:lnTo>
                  <a:lnTo>
                    <a:pt x="67" y="37658"/>
                  </a:lnTo>
                  <a:lnTo>
                    <a:pt x="0" y="37222"/>
                  </a:lnTo>
                  <a:lnTo>
                    <a:pt x="34" y="36988"/>
                  </a:lnTo>
                  <a:lnTo>
                    <a:pt x="705" y="33467"/>
                  </a:lnTo>
                  <a:lnTo>
                    <a:pt x="4997" y="11301"/>
                  </a:lnTo>
                  <a:lnTo>
                    <a:pt x="6204" y="5869"/>
                  </a:lnTo>
                  <a:lnTo>
                    <a:pt x="6405" y="5232"/>
                  </a:lnTo>
                  <a:lnTo>
                    <a:pt x="7009" y="4024"/>
                  </a:lnTo>
                  <a:lnTo>
                    <a:pt x="8149" y="2448"/>
                  </a:lnTo>
                  <a:lnTo>
                    <a:pt x="10563" y="302"/>
                  </a:lnTo>
                  <a:lnTo>
                    <a:pt x="11066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7355170" y="3659124"/>
              <a:ext cx="72046" cy="185817"/>
            </a:xfrm>
            <a:custGeom>
              <a:avLst/>
              <a:gdLst/>
              <a:ahLst/>
              <a:cxnLst/>
              <a:rect l="l" t="t" r="r" b="b"/>
              <a:pathLst>
                <a:path w="3992" h="10296" fill="none" extrusionOk="0">
                  <a:moveTo>
                    <a:pt x="1" y="1"/>
                  </a:moveTo>
                  <a:lnTo>
                    <a:pt x="504" y="370"/>
                  </a:lnTo>
                  <a:lnTo>
                    <a:pt x="1409" y="1275"/>
                  </a:lnTo>
                  <a:lnTo>
                    <a:pt x="2180" y="2315"/>
                  </a:lnTo>
                  <a:lnTo>
                    <a:pt x="2784" y="3421"/>
                  </a:lnTo>
                  <a:lnTo>
                    <a:pt x="3019" y="4025"/>
                  </a:lnTo>
                  <a:lnTo>
                    <a:pt x="3387" y="5131"/>
                  </a:lnTo>
                  <a:lnTo>
                    <a:pt x="3857" y="7445"/>
                  </a:lnTo>
                  <a:lnTo>
                    <a:pt x="3991" y="8619"/>
                  </a:lnTo>
                  <a:lnTo>
                    <a:pt x="3253" y="9055"/>
                  </a:lnTo>
                  <a:lnTo>
                    <a:pt x="1677" y="9893"/>
                  </a:lnTo>
                  <a:lnTo>
                    <a:pt x="571" y="10228"/>
                  </a:lnTo>
                  <a:lnTo>
                    <a:pt x="1" y="10295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7358797" y="3614944"/>
              <a:ext cx="123481" cy="65982"/>
            </a:xfrm>
            <a:custGeom>
              <a:avLst/>
              <a:gdLst/>
              <a:ahLst/>
              <a:cxnLst/>
              <a:rect l="l" t="t" r="r" b="b"/>
              <a:pathLst>
                <a:path w="6842" h="3656" fill="none" extrusionOk="0">
                  <a:moveTo>
                    <a:pt x="1" y="101"/>
                  </a:moveTo>
                  <a:lnTo>
                    <a:pt x="470" y="1"/>
                  </a:lnTo>
                  <a:lnTo>
                    <a:pt x="1443" y="168"/>
                  </a:lnTo>
                  <a:lnTo>
                    <a:pt x="2784" y="873"/>
                  </a:lnTo>
                  <a:lnTo>
                    <a:pt x="3555" y="1543"/>
                  </a:lnTo>
                  <a:lnTo>
                    <a:pt x="4260" y="2248"/>
                  </a:lnTo>
                  <a:lnTo>
                    <a:pt x="5467" y="3186"/>
                  </a:lnTo>
                  <a:lnTo>
                    <a:pt x="6372" y="3589"/>
                  </a:lnTo>
                  <a:lnTo>
                    <a:pt x="6842" y="3656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7363038" y="3067256"/>
              <a:ext cx="251167" cy="812787"/>
            </a:xfrm>
            <a:custGeom>
              <a:avLst/>
              <a:gdLst/>
              <a:ahLst/>
              <a:cxnLst/>
              <a:rect l="l" t="t" r="r" b="b"/>
              <a:pathLst>
                <a:path w="13917" h="45036" fill="none" extrusionOk="0">
                  <a:moveTo>
                    <a:pt x="1" y="45035"/>
                  </a:moveTo>
                  <a:lnTo>
                    <a:pt x="939" y="44901"/>
                  </a:lnTo>
                  <a:lnTo>
                    <a:pt x="2717" y="44298"/>
                  </a:lnTo>
                  <a:lnTo>
                    <a:pt x="4393" y="43426"/>
                  </a:lnTo>
                  <a:lnTo>
                    <a:pt x="5902" y="42286"/>
                  </a:lnTo>
                  <a:lnTo>
                    <a:pt x="6607" y="41649"/>
                  </a:lnTo>
                  <a:lnTo>
                    <a:pt x="7244" y="40978"/>
                  </a:lnTo>
                  <a:lnTo>
                    <a:pt x="8484" y="39536"/>
                  </a:lnTo>
                  <a:lnTo>
                    <a:pt x="10128" y="37256"/>
                  </a:lnTo>
                  <a:lnTo>
                    <a:pt x="11167" y="35680"/>
                  </a:lnTo>
                  <a:lnTo>
                    <a:pt x="12005" y="34405"/>
                  </a:lnTo>
                  <a:lnTo>
                    <a:pt x="13146" y="32393"/>
                  </a:lnTo>
                  <a:lnTo>
                    <a:pt x="13716" y="30985"/>
                  </a:lnTo>
                  <a:lnTo>
                    <a:pt x="13917" y="30247"/>
                  </a:lnTo>
                  <a:lnTo>
                    <a:pt x="13380" y="28436"/>
                  </a:lnTo>
                  <a:lnTo>
                    <a:pt x="9155" y="14922"/>
                  </a:lnTo>
                  <a:lnTo>
                    <a:pt x="7043" y="8853"/>
                  </a:lnTo>
                  <a:lnTo>
                    <a:pt x="6573" y="7579"/>
                  </a:lnTo>
                  <a:lnTo>
                    <a:pt x="5601" y="5399"/>
                  </a:lnTo>
                  <a:lnTo>
                    <a:pt x="4226" y="2918"/>
                  </a:lnTo>
                  <a:lnTo>
                    <a:pt x="2080" y="235"/>
                  </a:lnTo>
                  <a:lnTo>
                    <a:pt x="1744" y="0"/>
                  </a:lnTo>
                </a:path>
              </a:pathLst>
            </a:custGeom>
            <a:noFill/>
            <a:ln w="109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3"/>
            <p:cNvSpPr/>
            <p:nvPr/>
          </p:nvSpPr>
          <p:spPr>
            <a:xfrm>
              <a:off x="7358797" y="3600434"/>
              <a:ext cx="148296" cy="32684"/>
            </a:xfrm>
            <a:custGeom>
              <a:avLst/>
              <a:gdLst/>
              <a:ahLst/>
              <a:cxnLst/>
              <a:rect l="l" t="t" r="r" b="b"/>
              <a:pathLst>
                <a:path w="8217" h="1811" fill="none" extrusionOk="0">
                  <a:moveTo>
                    <a:pt x="1" y="905"/>
                  </a:moveTo>
                  <a:lnTo>
                    <a:pt x="437" y="570"/>
                  </a:lnTo>
                  <a:lnTo>
                    <a:pt x="1376" y="168"/>
                  </a:lnTo>
                  <a:lnTo>
                    <a:pt x="2415" y="0"/>
                  </a:lnTo>
                  <a:lnTo>
                    <a:pt x="3488" y="67"/>
                  </a:lnTo>
                  <a:lnTo>
                    <a:pt x="5131" y="436"/>
                  </a:lnTo>
                  <a:lnTo>
                    <a:pt x="7244" y="1341"/>
                  </a:lnTo>
                  <a:lnTo>
                    <a:pt x="8216" y="181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638016" y="3475762"/>
              <a:ext cx="717172" cy="412151"/>
            </a:xfrm>
            <a:custGeom>
              <a:avLst/>
              <a:gdLst/>
              <a:ahLst/>
              <a:cxnLst/>
              <a:rect l="l" t="t" r="r" b="b"/>
              <a:pathLst>
                <a:path w="39738" h="22837" extrusionOk="0">
                  <a:moveTo>
                    <a:pt x="1" y="0"/>
                  </a:moveTo>
                  <a:lnTo>
                    <a:pt x="1" y="22836"/>
                  </a:lnTo>
                  <a:lnTo>
                    <a:pt x="39738" y="22836"/>
                  </a:lnTo>
                  <a:lnTo>
                    <a:pt x="3973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634389" y="3887894"/>
              <a:ext cx="724427" cy="21801"/>
            </a:xfrm>
            <a:custGeom>
              <a:avLst/>
              <a:gdLst/>
              <a:ahLst/>
              <a:cxnLst/>
              <a:rect l="l" t="t" r="r" b="b"/>
              <a:pathLst>
                <a:path w="40140" h="1208" extrusionOk="0">
                  <a:moveTo>
                    <a:pt x="0" y="0"/>
                  </a:moveTo>
                  <a:lnTo>
                    <a:pt x="0" y="1208"/>
                  </a:lnTo>
                  <a:lnTo>
                    <a:pt x="40140" y="1208"/>
                  </a:lnTo>
                  <a:lnTo>
                    <a:pt x="4014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3"/>
            <p:cNvSpPr/>
            <p:nvPr/>
          </p:nvSpPr>
          <p:spPr>
            <a:xfrm>
              <a:off x="6946069" y="3614944"/>
              <a:ext cx="120449" cy="120449"/>
            </a:xfrm>
            <a:custGeom>
              <a:avLst/>
              <a:gdLst/>
              <a:ahLst/>
              <a:cxnLst/>
              <a:rect l="l" t="t" r="r" b="b"/>
              <a:pathLst>
                <a:path w="6674" h="6674" extrusionOk="0">
                  <a:moveTo>
                    <a:pt x="2683" y="1"/>
                  </a:moveTo>
                  <a:lnTo>
                    <a:pt x="1476" y="470"/>
                  </a:lnTo>
                  <a:lnTo>
                    <a:pt x="939" y="940"/>
                  </a:lnTo>
                  <a:lnTo>
                    <a:pt x="503" y="1476"/>
                  </a:lnTo>
                  <a:lnTo>
                    <a:pt x="0" y="2683"/>
                  </a:lnTo>
                  <a:lnTo>
                    <a:pt x="0" y="3991"/>
                  </a:lnTo>
                  <a:lnTo>
                    <a:pt x="503" y="5198"/>
                  </a:lnTo>
                  <a:lnTo>
                    <a:pt x="939" y="5735"/>
                  </a:lnTo>
                  <a:lnTo>
                    <a:pt x="1476" y="6171"/>
                  </a:lnTo>
                  <a:lnTo>
                    <a:pt x="2683" y="6674"/>
                  </a:lnTo>
                  <a:lnTo>
                    <a:pt x="3991" y="6674"/>
                  </a:lnTo>
                  <a:lnTo>
                    <a:pt x="5231" y="6171"/>
                  </a:lnTo>
                  <a:lnTo>
                    <a:pt x="5734" y="5735"/>
                  </a:lnTo>
                  <a:lnTo>
                    <a:pt x="6204" y="5198"/>
                  </a:lnTo>
                  <a:lnTo>
                    <a:pt x="6673" y="3991"/>
                  </a:lnTo>
                  <a:lnTo>
                    <a:pt x="6673" y="2683"/>
                  </a:lnTo>
                  <a:lnTo>
                    <a:pt x="6204" y="1476"/>
                  </a:lnTo>
                  <a:lnTo>
                    <a:pt x="5734" y="940"/>
                  </a:lnTo>
                  <a:lnTo>
                    <a:pt x="5231" y="470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3"/>
            <p:cNvSpPr/>
            <p:nvPr/>
          </p:nvSpPr>
          <p:spPr>
            <a:xfrm>
              <a:off x="6638016" y="3475762"/>
              <a:ext cx="717172" cy="412151"/>
            </a:xfrm>
            <a:custGeom>
              <a:avLst/>
              <a:gdLst/>
              <a:ahLst/>
              <a:cxnLst/>
              <a:rect l="l" t="t" r="r" b="b"/>
              <a:pathLst>
                <a:path w="39738" h="22837" fill="none" extrusionOk="0">
                  <a:moveTo>
                    <a:pt x="1" y="0"/>
                  </a:moveTo>
                  <a:lnTo>
                    <a:pt x="39738" y="0"/>
                  </a:lnTo>
                  <a:lnTo>
                    <a:pt x="39738" y="22836"/>
                  </a:lnTo>
                  <a:lnTo>
                    <a:pt x="1" y="22836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6817751" y="2638159"/>
              <a:ext cx="341964" cy="288092"/>
            </a:xfrm>
            <a:custGeom>
              <a:avLst/>
              <a:gdLst/>
              <a:ahLst/>
              <a:cxnLst/>
              <a:rect l="l" t="t" r="r" b="b"/>
              <a:pathLst>
                <a:path w="18948" h="15963" fill="none" extrusionOk="0">
                  <a:moveTo>
                    <a:pt x="1" y="1"/>
                  </a:moveTo>
                  <a:lnTo>
                    <a:pt x="102" y="973"/>
                  </a:lnTo>
                  <a:lnTo>
                    <a:pt x="839" y="5802"/>
                  </a:lnTo>
                  <a:lnTo>
                    <a:pt x="1376" y="8015"/>
                  </a:lnTo>
                  <a:lnTo>
                    <a:pt x="1778" y="9089"/>
                  </a:lnTo>
                  <a:lnTo>
                    <a:pt x="1979" y="9390"/>
                  </a:lnTo>
                  <a:lnTo>
                    <a:pt x="2449" y="10061"/>
                  </a:lnTo>
                  <a:lnTo>
                    <a:pt x="4126" y="12107"/>
                  </a:lnTo>
                  <a:lnTo>
                    <a:pt x="5769" y="13783"/>
                  </a:lnTo>
                  <a:lnTo>
                    <a:pt x="7043" y="14756"/>
                  </a:lnTo>
                  <a:lnTo>
                    <a:pt x="8384" y="15527"/>
                  </a:lnTo>
                  <a:lnTo>
                    <a:pt x="9793" y="15929"/>
                  </a:lnTo>
                  <a:lnTo>
                    <a:pt x="10497" y="15963"/>
                  </a:lnTo>
                  <a:lnTo>
                    <a:pt x="11235" y="15896"/>
                  </a:lnTo>
                  <a:lnTo>
                    <a:pt x="12542" y="15460"/>
                  </a:lnTo>
                  <a:lnTo>
                    <a:pt x="13716" y="14689"/>
                  </a:lnTo>
                  <a:lnTo>
                    <a:pt x="14789" y="13683"/>
                  </a:lnTo>
                  <a:lnTo>
                    <a:pt x="16097" y="11939"/>
                  </a:lnTo>
                  <a:lnTo>
                    <a:pt x="17237" y="9659"/>
                  </a:lnTo>
                  <a:lnTo>
                    <a:pt x="17539" y="8753"/>
                  </a:lnTo>
                  <a:lnTo>
                    <a:pt x="18075" y="6741"/>
                  </a:lnTo>
                  <a:lnTo>
                    <a:pt x="18813" y="2583"/>
                  </a:lnTo>
                  <a:lnTo>
                    <a:pt x="18947" y="47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3"/>
            <p:cNvSpPr/>
            <p:nvPr/>
          </p:nvSpPr>
          <p:spPr>
            <a:xfrm>
              <a:off x="7141541" y="2686581"/>
              <a:ext cx="29056" cy="95038"/>
            </a:xfrm>
            <a:custGeom>
              <a:avLst/>
              <a:gdLst/>
              <a:ahLst/>
              <a:cxnLst/>
              <a:rect l="l" t="t" r="r" b="b"/>
              <a:pathLst>
                <a:path w="1610" h="5266" fill="none" extrusionOk="0">
                  <a:moveTo>
                    <a:pt x="0" y="5265"/>
                  </a:moveTo>
                  <a:lnTo>
                    <a:pt x="101" y="5198"/>
                  </a:lnTo>
                  <a:lnTo>
                    <a:pt x="805" y="4595"/>
                  </a:lnTo>
                  <a:lnTo>
                    <a:pt x="1375" y="3689"/>
                  </a:lnTo>
                  <a:lnTo>
                    <a:pt x="1610" y="2885"/>
                  </a:lnTo>
                  <a:lnTo>
                    <a:pt x="1610" y="1879"/>
                  </a:lnTo>
                  <a:lnTo>
                    <a:pt x="1342" y="705"/>
                  </a:lnTo>
                  <a:lnTo>
                    <a:pt x="1006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440;p33"/>
          <p:cNvGrpSpPr/>
          <p:nvPr/>
        </p:nvGrpSpPr>
        <p:grpSpPr>
          <a:xfrm>
            <a:off x="5893575" y="4693150"/>
            <a:ext cx="180859" cy="180123"/>
            <a:chOff x="6034925" y="548950"/>
            <a:chExt cx="180859" cy="180123"/>
          </a:xfrm>
        </p:grpSpPr>
        <p:sp>
          <p:nvSpPr>
            <p:cNvPr id="441" name="Google Shape;441;p33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3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3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3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5" name="Google Shape;445;p33"/>
          <p:cNvSpPr txBox="1">
            <a:spLocks noGrp="1"/>
          </p:cNvSpPr>
          <p:nvPr>
            <p:ph type="ctrTitle"/>
          </p:nvPr>
        </p:nvSpPr>
        <p:spPr>
          <a:xfrm rot="-249">
            <a:off x="360619" y="1138680"/>
            <a:ext cx="5256323" cy="20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UNIDAD </a:t>
            </a:r>
            <a:r>
              <a:rPr lang="es-CL" dirty="0"/>
              <a:t>2</a:t>
            </a:r>
            <a:r>
              <a:rPr lang="es-CL"/>
              <a:t>: </a:t>
            </a:r>
            <a:r>
              <a:rPr lang="es-CL" dirty="0"/>
              <a:t>Modelo de negocio y experimentación.</a:t>
            </a:r>
          </a:p>
        </p:txBody>
      </p:sp>
      <p:grpSp>
        <p:nvGrpSpPr>
          <p:cNvPr id="159" name="Group 14">
            <a:extLst>
              <a:ext uri="{FF2B5EF4-FFF2-40B4-BE49-F238E27FC236}">
                <a16:creationId xmlns:a16="http://schemas.microsoft.com/office/drawing/2014/main" id="{CF0E6B2F-6D25-C509-A951-35AE4043B19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60" name="Freeform 15">
              <a:extLst>
                <a:ext uri="{FF2B5EF4-FFF2-40B4-BE49-F238E27FC236}">
                  <a16:creationId xmlns:a16="http://schemas.microsoft.com/office/drawing/2014/main" id="{83B25B75-2284-9555-12B5-D3E594263FF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1" name="TextBox 16">
              <a:extLst>
                <a:ext uri="{FF2B5EF4-FFF2-40B4-BE49-F238E27FC236}">
                  <a16:creationId xmlns:a16="http://schemas.microsoft.com/office/drawing/2014/main" id="{4C800803-DE69-7218-A820-7B08F5C72CC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2" name="Freeform 17">
            <a:extLst>
              <a:ext uri="{FF2B5EF4-FFF2-40B4-BE49-F238E27FC236}">
                <a16:creationId xmlns:a16="http://schemas.microsoft.com/office/drawing/2014/main" id="{90049126-6A02-EBBD-9152-DA20BA14A26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6"/>
          <p:cNvSpPr txBox="1">
            <a:spLocks noGrp="1"/>
          </p:cNvSpPr>
          <p:nvPr>
            <p:ph type="subTitle" idx="1"/>
          </p:nvPr>
        </p:nvSpPr>
        <p:spPr>
          <a:xfrm>
            <a:off x="4533501" y="2513334"/>
            <a:ext cx="4043461" cy="10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Comprender el concepto de modelo de negocio y aprender a utilizar el Business </a:t>
            </a:r>
            <a:r>
              <a:rPr lang="es-MX" dirty="0" err="1"/>
              <a:t>Model</a:t>
            </a:r>
            <a:r>
              <a:rPr lang="es-MX" dirty="0"/>
              <a:t> </a:t>
            </a:r>
            <a:r>
              <a:rPr lang="es-MX" dirty="0" err="1"/>
              <a:t>Canvas</a:t>
            </a:r>
            <a:r>
              <a:rPr lang="es-MX" dirty="0"/>
              <a:t> como herramienta para transformar tu idea de solución en un modelo de negocio sólido y viable.</a:t>
            </a:r>
            <a:r>
              <a:rPr lang="en-GB" dirty="0"/>
              <a:t>.</a:t>
            </a:r>
            <a:endParaRPr dirty="0"/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370" name="Google Shape;1370;p46"/>
          <p:cNvPicPr preferRelativeResize="0"/>
          <p:nvPr/>
        </p:nvPicPr>
        <p:blipFill rotWithShape="1">
          <a:blip r:embed="rId3">
            <a:alphaModFix/>
          </a:blip>
          <a:srcRect l="17895" t="-9048" r="27295" b="-14058"/>
          <a:stretch/>
        </p:blipFill>
        <p:spPr>
          <a:xfrm rot="692022">
            <a:off x="-1284821" y="-647670"/>
            <a:ext cx="5182448" cy="654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71" name="Google Shape;1371;p46"/>
          <p:cNvGrpSpPr/>
          <p:nvPr/>
        </p:nvGrpSpPr>
        <p:grpSpPr>
          <a:xfrm>
            <a:off x="5052424" y="4909200"/>
            <a:ext cx="279251" cy="280503"/>
            <a:chOff x="-1723351" y="4595850"/>
            <a:chExt cx="279251" cy="280503"/>
          </a:xfrm>
        </p:grpSpPr>
        <p:sp>
          <p:nvSpPr>
            <p:cNvPr id="1372" name="Google Shape;1372;p46"/>
            <p:cNvSpPr/>
            <p:nvPr/>
          </p:nvSpPr>
          <p:spPr>
            <a:xfrm>
              <a:off x="-1590636" y="4595850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6"/>
            <p:cNvSpPr/>
            <p:nvPr/>
          </p:nvSpPr>
          <p:spPr>
            <a:xfrm>
              <a:off x="-1590636" y="4784880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6"/>
            <p:cNvSpPr/>
            <p:nvPr/>
          </p:nvSpPr>
          <p:spPr>
            <a:xfrm>
              <a:off x="-1534258" y="4727299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6"/>
            <p:cNvSpPr/>
            <p:nvPr/>
          </p:nvSpPr>
          <p:spPr>
            <a:xfrm>
              <a:off x="-1723351" y="4727299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6" name="Google Shape;1376;p46"/>
          <p:cNvGrpSpPr/>
          <p:nvPr/>
        </p:nvGrpSpPr>
        <p:grpSpPr>
          <a:xfrm>
            <a:off x="8654336" y="3628775"/>
            <a:ext cx="279251" cy="280502"/>
            <a:chOff x="3245936" y="3278875"/>
            <a:chExt cx="279251" cy="280502"/>
          </a:xfrm>
        </p:grpSpPr>
        <p:sp>
          <p:nvSpPr>
            <p:cNvPr id="1377" name="Google Shape;1377;p46"/>
            <p:cNvSpPr/>
            <p:nvPr/>
          </p:nvSpPr>
          <p:spPr>
            <a:xfrm>
              <a:off x="3378651" y="32788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6"/>
            <p:cNvSpPr/>
            <p:nvPr/>
          </p:nvSpPr>
          <p:spPr>
            <a:xfrm>
              <a:off x="3378651" y="3467903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6"/>
            <p:cNvSpPr/>
            <p:nvPr/>
          </p:nvSpPr>
          <p:spPr>
            <a:xfrm>
              <a:off x="3435029" y="3410323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6"/>
            <p:cNvSpPr/>
            <p:nvPr/>
          </p:nvSpPr>
          <p:spPr>
            <a:xfrm>
              <a:off x="3245936" y="3410323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1" name="Google Shape;1381;p46"/>
          <p:cNvGrpSpPr/>
          <p:nvPr/>
        </p:nvGrpSpPr>
        <p:grpSpPr>
          <a:xfrm>
            <a:off x="8716040" y="-103000"/>
            <a:ext cx="217525" cy="218499"/>
            <a:chOff x="-1723348" y="4595850"/>
            <a:chExt cx="217525" cy="218499"/>
          </a:xfrm>
        </p:grpSpPr>
        <p:sp>
          <p:nvSpPr>
            <p:cNvPr id="1382" name="Google Shape;1382;p46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6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6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6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46"/>
          <p:cNvGrpSpPr/>
          <p:nvPr/>
        </p:nvGrpSpPr>
        <p:grpSpPr>
          <a:xfrm>
            <a:off x="6277640" y="4534575"/>
            <a:ext cx="217525" cy="218499"/>
            <a:chOff x="-1723348" y="4595850"/>
            <a:chExt cx="217525" cy="218499"/>
          </a:xfrm>
        </p:grpSpPr>
        <p:sp>
          <p:nvSpPr>
            <p:cNvPr id="1387" name="Google Shape;1387;p46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6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6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6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" name="Google Shape;1391;p46"/>
          <p:cNvGrpSpPr/>
          <p:nvPr/>
        </p:nvGrpSpPr>
        <p:grpSpPr>
          <a:xfrm>
            <a:off x="4463227" y="2273675"/>
            <a:ext cx="217525" cy="218499"/>
            <a:chOff x="-1723348" y="4595850"/>
            <a:chExt cx="217525" cy="218499"/>
          </a:xfrm>
        </p:grpSpPr>
        <p:sp>
          <p:nvSpPr>
            <p:cNvPr id="1392" name="Google Shape;1392;p46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6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6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6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6"/>
          <p:cNvGrpSpPr/>
          <p:nvPr/>
        </p:nvGrpSpPr>
        <p:grpSpPr>
          <a:xfrm flipH="1">
            <a:off x="119373" y="4263817"/>
            <a:ext cx="280926" cy="280503"/>
            <a:chOff x="-2832476" y="459025"/>
            <a:chExt cx="279251" cy="280503"/>
          </a:xfrm>
        </p:grpSpPr>
        <p:sp>
          <p:nvSpPr>
            <p:cNvPr id="1397" name="Google Shape;1397;p46"/>
            <p:cNvSpPr/>
            <p:nvPr/>
          </p:nvSpPr>
          <p:spPr>
            <a:xfrm>
              <a:off x="-2699761" y="45902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6"/>
            <p:cNvSpPr/>
            <p:nvPr/>
          </p:nvSpPr>
          <p:spPr>
            <a:xfrm>
              <a:off x="-2699761" y="64805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6"/>
            <p:cNvSpPr/>
            <p:nvPr/>
          </p:nvSpPr>
          <p:spPr>
            <a:xfrm>
              <a:off x="-2643383" y="590474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6"/>
            <p:cNvSpPr/>
            <p:nvPr/>
          </p:nvSpPr>
          <p:spPr>
            <a:xfrm>
              <a:off x="-2832476" y="590474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46"/>
          <p:cNvGrpSpPr/>
          <p:nvPr/>
        </p:nvGrpSpPr>
        <p:grpSpPr>
          <a:xfrm>
            <a:off x="3299824" y="2537688"/>
            <a:ext cx="279251" cy="280503"/>
            <a:chOff x="-1723351" y="4595850"/>
            <a:chExt cx="279251" cy="280503"/>
          </a:xfrm>
        </p:grpSpPr>
        <p:sp>
          <p:nvSpPr>
            <p:cNvPr id="1402" name="Google Shape;1402;p46"/>
            <p:cNvSpPr/>
            <p:nvPr/>
          </p:nvSpPr>
          <p:spPr>
            <a:xfrm>
              <a:off x="-1590636" y="4595850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6"/>
            <p:cNvSpPr/>
            <p:nvPr/>
          </p:nvSpPr>
          <p:spPr>
            <a:xfrm>
              <a:off x="-1590636" y="4784880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6"/>
            <p:cNvSpPr/>
            <p:nvPr/>
          </p:nvSpPr>
          <p:spPr>
            <a:xfrm>
              <a:off x="-1534258" y="4727299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6"/>
            <p:cNvSpPr/>
            <p:nvPr/>
          </p:nvSpPr>
          <p:spPr>
            <a:xfrm>
              <a:off x="-1723351" y="4727299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6" name="Google Shape;1406;p46"/>
          <p:cNvGrpSpPr/>
          <p:nvPr/>
        </p:nvGrpSpPr>
        <p:grpSpPr>
          <a:xfrm>
            <a:off x="2171952" y="189175"/>
            <a:ext cx="217525" cy="218499"/>
            <a:chOff x="-1723348" y="4595850"/>
            <a:chExt cx="217525" cy="218499"/>
          </a:xfrm>
        </p:grpSpPr>
        <p:sp>
          <p:nvSpPr>
            <p:cNvPr id="1407" name="Google Shape;1407;p46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6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6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6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1" name="Google Shape;1411;p46"/>
          <p:cNvSpPr txBox="1">
            <a:spLocks noGrp="1"/>
          </p:cNvSpPr>
          <p:nvPr>
            <p:ph type="title"/>
          </p:nvPr>
        </p:nvSpPr>
        <p:spPr>
          <a:xfrm>
            <a:off x="4572000" y="1629725"/>
            <a:ext cx="3843900" cy="10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Aprendizaje Esperado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D5A8B860-4735-68A1-4DFD-3AD1518BB558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57858DA0-ED1B-8EFA-1788-8624ECDF793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3C5D632F-33B6-6373-1EC5-0C185A669C9E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E9933116-42CF-E700-55BF-BDE9E5AE1F8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9"/>
          <p:cNvSpPr/>
          <p:nvPr/>
        </p:nvSpPr>
        <p:spPr>
          <a:xfrm rot="593">
            <a:off x="-15414524" y="-96659"/>
            <a:ext cx="24958401" cy="3577438"/>
          </a:xfrm>
          <a:custGeom>
            <a:avLst/>
            <a:gdLst/>
            <a:ahLst/>
            <a:cxnLst/>
            <a:rect l="l" t="t" r="r" b="b"/>
            <a:pathLst>
              <a:path w="246132" h="146842" fill="none" extrusionOk="0">
                <a:moveTo>
                  <a:pt x="1" y="3109"/>
                </a:moveTo>
                <a:lnTo>
                  <a:pt x="1738" y="2515"/>
                </a:lnTo>
                <a:lnTo>
                  <a:pt x="5305" y="1509"/>
                </a:lnTo>
                <a:lnTo>
                  <a:pt x="8894" y="755"/>
                </a:lnTo>
                <a:lnTo>
                  <a:pt x="12506" y="252"/>
                </a:lnTo>
                <a:lnTo>
                  <a:pt x="16118" y="0"/>
                </a:lnTo>
                <a:lnTo>
                  <a:pt x="19730" y="0"/>
                </a:lnTo>
                <a:lnTo>
                  <a:pt x="23297" y="275"/>
                </a:lnTo>
                <a:lnTo>
                  <a:pt x="26795" y="823"/>
                </a:lnTo>
                <a:lnTo>
                  <a:pt x="30224" y="1646"/>
                </a:lnTo>
                <a:lnTo>
                  <a:pt x="33539" y="2789"/>
                </a:lnTo>
                <a:lnTo>
                  <a:pt x="36740" y="4207"/>
                </a:lnTo>
                <a:lnTo>
                  <a:pt x="39803" y="5944"/>
                </a:lnTo>
                <a:lnTo>
                  <a:pt x="42684" y="7979"/>
                </a:lnTo>
                <a:lnTo>
                  <a:pt x="45404" y="10334"/>
                </a:lnTo>
                <a:lnTo>
                  <a:pt x="47919" y="13031"/>
                </a:lnTo>
                <a:lnTo>
                  <a:pt x="50182" y="16049"/>
                </a:lnTo>
                <a:lnTo>
                  <a:pt x="51234" y="17695"/>
                </a:lnTo>
                <a:lnTo>
                  <a:pt x="52057" y="19158"/>
                </a:lnTo>
                <a:lnTo>
                  <a:pt x="53429" y="22108"/>
                </a:lnTo>
                <a:lnTo>
                  <a:pt x="54458" y="25080"/>
                </a:lnTo>
                <a:lnTo>
                  <a:pt x="55166" y="28074"/>
                </a:lnTo>
                <a:lnTo>
                  <a:pt x="55601" y="31115"/>
                </a:lnTo>
                <a:lnTo>
                  <a:pt x="55806" y="34178"/>
                </a:lnTo>
                <a:lnTo>
                  <a:pt x="55829" y="37242"/>
                </a:lnTo>
                <a:lnTo>
                  <a:pt x="55692" y="40351"/>
                </a:lnTo>
                <a:lnTo>
                  <a:pt x="54961" y="48147"/>
                </a:lnTo>
                <a:lnTo>
                  <a:pt x="54160" y="55989"/>
                </a:lnTo>
                <a:lnTo>
                  <a:pt x="53978" y="59121"/>
                </a:lnTo>
                <a:lnTo>
                  <a:pt x="53909" y="62253"/>
                </a:lnTo>
                <a:lnTo>
                  <a:pt x="54000" y="65385"/>
                </a:lnTo>
                <a:lnTo>
                  <a:pt x="54138" y="66939"/>
                </a:lnTo>
                <a:lnTo>
                  <a:pt x="54298" y="68357"/>
                </a:lnTo>
                <a:lnTo>
                  <a:pt x="54778" y="71146"/>
                </a:lnTo>
                <a:lnTo>
                  <a:pt x="55441" y="73889"/>
                </a:lnTo>
                <a:lnTo>
                  <a:pt x="56287" y="76610"/>
                </a:lnTo>
                <a:lnTo>
                  <a:pt x="57315" y="79285"/>
                </a:lnTo>
                <a:lnTo>
                  <a:pt x="58504" y="81868"/>
                </a:lnTo>
                <a:lnTo>
                  <a:pt x="59853" y="84406"/>
                </a:lnTo>
                <a:lnTo>
                  <a:pt x="61339" y="86852"/>
                </a:lnTo>
                <a:lnTo>
                  <a:pt x="62985" y="89207"/>
                </a:lnTo>
                <a:lnTo>
                  <a:pt x="64745" y="91470"/>
                </a:lnTo>
                <a:lnTo>
                  <a:pt x="66643" y="93642"/>
                </a:lnTo>
                <a:lnTo>
                  <a:pt x="68655" y="95677"/>
                </a:lnTo>
                <a:lnTo>
                  <a:pt x="70781" y="97597"/>
                </a:lnTo>
                <a:lnTo>
                  <a:pt x="72999" y="99380"/>
                </a:lnTo>
                <a:lnTo>
                  <a:pt x="75308" y="101003"/>
                </a:lnTo>
                <a:lnTo>
                  <a:pt x="77708" y="102489"/>
                </a:lnTo>
                <a:lnTo>
                  <a:pt x="78943" y="103175"/>
                </a:lnTo>
                <a:lnTo>
                  <a:pt x="80269" y="103861"/>
                </a:lnTo>
                <a:lnTo>
                  <a:pt x="82875" y="105073"/>
                </a:lnTo>
                <a:lnTo>
                  <a:pt x="85458" y="106079"/>
                </a:lnTo>
                <a:lnTo>
                  <a:pt x="88042" y="106902"/>
                </a:lnTo>
                <a:lnTo>
                  <a:pt x="90602" y="107542"/>
                </a:lnTo>
                <a:lnTo>
                  <a:pt x="93140" y="107999"/>
                </a:lnTo>
                <a:lnTo>
                  <a:pt x="95677" y="108319"/>
                </a:lnTo>
                <a:lnTo>
                  <a:pt x="98169" y="108479"/>
                </a:lnTo>
                <a:lnTo>
                  <a:pt x="100684" y="108479"/>
                </a:lnTo>
                <a:lnTo>
                  <a:pt x="103176" y="108365"/>
                </a:lnTo>
                <a:lnTo>
                  <a:pt x="105645" y="108113"/>
                </a:lnTo>
                <a:lnTo>
                  <a:pt x="108114" y="107770"/>
                </a:lnTo>
                <a:lnTo>
                  <a:pt x="111772" y="107016"/>
                </a:lnTo>
                <a:lnTo>
                  <a:pt x="116665" y="105713"/>
                </a:lnTo>
                <a:lnTo>
                  <a:pt x="121511" y="104067"/>
                </a:lnTo>
                <a:lnTo>
                  <a:pt x="126335" y="102192"/>
                </a:lnTo>
                <a:lnTo>
                  <a:pt x="133560" y="99083"/>
                </a:lnTo>
                <a:lnTo>
                  <a:pt x="143184" y="94739"/>
                </a:lnTo>
                <a:lnTo>
                  <a:pt x="150432" y="91653"/>
                </a:lnTo>
                <a:lnTo>
                  <a:pt x="155301" y="89801"/>
                </a:lnTo>
                <a:lnTo>
                  <a:pt x="157747" y="88978"/>
                </a:lnTo>
                <a:lnTo>
                  <a:pt x="159599" y="88407"/>
                </a:lnTo>
                <a:lnTo>
                  <a:pt x="163371" y="87355"/>
                </a:lnTo>
                <a:lnTo>
                  <a:pt x="167212" y="86509"/>
                </a:lnTo>
                <a:lnTo>
                  <a:pt x="171076" y="85869"/>
                </a:lnTo>
                <a:lnTo>
                  <a:pt x="174962" y="85389"/>
                </a:lnTo>
                <a:lnTo>
                  <a:pt x="178872" y="85114"/>
                </a:lnTo>
                <a:lnTo>
                  <a:pt x="182781" y="85023"/>
                </a:lnTo>
                <a:lnTo>
                  <a:pt x="186713" y="85137"/>
                </a:lnTo>
                <a:lnTo>
                  <a:pt x="190600" y="85457"/>
                </a:lnTo>
                <a:lnTo>
                  <a:pt x="194463" y="85983"/>
                </a:lnTo>
                <a:lnTo>
                  <a:pt x="198281" y="86715"/>
                </a:lnTo>
                <a:lnTo>
                  <a:pt x="202054" y="87629"/>
                </a:lnTo>
                <a:lnTo>
                  <a:pt x="205757" y="88795"/>
                </a:lnTo>
                <a:lnTo>
                  <a:pt x="209415" y="90144"/>
                </a:lnTo>
                <a:lnTo>
                  <a:pt x="212959" y="91721"/>
                </a:lnTo>
                <a:lnTo>
                  <a:pt x="216411" y="93505"/>
                </a:lnTo>
                <a:lnTo>
                  <a:pt x="218080" y="94511"/>
                </a:lnTo>
                <a:lnTo>
                  <a:pt x="219749" y="95539"/>
                </a:lnTo>
                <a:lnTo>
                  <a:pt x="222949" y="97780"/>
                </a:lnTo>
                <a:lnTo>
                  <a:pt x="225990" y="100249"/>
                </a:lnTo>
                <a:lnTo>
                  <a:pt x="228871" y="102901"/>
                </a:lnTo>
                <a:lnTo>
                  <a:pt x="231591" y="105736"/>
                </a:lnTo>
                <a:lnTo>
                  <a:pt x="234083" y="108753"/>
                </a:lnTo>
                <a:lnTo>
                  <a:pt x="236392" y="111908"/>
                </a:lnTo>
                <a:lnTo>
                  <a:pt x="238495" y="115223"/>
                </a:lnTo>
                <a:lnTo>
                  <a:pt x="240347" y="118653"/>
                </a:lnTo>
                <a:lnTo>
                  <a:pt x="241993" y="122196"/>
                </a:lnTo>
                <a:lnTo>
                  <a:pt x="243365" y="125831"/>
                </a:lnTo>
                <a:lnTo>
                  <a:pt x="244485" y="129535"/>
                </a:lnTo>
                <a:lnTo>
                  <a:pt x="245308" y="133307"/>
                </a:lnTo>
                <a:lnTo>
                  <a:pt x="245880" y="137148"/>
                </a:lnTo>
                <a:lnTo>
                  <a:pt x="246131" y="141011"/>
                </a:lnTo>
                <a:lnTo>
                  <a:pt x="246085" y="144898"/>
                </a:lnTo>
                <a:lnTo>
                  <a:pt x="245925" y="146841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22861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9"/>
          <p:cNvSpPr/>
          <p:nvPr/>
        </p:nvSpPr>
        <p:spPr>
          <a:xfrm rot="2249719">
            <a:off x="1585901" y="1690499"/>
            <a:ext cx="645906" cy="613112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9"/>
          <p:cNvSpPr/>
          <p:nvPr/>
        </p:nvSpPr>
        <p:spPr>
          <a:xfrm rot="2249719">
            <a:off x="4249051" y="1680799"/>
            <a:ext cx="645906" cy="613112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39"/>
          <p:cNvSpPr/>
          <p:nvPr/>
        </p:nvSpPr>
        <p:spPr>
          <a:xfrm rot="2249719">
            <a:off x="6912201" y="1986462"/>
            <a:ext cx="645906" cy="613112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9"/>
          <p:cNvSpPr/>
          <p:nvPr/>
        </p:nvSpPr>
        <p:spPr>
          <a:xfrm>
            <a:off x="1903260" y="1883825"/>
            <a:ext cx="12178" cy="73849"/>
          </a:xfrm>
          <a:custGeom>
            <a:avLst/>
            <a:gdLst/>
            <a:ahLst/>
            <a:cxnLst/>
            <a:rect l="l" t="t" r="r" b="b"/>
            <a:pathLst>
              <a:path w="263" h="1595" extrusionOk="0">
                <a:moveTo>
                  <a:pt x="1" y="0"/>
                </a:moveTo>
                <a:lnTo>
                  <a:pt x="1" y="1594"/>
                </a:lnTo>
                <a:lnTo>
                  <a:pt x="263" y="1594"/>
                </a:lnTo>
                <a:lnTo>
                  <a:pt x="263" y="0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1903260" y="2036428"/>
            <a:ext cx="12178" cy="73849"/>
          </a:xfrm>
          <a:custGeom>
            <a:avLst/>
            <a:gdLst/>
            <a:ahLst/>
            <a:cxnLst/>
            <a:rect l="l" t="t" r="r" b="b"/>
            <a:pathLst>
              <a:path w="263" h="1595" extrusionOk="0">
                <a:moveTo>
                  <a:pt x="1" y="1"/>
                </a:moveTo>
                <a:lnTo>
                  <a:pt x="1" y="1594"/>
                </a:lnTo>
                <a:lnTo>
                  <a:pt x="263" y="1594"/>
                </a:lnTo>
                <a:lnTo>
                  <a:pt x="263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9"/>
          <p:cNvSpPr/>
          <p:nvPr/>
        </p:nvSpPr>
        <p:spPr>
          <a:xfrm>
            <a:off x="1948776" y="1989944"/>
            <a:ext cx="72788" cy="13196"/>
          </a:xfrm>
          <a:custGeom>
            <a:avLst/>
            <a:gdLst/>
            <a:ahLst/>
            <a:cxnLst/>
            <a:rect l="l" t="t" r="r" b="b"/>
            <a:pathLst>
              <a:path w="1572" h="285" extrusionOk="0">
                <a:moveTo>
                  <a:pt x="0" y="1"/>
                </a:moveTo>
                <a:lnTo>
                  <a:pt x="0" y="284"/>
                </a:lnTo>
                <a:lnTo>
                  <a:pt x="1572" y="284"/>
                </a:lnTo>
                <a:lnTo>
                  <a:pt x="1572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9"/>
          <p:cNvSpPr/>
          <p:nvPr/>
        </p:nvSpPr>
        <p:spPr>
          <a:xfrm>
            <a:off x="1796115" y="1989944"/>
            <a:ext cx="72834" cy="13196"/>
          </a:xfrm>
          <a:custGeom>
            <a:avLst/>
            <a:gdLst/>
            <a:ahLst/>
            <a:cxnLst/>
            <a:rect l="l" t="t" r="r" b="b"/>
            <a:pathLst>
              <a:path w="1573" h="285" extrusionOk="0">
                <a:moveTo>
                  <a:pt x="1" y="1"/>
                </a:moveTo>
                <a:lnTo>
                  <a:pt x="1" y="284"/>
                </a:lnTo>
                <a:lnTo>
                  <a:pt x="1573" y="284"/>
                </a:lnTo>
                <a:lnTo>
                  <a:pt x="1573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9"/>
          <p:cNvSpPr/>
          <p:nvPr/>
        </p:nvSpPr>
        <p:spPr>
          <a:xfrm>
            <a:off x="4566410" y="1883825"/>
            <a:ext cx="12178" cy="73849"/>
          </a:xfrm>
          <a:custGeom>
            <a:avLst/>
            <a:gdLst/>
            <a:ahLst/>
            <a:cxnLst/>
            <a:rect l="l" t="t" r="r" b="b"/>
            <a:pathLst>
              <a:path w="263" h="1595" extrusionOk="0">
                <a:moveTo>
                  <a:pt x="1" y="0"/>
                </a:moveTo>
                <a:lnTo>
                  <a:pt x="1" y="1594"/>
                </a:lnTo>
                <a:lnTo>
                  <a:pt x="263" y="1594"/>
                </a:lnTo>
                <a:lnTo>
                  <a:pt x="263" y="0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39"/>
          <p:cNvSpPr/>
          <p:nvPr/>
        </p:nvSpPr>
        <p:spPr>
          <a:xfrm>
            <a:off x="4566410" y="2036428"/>
            <a:ext cx="12178" cy="73849"/>
          </a:xfrm>
          <a:custGeom>
            <a:avLst/>
            <a:gdLst/>
            <a:ahLst/>
            <a:cxnLst/>
            <a:rect l="l" t="t" r="r" b="b"/>
            <a:pathLst>
              <a:path w="263" h="1595" extrusionOk="0">
                <a:moveTo>
                  <a:pt x="1" y="1"/>
                </a:moveTo>
                <a:lnTo>
                  <a:pt x="1" y="1594"/>
                </a:lnTo>
                <a:lnTo>
                  <a:pt x="263" y="1594"/>
                </a:lnTo>
                <a:lnTo>
                  <a:pt x="263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9"/>
          <p:cNvSpPr/>
          <p:nvPr/>
        </p:nvSpPr>
        <p:spPr>
          <a:xfrm>
            <a:off x="4611926" y="1989944"/>
            <a:ext cx="72788" cy="13196"/>
          </a:xfrm>
          <a:custGeom>
            <a:avLst/>
            <a:gdLst/>
            <a:ahLst/>
            <a:cxnLst/>
            <a:rect l="l" t="t" r="r" b="b"/>
            <a:pathLst>
              <a:path w="1572" h="285" extrusionOk="0">
                <a:moveTo>
                  <a:pt x="0" y="1"/>
                </a:moveTo>
                <a:lnTo>
                  <a:pt x="0" y="284"/>
                </a:lnTo>
                <a:lnTo>
                  <a:pt x="1572" y="284"/>
                </a:lnTo>
                <a:lnTo>
                  <a:pt x="1572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9"/>
          <p:cNvSpPr/>
          <p:nvPr/>
        </p:nvSpPr>
        <p:spPr>
          <a:xfrm>
            <a:off x="4459265" y="1989944"/>
            <a:ext cx="72834" cy="13196"/>
          </a:xfrm>
          <a:custGeom>
            <a:avLst/>
            <a:gdLst/>
            <a:ahLst/>
            <a:cxnLst/>
            <a:rect l="l" t="t" r="r" b="b"/>
            <a:pathLst>
              <a:path w="1573" h="285" extrusionOk="0">
                <a:moveTo>
                  <a:pt x="1" y="1"/>
                </a:moveTo>
                <a:lnTo>
                  <a:pt x="1" y="284"/>
                </a:lnTo>
                <a:lnTo>
                  <a:pt x="1573" y="284"/>
                </a:lnTo>
                <a:lnTo>
                  <a:pt x="1573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9"/>
          <p:cNvSpPr/>
          <p:nvPr/>
        </p:nvSpPr>
        <p:spPr>
          <a:xfrm>
            <a:off x="7229560" y="2179800"/>
            <a:ext cx="12178" cy="73849"/>
          </a:xfrm>
          <a:custGeom>
            <a:avLst/>
            <a:gdLst/>
            <a:ahLst/>
            <a:cxnLst/>
            <a:rect l="l" t="t" r="r" b="b"/>
            <a:pathLst>
              <a:path w="263" h="1595" extrusionOk="0">
                <a:moveTo>
                  <a:pt x="1" y="0"/>
                </a:moveTo>
                <a:lnTo>
                  <a:pt x="1" y="1594"/>
                </a:lnTo>
                <a:lnTo>
                  <a:pt x="263" y="1594"/>
                </a:lnTo>
                <a:lnTo>
                  <a:pt x="263" y="0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9"/>
          <p:cNvSpPr/>
          <p:nvPr/>
        </p:nvSpPr>
        <p:spPr>
          <a:xfrm>
            <a:off x="7229560" y="2332403"/>
            <a:ext cx="12178" cy="73849"/>
          </a:xfrm>
          <a:custGeom>
            <a:avLst/>
            <a:gdLst/>
            <a:ahLst/>
            <a:cxnLst/>
            <a:rect l="l" t="t" r="r" b="b"/>
            <a:pathLst>
              <a:path w="263" h="1595" extrusionOk="0">
                <a:moveTo>
                  <a:pt x="1" y="1"/>
                </a:moveTo>
                <a:lnTo>
                  <a:pt x="1" y="1594"/>
                </a:lnTo>
                <a:lnTo>
                  <a:pt x="263" y="1594"/>
                </a:lnTo>
                <a:lnTo>
                  <a:pt x="263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9"/>
          <p:cNvSpPr/>
          <p:nvPr/>
        </p:nvSpPr>
        <p:spPr>
          <a:xfrm>
            <a:off x="7275076" y="2285919"/>
            <a:ext cx="72788" cy="13196"/>
          </a:xfrm>
          <a:custGeom>
            <a:avLst/>
            <a:gdLst/>
            <a:ahLst/>
            <a:cxnLst/>
            <a:rect l="l" t="t" r="r" b="b"/>
            <a:pathLst>
              <a:path w="1572" h="285" extrusionOk="0">
                <a:moveTo>
                  <a:pt x="0" y="1"/>
                </a:moveTo>
                <a:lnTo>
                  <a:pt x="0" y="284"/>
                </a:lnTo>
                <a:lnTo>
                  <a:pt x="1572" y="284"/>
                </a:lnTo>
                <a:lnTo>
                  <a:pt x="1572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39"/>
          <p:cNvSpPr/>
          <p:nvPr/>
        </p:nvSpPr>
        <p:spPr>
          <a:xfrm>
            <a:off x="7122415" y="2285919"/>
            <a:ext cx="72834" cy="13196"/>
          </a:xfrm>
          <a:custGeom>
            <a:avLst/>
            <a:gdLst/>
            <a:ahLst/>
            <a:cxnLst/>
            <a:rect l="l" t="t" r="r" b="b"/>
            <a:pathLst>
              <a:path w="1573" h="285" extrusionOk="0">
                <a:moveTo>
                  <a:pt x="1" y="1"/>
                </a:moveTo>
                <a:lnTo>
                  <a:pt x="1" y="284"/>
                </a:lnTo>
                <a:lnTo>
                  <a:pt x="1573" y="284"/>
                </a:lnTo>
                <a:lnTo>
                  <a:pt x="1573" y="1"/>
                </a:ln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8" name="Google Shape;868;p39"/>
          <p:cNvGrpSpPr/>
          <p:nvPr/>
        </p:nvGrpSpPr>
        <p:grpSpPr>
          <a:xfrm>
            <a:off x="1016675" y="101775"/>
            <a:ext cx="183075" cy="183902"/>
            <a:chOff x="7677975" y="147700"/>
            <a:chExt cx="183075" cy="183902"/>
          </a:xfrm>
        </p:grpSpPr>
        <p:sp>
          <p:nvSpPr>
            <p:cNvPr id="869" name="Google Shape;869;p39"/>
            <p:cNvSpPr/>
            <p:nvPr/>
          </p:nvSpPr>
          <p:spPr>
            <a:xfrm>
              <a:off x="7764982" y="147700"/>
              <a:ext cx="9889" cy="59972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7764982" y="271630"/>
              <a:ext cx="9889" cy="59972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7801943" y="233879"/>
              <a:ext cx="59107" cy="1071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7677975" y="233879"/>
              <a:ext cx="59145" cy="1071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" name="Google Shape;873;p39"/>
          <p:cNvGrpSpPr/>
          <p:nvPr/>
        </p:nvGrpSpPr>
        <p:grpSpPr>
          <a:xfrm>
            <a:off x="4684725" y="4761750"/>
            <a:ext cx="183075" cy="183902"/>
            <a:chOff x="7677975" y="147700"/>
            <a:chExt cx="183075" cy="183902"/>
          </a:xfrm>
        </p:grpSpPr>
        <p:sp>
          <p:nvSpPr>
            <p:cNvPr id="874" name="Google Shape;874;p39"/>
            <p:cNvSpPr/>
            <p:nvPr/>
          </p:nvSpPr>
          <p:spPr>
            <a:xfrm>
              <a:off x="7764982" y="147700"/>
              <a:ext cx="9889" cy="59972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7764982" y="271630"/>
              <a:ext cx="9889" cy="59972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9"/>
            <p:cNvSpPr/>
            <p:nvPr/>
          </p:nvSpPr>
          <p:spPr>
            <a:xfrm>
              <a:off x="7801943" y="233879"/>
              <a:ext cx="59107" cy="1071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7677975" y="233879"/>
              <a:ext cx="59145" cy="1071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" name="Google Shape;878;p39"/>
          <p:cNvGrpSpPr/>
          <p:nvPr/>
        </p:nvGrpSpPr>
        <p:grpSpPr>
          <a:xfrm>
            <a:off x="3116223" y="135884"/>
            <a:ext cx="149135" cy="149780"/>
            <a:chOff x="2267375" y="95710"/>
            <a:chExt cx="225449" cy="226458"/>
          </a:xfrm>
        </p:grpSpPr>
        <p:sp>
          <p:nvSpPr>
            <p:cNvPr id="879" name="Google Shape;879;p39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39"/>
          <p:cNvGrpSpPr/>
          <p:nvPr/>
        </p:nvGrpSpPr>
        <p:grpSpPr>
          <a:xfrm>
            <a:off x="7046112" y="4555823"/>
            <a:ext cx="225449" cy="226458"/>
            <a:chOff x="2267375" y="95710"/>
            <a:chExt cx="225449" cy="226458"/>
          </a:xfrm>
        </p:grpSpPr>
        <p:sp>
          <p:nvSpPr>
            <p:cNvPr id="884" name="Google Shape;884;p39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9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9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8" name="Google Shape;888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CL" dirty="0"/>
              <a:t>Flujo de Trabajo </a:t>
            </a:r>
            <a:r>
              <a:rPr lang="es-CL" dirty="0">
                <a:solidFill>
                  <a:schemeClr val="lt2"/>
                </a:solidFill>
              </a:rPr>
              <a:t>Unidad</a:t>
            </a:r>
            <a:r>
              <a:rPr lang="es-CL" dirty="0"/>
              <a:t> </a:t>
            </a:r>
            <a:r>
              <a:rPr lang="es-CL" dirty="0">
                <a:solidFill>
                  <a:schemeClr val="lt2"/>
                </a:solidFill>
              </a:rPr>
              <a:t>2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89" name="Google Shape;889;p39"/>
          <p:cNvSpPr txBox="1">
            <a:spLocks noGrp="1"/>
          </p:cNvSpPr>
          <p:nvPr>
            <p:ph type="title" idx="2"/>
          </p:nvPr>
        </p:nvSpPr>
        <p:spPr>
          <a:xfrm>
            <a:off x="842188" y="2468593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Semana 5</a:t>
            </a:r>
            <a:endParaRPr dirty="0"/>
          </a:p>
        </p:txBody>
      </p:sp>
      <p:sp>
        <p:nvSpPr>
          <p:cNvPr id="890" name="Google Shape;890;p39"/>
          <p:cNvSpPr txBox="1">
            <a:spLocks noGrp="1"/>
          </p:cNvSpPr>
          <p:nvPr>
            <p:ph type="subTitle" idx="1"/>
          </p:nvPr>
        </p:nvSpPr>
        <p:spPr>
          <a:xfrm>
            <a:off x="875526" y="2958724"/>
            <a:ext cx="2146500" cy="1176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MX" sz="1200" dirty="0"/>
              <a:t>Presentación de la unidad.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MX" sz="1200" dirty="0"/>
              <a:t>Modelo de negocio y análisis BMC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MX" sz="1200" dirty="0"/>
              <a:t>Desarrollo modelo de negocio V.1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91" name="Google Shape;891;p39"/>
          <p:cNvSpPr txBox="1">
            <a:spLocks noGrp="1"/>
          </p:cNvSpPr>
          <p:nvPr>
            <p:ph type="title" idx="3"/>
          </p:nvPr>
        </p:nvSpPr>
        <p:spPr>
          <a:xfrm>
            <a:off x="3498750" y="2491116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s-CL" sz="2000" dirty="0"/>
              <a:t>Semana </a:t>
            </a:r>
            <a:r>
              <a:rPr lang="en-GB" sz="2000" dirty="0"/>
              <a:t>6</a:t>
            </a:r>
            <a:endParaRPr dirty="0"/>
          </a:p>
        </p:txBody>
      </p:sp>
      <p:sp>
        <p:nvSpPr>
          <p:cNvPr id="892" name="Google Shape;892;p39"/>
          <p:cNvSpPr txBox="1">
            <a:spLocks noGrp="1"/>
          </p:cNvSpPr>
          <p:nvPr>
            <p:ph type="subTitle" idx="4"/>
          </p:nvPr>
        </p:nvSpPr>
        <p:spPr>
          <a:xfrm>
            <a:off x="3525522" y="304214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CL" sz="1200" dirty="0"/>
              <a:t>Proceso de experimentación.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CL" sz="1200" dirty="0"/>
              <a:t>Definición del modelo de experimentación.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CL" sz="1200" dirty="0"/>
              <a:t>Test </a:t>
            </a:r>
            <a:r>
              <a:rPr lang="es-CL" sz="1200" dirty="0" err="1"/>
              <a:t>Card</a:t>
            </a:r>
            <a:r>
              <a:rPr lang="es-CL" sz="1200" dirty="0"/>
              <a:t>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endParaRPr dirty="0"/>
          </a:p>
        </p:txBody>
      </p:sp>
      <p:sp>
        <p:nvSpPr>
          <p:cNvPr id="893" name="Google Shape;893;p39"/>
          <p:cNvSpPr txBox="1">
            <a:spLocks noGrp="1"/>
          </p:cNvSpPr>
          <p:nvPr>
            <p:ph type="title" idx="5"/>
          </p:nvPr>
        </p:nvSpPr>
        <p:spPr>
          <a:xfrm>
            <a:off x="6161900" y="2709583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s-CL" sz="2000" dirty="0"/>
              <a:t>Semana 7</a:t>
            </a:r>
            <a:endParaRPr lang="es-CL" dirty="0"/>
          </a:p>
        </p:txBody>
      </p:sp>
      <p:sp>
        <p:nvSpPr>
          <p:cNvPr id="894" name="Google Shape;894;p39"/>
          <p:cNvSpPr txBox="1">
            <a:spLocks noGrp="1"/>
          </p:cNvSpPr>
          <p:nvPr>
            <p:ph type="subTitle" idx="6"/>
          </p:nvPr>
        </p:nvSpPr>
        <p:spPr>
          <a:xfrm>
            <a:off x="6161900" y="3133856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MX" sz="1200" dirty="0"/>
              <a:t>Evaluación 2.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ü"/>
            </a:pPr>
            <a:r>
              <a:rPr lang="es-MX" sz="1200" dirty="0"/>
              <a:t>Prueba mixta.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BA25A83D-152D-5272-070F-0882E7BBED50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6672C4D8-3CAF-BF13-6F40-18309740FB60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A1B27DDE-A1AA-E743-28F2-F4223D54B4A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89BD11B7-66D2-E2A7-BD8E-14026E460105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42"/>
          <p:cNvSpPr txBox="1">
            <a:spLocks noGrp="1"/>
          </p:cNvSpPr>
          <p:nvPr>
            <p:ph type="title" idx="2"/>
          </p:nvPr>
        </p:nvSpPr>
        <p:spPr>
          <a:xfrm>
            <a:off x="857526" y="3374194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24 presenciales/ 6 online</a:t>
            </a:r>
          </a:p>
        </p:txBody>
      </p:sp>
      <p:sp>
        <p:nvSpPr>
          <p:cNvPr id="1158" name="Google Shape;1158;p42"/>
          <p:cNvSpPr txBox="1">
            <a:spLocks noGrp="1"/>
          </p:cNvSpPr>
          <p:nvPr>
            <p:ph type="subTitle" idx="1"/>
          </p:nvPr>
        </p:nvSpPr>
        <p:spPr>
          <a:xfrm>
            <a:off x="910814" y="2832430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/>
              <a:t>Horas de clase.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59" name="Google Shape;1159;p42"/>
          <p:cNvSpPr txBox="1">
            <a:spLocks noGrp="1"/>
          </p:cNvSpPr>
          <p:nvPr>
            <p:ph type="subTitle" idx="4"/>
          </p:nvPr>
        </p:nvSpPr>
        <p:spPr>
          <a:xfrm>
            <a:off x="3540238" y="2825176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dirty="0"/>
              <a:t>Porcentaje de la nota.</a:t>
            </a:r>
          </a:p>
        </p:txBody>
      </p:sp>
      <p:sp>
        <p:nvSpPr>
          <p:cNvPr id="1160" name="Google Shape;1160;p42"/>
          <p:cNvSpPr txBox="1">
            <a:spLocks noGrp="1"/>
          </p:cNvSpPr>
          <p:nvPr>
            <p:ph type="title" idx="3"/>
          </p:nvPr>
        </p:nvSpPr>
        <p:spPr>
          <a:xfrm>
            <a:off x="3567513" y="3138516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30%</a:t>
            </a:r>
            <a:endParaRPr dirty="0"/>
          </a:p>
        </p:txBody>
      </p:sp>
      <p:sp>
        <p:nvSpPr>
          <p:cNvPr id="1161" name="Google Shape;1161;p42"/>
          <p:cNvSpPr txBox="1">
            <a:spLocks noGrp="1"/>
          </p:cNvSpPr>
          <p:nvPr>
            <p:ph type="title" idx="5"/>
          </p:nvPr>
        </p:nvSpPr>
        <p:spPr>
          <a:xfrm>
            <a:off x="6277500" y="3171448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dirty="0"/>
              <a:t>Presentación</a:t>
            </a:r>
          </a:p>
        </p:txBody>
      </p:sp>
      <p:sp>
        <p:nvSpPr>
          <p:cNvPr id="1162" name="Google Shape;1162;p42"/>
          <p:cNvSpPr txBox="1">
            <a:spLocks noGrp="1"/>
          </p:cNvSpPr>
          <p:nvPr>
            <p:ph type="subTitle" idx="6"/>
          </p:nvPr>
        </p:nvSpPr>
        <p:spPr>
          <a:xfrm>
            <a:off x="6277500" y="2853148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/>
              <a:t>Modalidad presencial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1163" name="Google Shape;1163;p42"/>
          <p:cNvGrpSpPr/>
          <p:nvPr/>
        </p:nvGrpSpPr>
        <p:grpSpPr>
          <a:xfrm rot="10800000">
            <a:off x="1094220" y="4768074"/>
            <a:ext cx="279251" cy="280502"/>
            <a:chOff x="2600586" y="-942975"/>
            <a:chExt cx="279251" cy="280502"/>
          </a:xfrm>
        </p:grpSpPr>
        <p:sp>
          <p:nvSpPr>
            <p:cNvPr id="1164" name="Google Shape;1164;p42"/>
            <p:cNvSpPr/>
            <p:nvPr/>
          </p:nvSpPr>
          <p:spPr>
            <a:xfrm>
              <a:off x="2733301" y="-9429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>
              <a:off x="2733301" y="-753947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>
              <a:off x="2789679" y="-811527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>
              <a:off x="2600586" y="-811527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8" name="Google Shape;1168;p42"/>
          <p:cNvGrpSpPr/>
          <p:nvPr/>
        </p:nvGrpSpPr>
        <p:grpSpPr>
          <a:xfrm rot="10800000">
            <a:off x="4043467" y="4662698"/>
            <a:ext cx="225449" cy="226452"/>
            <a:chOff x="2600577" y="-942975"/>
            <a:chExt cx="225449" cy="226452"/>
          </a:xfrm>
        </p:grpSpPr>
        <p:sp>
          <p:nvSpPr>
            <p:cNvPr id="1169" name="Google Shape;1169;p4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3" name="Google Shape;1173;p42"/>
          <p:cNvGrpSpPr/>
          <p:nvPr/>
        </p:nvGrpSpPr>
        <p:grpSpPr>
          <a:xfrm>
            <a:off x="772452" y="98699"/>
            <a:ext cx="179826" cy="180626"/>
            <a:chOff x="772452" y="98699"/>
            <a:chExt cx="179826" cy="180626"/>
          </a:xfrm>
        </p:grpSpPr>
        <p:sp>
          <p:nvSpPr>
            <p:cNvPr id="1174" name="Google Shape;1174;p42"/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2"/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2"/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2"/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8" name="Google Shape;1178;p42"/>
          <p:cNvGrpSpPr/>
          <p:nvPr/>
        </p:nvGrpSpPr>
        <p:grpSpPr>
          <a:xfrm>
            <a:off x="303712" y="1112696"/>
            <a:ext cx="219461" cy="220453"/>
            <a:chOff x="772462" y="98696"/>
            <a:chExt cx="219461" cy="220453"/>
          </a:xfrm>
        </p:grpSpPr>
        <p:sp>
          <p:nvSpPr>
            <p:cNvPr id="1179" name="Google Shape;1179;p42"/>
            <p:cNvSpPr/>
            <p:nvPr/>
          </p:nvSpPr>
          <p:spPr>
            <a:xfrm>
              <a:off x="876762" y="98696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876762" y="247258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921070" y="202004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772462" y="202004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42"/>
          <p:cNvGrpSpPr/>
          <p:nvPr/>
        </p:nvGrpSpPr>
        <p:grpSpPr>
          <a:xfrm>
            <a:off x="4090088" y="1835513"/>
            <a:ext cx="963825" cy="868875"/>
            <a:chOff x="4090088" y="1606225"/>
            <a:chExt cx="963825" cy="868875"/>
          </a:xfrm>
        </p:grpSpPr>
        <p:sp>
          <p:nvSpPr>
            <p:cNvPr id="1184" name="Google Shape;1184;p42"/>
            <p:cNvSpPr/>
            <p:nvPr/>
          </p:nvSpPr>
          <p:spPr>
            <a:xfrm>
              <a:off x="4090088" y="1606225"/>
              <a:ext cx="963825" cy="868875"/>
            </a:xfrm>
            <a:custGeom>
              <a:avLst/>
              <a:gdLst/>
              <a:ahLst/>
              <a:cxnLst/>
              <a:rect l="l" t="t" r="r" b="b"/>
              <a:pathLst>
                <a:path w="38553" h="34755" extrusionOk="0">
                  <a:moveTo>
                    <a:pt x="12684" y="0"/>
                  </a:moveTo>
                  <a:lnTo>
                    <a:pt x="11286" y="88"/>
                  </a:lnTo>
                  <a:lnTo>
                    <a:pt x="9977" y="306"/>
                  </a:lnTo>
                  <a:lnTo>
                    <a:pt x="8754" y="633"/>
                  </a:lnTo>
                  <a:lnTo>
                    <a:pt x="7663" y="1048"/>
                  </a:lnTo>
                  <a:lnTo>
                    <a:pt x="6658" y="1594"/>
                  </a:lnTo>
                  <a:lnTo>
                    <a:pt x="5807" y="2271"/>
                  </a:lnTo>
                  <a:lnTo>
                    <a:pt x="5108" y="3035"/>
                  </a:lnTo>
                  <a:lnTo>
                    <a:pt x="4541" y="3930"/>
                  </a:lnTo>
                  <a:lnTo>
                    <a:pt x="4170" y="4956"/>
                  </a:lnTo>
                  <a:lnTo>
                    <a:pt x="3973" y="6113"/>
                  </a:lnTo>
                  <a:lnTo>
                    <a:pt x="3951" y="6724"/>
                  </a:lnTo>
                  <a:lnTo>
                    <a:pt x="3930" y="8143"/>
                  </a:lnTo>
                  <a:lnTo>
                    <a:pt x="3602" y="10806"/>
                  </a:lnTo>
                  <a:lnTo>
                    <a:pt x="3035" y="13251"/>
                  </a:lnTo>
                  <a:lnTo>
                    <a:pt x="2358" y="15478"/>
                  </a:lnTo>
                  <a:lnTo>
                    <a:pt x="1244" y="18512"/>
                  </a:lnTo>
                  <a:lnTo>
                    <a:pt x="349" y="21088"/>
                  </a:lnTo>
                  <a:lnTo>
                    <a:pt x="22" y="22617"/>
                  </a:lnTo>
                  <a:lnTo>
                    <a:pt x="0" y="23315"/>
                  </a:lnTo>
                  <a:lnTo>
                    <a:pt x="22" y="24036"/>
                  </a:lnTo>
                  <a:lnTo>
                    <a:pt x="284" y="25738"/>
                  </a:lnTo>
                  <a:lnTo>
                    <a:pt x="786" y="27135"/>
                  </a:lnTo>
                  <a:lnTo>
                    <a:pt x="1266" y="28074"/>
                  </a:lnTo>
                  <a:lnTo>
                    <a:pt x="1899" y="29035"/>
                  </a:lnTo>
                  <a:lnTo>
                    <a:pt x="2707" y="29973"/>
                  </a:lnTo>
                  <a:lnTo>
                    <a:pt x="3690" y="30868"/>
                  </a:lnTo>
                  <a:lnTo>
                    <a:pt x="4912" y="31720"/>
                  </a:lnTo>
                  <a:lnTo>
                    <a:pt x="6331" y="32484"/>
                  </a:lnTo>
                  <a:lnTo>
                    <a:pt x="8012" y="33183"/>
                  </a:lnTo>
                  <a:lnTo>
                    <a:pt x="9955" y="33772"/>
                  </a:lnTo>
                  <a:lnTo>
                    <a:pt x="12182" y="34230"/>
                  </a:lnTo>
                  <a:lnTo>
                    <a:pt x="14692" y="34558"/>
                  </a:lnTo>
                  <a:lnTo>
                    <a:pt x="17530" y="34732"/>
                  </a:lnTo>
                  <a:lnTo>
                    <a:pt x="19102" y="34754"/>
                  </a:lnTo>
                  <a:lnTo>
                    <a:pt x="20674" y="34732"/>
                  </a:lnTo>
                  <a:lnTo>
                    <a:pt x="23511" y="34492"/>
                  </a:lnTo>
                  <a:lnTo>
                    <a:pt x="26066" y="34056"/>
                  </a:lnTo>
                  <a:lnTo>
                    <a:pt x="28292" y="33444"/>
                  </a:lnTo>
                  <a:lnTo>
                    <a:pt x="30257" y="32659"/>
                  </a:lnTo>
                  <a:lnTo>
                    <a:pt x="31960" y="31742"/>
                  </a:lnTo>
                  <a:lnTo>
                    <a:pt x="33422" y="30716"/>
                  </a:lnTo>
                  <a:lnTo>
                    <a:pt x="34667" y="29624"/>
                  </a:lnTo>
                  <a:lnTo>
                    <a:pt x="35693" y="28445"/>
                  </a:lnTo>
                  <a:lnTo>
                    <a:pt x="36522" y="27245"/>
                  </a:lnTo>
                  <a:lnTo>
                    <a:pt x="37199" y="26022"/>
                  </a:lnTo>
                  <a:lnTo>
                    <a:pt x="37701" y="24821"/>
                  </a:lnTo>
                  <a:lnTo>
                    <a:pt x="38225" y="23097"/>
                  </a:lnTo>
                  <a:lnTo>
                    <a:pt x="38531" y="21067"/>
                  </a:lnTo>
                  <a:lnTo>
                    <a:pt x="38553" y="20259"/>
                  </a:lnTo>
                  <a:lnTo>
                    <a:pt x="38531" y="19386"/>
                  </a:lnTo>
                  <a:lnTo>
                    <a:pt x="38334" y="17661"/>
                  </a:lnTo>
                  <a:lnTo>
                    <a:pt x="37963" y="16024"/>
                  </a:lnTo>
                  <a:lnTo>
                    <a:pt x="37396" y="14452"/>
                  </a:lnTo>
                  <a:lnTo>
                    <a:pt x="36697" y="12924"/>
                  </a:lnTo>
                  <a:lnTo>
                    <a:pt x="35846" y="11505"/>
                  </a:lnTo>
                  <a:lnTo>
                    <a:pt x="34841" y="10130"/>
                  </a:lnTo>
                  <a:lnTo>
                    <a:pt x="33750" y="8842"/>
                  </a:lnTo>
                  <a:lnTo>
                    <a:pt x="32527" y="7641"/>
                  </a:lnTo>
                  <a:lnTo>
                    <a:pt x="31218" y="6528"/>
                  </a:lnTo>
                  <a:lnTo>
                    <a:pt x="29820" y="5480"/>
                  </a:lnTo>
                  <a:lnTo>
                    <a:pt x="28358" y="4519"/>
                  </a:lnTo>
                  <a:lnTo>
                    <a:pt x="26066" y="3231"/>
                  </a:lnTo>
                  <a:lnTo>
                    <a:pt x="22878" y="1834"/>
                  </a:lnTo>
                  <a:lnTo>
                    <a:pt x="19626" y="830"/>
                  </a:lnTo>
                  <a:lnTo>
                    <a:pt x="16438" y="197"/>
                  </a:lnTo>
                  <a:lnTo>
                    <a:pt x="14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4343313" y="1730100"/>
              <a:ext cx="456275" cy="525600"/>
            </a:xfrm>
            <a:custGeom>
              <a:avLst/>
              <a:gdLst/>
              <a:ahLst/>
              <a:cxnLst/>
              <a:rect l="l" t="t" r="r" b="b"/>
              <a:pathLst>
                <a:path w="18251" h="21024" extrusionOk="0">
                  <a:moveTo>
                    <a:pt x="8623" y="1"/>
                  </a:moveTo>
                  <a:lnTo>
                    <a:pt x="8100" y="66"/>
                  </a:lnTo>
                  <a:lnTo>
                    <a:pt x="7357" y="154"/>
                  </a:lnTo>
                  <a:lnTo>
                    <a:pt x="5938" y="568"/>
                  </a:lnTo>
                  <a:lnTo>
                    <a:pt x="4607" y="1180"/>
                  </a:lnTo>
                  <a:lnTo>
                    <a:pt x="3406" y="2009"/>
                  </a:lnTo>
                  <a:lnTo>
                    <a:pt x="2358" y="3013"/>
                  </a:lnTo>
                  <a:lnTo>
                    <a:pt x="1463" y="4170"/>
                  </a:lnTo>
                  <a:lnTo>
                    <a:pt x="765" y="5458"/>
                  </a:lnTo>
                  <a:lnTo>
                    <a:pt x="284" y="6856"/>
                  </a:lnTo>
                  <a:lnTo>
                    <a:pt x="131" y="7598"/>
                  </a:lnTo>
                  <a:lnTo>
                    <a:pt x="44" y="8165"/>
                  </a:lnTo>
                  <a:lnTo>
                    <a:pt x="0" y="9301"/>
                  </a:lnTo>
                  <a:lnTo>
                    <a:pt x="88" y="10414"/>
                  </a:lnTo>
                  <a:lnTo>
                    <a:pt x="306" y="11484"/>
                  </a:lnTo>
                  <a:lnTo>
                    <a:pt x="634" y="12510"/>
                  </a:lnTo>
                  <a:lnTo>
                    <a:pt x="1092" y="13470"/>
                  </a:lnTo>
                  <a:lnTo>
                    <a:pt x="1638" y="14365"/>
                  </a:lnTo>
                  <a:lnTo>
                    <a:pt x="2293" y="15195"/>
                  </a:lnTo>
                  <a:lnTo>
                    <a:pt x="2664" y="15588"/>
                  </a:lnTo>
                  <a:lnTo>
                    <a:pt x="3057" y="16002"/>
                  </a:lnTo>
                  <a:lnTo>
                    <a:pt x="3690" y="16919"/>
                  </a:lnTo>
                  <a:lnTo>
                    <a:pt x="4148" y="17945"/>
                  </a:lnTo>
                  <a:lnTo>
                    <a:pt x="4388" y="19059"/>
                  </a:lnTo>
                  <a:lnTo>
                    <a:pt x="4410" y="19626"/>
                  </a:lnTo>
                  <a:lnTo>
                    <a:pt x="4410" y="21023"/>
                  </a:lnTo>
                  <a:lnTo>
                    <a:pt x="13841" y="21023"/>
                  </a:lnTo>
                  <a:lnTo>
                    <a:pt x="13841" y="19626"/>
                  </a:lnTo>
                  <a:lnTo>
                    <a:pt x="13841" y="19059"/>
                  </a:lnTo>
                  <a:lnTo>
                    <a:pt x="14081" y="17967"/>
                  </a:lnTo>
                  <a:lnTo>
                    <a:pt x="14539" y="16941"/>
                  </a:lnTo>
                  <a:lnTo>
                    <a:pt x="15173" y="16002"/>
                  </a:lnTo>
                  <a:lnTo>
                    <a:pt x="15587" y="15588"/>
                  </a:lnTo>
                  <a:lnTo>
                    <a:pt x="16177" y="14933"/>
                  </a:lnTo>
                  <a:lnTo>
                    <a:pt x="17159" y="13470"/>
                  </a:lnTo>
                  <a:lnTo>
                    <a:pt x="17858" y="11833"/>
                  </a:lnTo>
                  <a:lnTo>
                    <a:pt x="18229" y="10043"/>
                  </a:lnTo>
                  <a:lnTo>
                    <a:pt x="18251" y="9126"/>
                  </a:lnTo>
                  <a:lnTo>
                    <a:pt x="18251" y="8602"/>
                  </a:lnTo>
                  <a:lnTo>
                    <a:pt x="18142" y="7620"/>
                  </a:lnTo>
                  <a:lnTo>
                    <a:pt x="17792" y="6222"/>
                  </a:lnTo>
                  <a:lnTo>
                    <a:pt x="17028" y="4476"/>
                  </a:lnTo>
                  <a:lnTo>
                    <a:pt x="15915" y="2970"/>
                  </a:lnTo>
                  <a:lnTo>
                    <a:pt x="14518" y="1725"/>
                  </a:lnTo>
                  <a:lnTo>
                    <a:pt x="12902" y="765"/>
                  </a:lnTo>
                  <a:lnTo>
                    <a:pt x="11549" y="306"/>
                  </a:lnTo>
                  <a:lnTo>
                    <a:pt x="10610" y="110"/>
                  </a:lnTo>
                  <a:lnTo>
                    <a:pt x="96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2"/>
            <p:cNvSpPr/>
            <p:nvPr/>
          </p:nvSpPr>
          <p:spPr>
            <a:xfrm>
              <a:off x="4453563" y="2255675"/>
              <a:ext cx="235775" cy="96075"/>
            </a:xfrm>
            <a:custGeom>
              <a:avLst/>
              <a:gdLst/>
              <a:ahLst/>
              <a:cxnLst/>
              <a:rect l="l" t="t" r="r" b="b"/>
              <a:pathLst>
                <a:path w="9431" h="3843" extrusionOk="0">
                  <a:moveTo>
                    <a:pt x="0" y="0"/>
                  </a:moveTo>
                  <a:lnTo>
                    <a:pt x="0" y="1681"/>
                  </a:lnTo>
                  <a:lnTo>
                    <a:pt x="44" y="2118"/>
                  </a:lnTo>
                  <a:lnTo>
                    <a:pt x="349" y="2882"/>
                  </a:lnTo>
                  <a:lnTo>
                    <a:pt x="939" y="3472"/>
                  </a:lnTo>
                  <a:lnTo>
                    <a:pt x="1725" y="3799"/>
                  </a:lnTo>
                  <a:lnTo>
                    <a:pt x="2161" y="3843"/>
                  </a:lnTo>
                  <a:lnTo>
                    <a:pt x="7270" y="3843"/>
                  </a:lnTo>
                  <a:lnTo>
                    <a:pt x="7706" y="3799"/>
                  </a:lnTo>
                  <a:lnTo>
                    <a:pt x="8492" y="3493"/>
                  </a:lnTo>
                  <a:lnTo>
                    <a:pt x="9060" y="2904"/>
                  </a:lnTo>
                  <a:lnTo>
                    <a:pt x="9387" y="2118"/>
                  </a:lnTo>
                  <a:lnTo>
                    <a:pt x="9431" y="1681"/>
                  </a:lnTo>
                  <a:lnTo>
                    <a:pt x="9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2"/>
            <p:cNvSpPr/>
            <p:nvPr/>
          </p:nvSpPr>
          <p:spPr>
            <a:xfrm>
              <a:off x="4321488" y="1708825"/>
              <a:ext cx="499400" cy="664750"/>
            </a:xfrm>
            <a:custGeom>
              <a:avLst/>
              <a:gdLst/>
              <a:ahLst/>
              <a:cxnLst/>
              <a:rect l="l" t="t" r="r" b="b"/>
              <a:pathLst>
                <a:path w="19976" h="26590" extrusionOk="0">
                  <a:moveTo>
                    <a:pt x="10042" y="1638"/>
                  </a:moveTo>
                  <a:lnTo>
                    <a:pt x="10806" y="1660"/>
                  </a:lnTo>
                  <a:lnTo>
                    <a:pt x="12291" y="1943"/>
                  </a:lnTo>
                  <a:lnTo>
                    <a:pt x="13688" y="2467"/>
                  </a:lnTo>
                  <a:lnTo>
                    <a:pt x="14976" y="3275"/>
                  </a:lnTo>
                  <a:lnTo>
                    <a:pt x="15587" y="3777"/>
                  </a:lnTo>
                  <a:lnTo>
                    <a:pt x="16198" y="4388"/>
                  </a:lnTo>
                  <a:lnTo>
                    <a:pt x="17224" y="5785"/>
                  </a:lnTo>
                  <a:lnTo>
                    <a:pt x="17945" y="7379"/>
                  </a:lnTo>
                  <a:lnTo>
                    <a:pt x="18294" y="9082"/>
                  </a:lnTo>
                  <a:lnTo>
                    <a:pt x="18338" y="9977"/>
                  </a:lnTo>
                  <a:lnTo>
                    <a:pt x="18294" y="10785"/>
                  </a:lnTo>
                  <a:lnTo>
                    <a:pt x="17967" y="12378"/>
                  </a:lnTo>
                  <a:lnTo>
                    <a:pt x="17334" y="13885"/>
                  </a:lnTo>
                  <a:lnTo>
                    <a:pt x="16439" y="15238"/>
                  </a:lnTo>
                  <a:lnTo>
                    <a:pt x="15871" y="15827"/>
                  </a:lnTo>
                  <a:lnTo>
                    <a:pt x="15412" y="16330"/>
                  </a:lnTo>
                  <a:lnTo>
                    <a:pt x="14670" y="17399"/>
                  </a:lnTo>
                  <a:lnTo>
                    <a:pt x="14168" y="18578"/>
                  </a:lnTo>
                  <a:lnTo>
                    <a:pt x="13906" y="19822"/>
                  </a:lnTo>
                  <a:lnTo>
                    <a:pt x="13884" y="20455"/>
                  </a:lnTo>
                  <a:lnTo>
                    <a:pt x="13884" y="21023"/>
                  </a:lnTo>
                  <a:lnTo>
                    <a:pt x="6135" y="21023"/>
                  </a:lnTo>
                  <a:lnTo>
                    <a:pt x="6135" y="20455"/>
                  </a:lnTo>
                  <a:lnTo>
                    <a:pt x="6113" y="19822"/>
                  </a:lnTo>
                  <a:lnTo>
                    <a:pt x="5851" y="18578"/>
                  </a:lnTo>
                  <a:lnTo>
                    <a:pt x="5349" y="17399"/>
                  </a:lnTo>
                  <a:lnTo>
                    <a:pt x="4606" y="16308"/>
                  </a:lnTo>
                  <a:lnTo>
                    <a:pt x="4148" y="15806"/>
                  </a:lnTo>
                  <a:lnTo>
                    <a:pt x="3799" y="15435"/>
                  </a:lnTo>
                  <a:lnTo>
                    <a:pt x="3187" y="14649"/>
                  </a:lnTo>
                  <a:lnTo>
                    <a:pt x="2664" y="13819"/>
                  </a:lnTo>
                  <a:lnTo>
                    <a:pt x="2271" y="12924"/>
                  </a:lnTo>
                  <a:lnTo>
                    <a:pt x="1965" y="11985"/>
                  </a:lnTo>
                  <a:lnTo>
                    <a:pt x="1769" y="11025"/>
                  </a:lnTo>
                  <a:lnTo>
                    <a:pt x="1703" y="10042"/>
                  </a:lnTo>
                  <a:lnTo>
                    <a:pt x="1747" y="9016"/>
                  </a:lnTo>
                  <a:lnTo>
                    <a:pt x="1834" y="8514"/>
                  </a:lnTo>
                  <a:lnTo>
                    <a:pt x="1943" y="7859"/>
                  </a:lnTo>
                  <a:lnTo>
                    <a:pt x="2380" y="6593"/>
                  </a:lnTo>
                  <a:lnTo>
                    <a:pt x="3013" y="5436"/>
                  </a:lnTo>
                  <a:lnTo>
                    <a:pt x="3842" y="4388"/>
                  </a:lnTo>
                  <a:lnTo>
                    <a:pt x="4803" y="3471"/>
                  </a:lnTo>
                  <a:lnTo>
                    <a:pt x="5894" y="2729"/>
                  </a:lnTo>
                  <a:lnTo>
                    <a:pt x="7117" y="2162"/>
                  </a:lnTo>
                  <a:lnTo>
                    <a:pt x="8405" y="1790"/>
                  </a:lnTo>
                  <a:lnTo>
                    <a:pt x="9082" y="1703"/>
                  </a:lnTo>
                  <a:lnTo>
                    <a:pt x="9562" y="1660"/>
                  </a:lnTo>
                  <a:lnTo>
                    <a:pt x="10042" y="1638"/>
                  </a:lnTo>
                  <a:close/>
                  <a:moveTo>
                    <a:pt x="13863" y="22704"/>
                  </a:moveTo>
                  <a:lnTo>
                    <a:pt x="13863" y="23577"/>
                  </a:lnTo>
                  <a:lnTo>
                    <a:pt x="13841" y="23861"/>
                  </a:lnTo>
                  <a:lnTo>
                    <a:pt x="13666" y="24341"/>
                  </a:lnTo>
                  <a:lnTo>
                    <a:pt x="13295" y="24691"/>
                  </a:lnTo>
                  <a:lnTo>
                    <a:pt x="12815" y="24909"/>
                  </a:lnTo>
                  <a:lnTo>
                    <a:pt x="12553" y="24931"/>
                  </a:lnTo>
                  <a:lnTo>
                    <a:pt x="7444" y="24931"/>
                  </a:lnTo>
                  <a:lnTo>
                    <a:pt x="7182" y="24909"/>
                  </a:lnTo>
                  <a:lnTo>
                    <a:pt x="6702" y="24691"/>
                  </a:lnTo>
                  <a:lnTo>
                    <a:pt x="6331" y="24341"/>
                  </a:lnTo>
                  <a:lnTo>
                    <a:pt x="6135" y="23861"/>
                  </a:lnTo>
                  <a:lnTo>
                    <a:pt x="6113" y="23577"/>
                  </a:lnTo>
                  <a:lnTo>
                    <a:pt x="6113" y="22704"/>
                  </a:lnTo>
                  <a:close/>
                  <a:moveTo>
                    <a:pt x="10479" y="0"/>
                  </a:moveTo>
                  <a:lnTo>
                    <a:pt x="9409" y="22"/>
                  </a:lnTo>
                  <a:lnTo>
                    <a:pt x="8863" y="66"/>
                  </a:lnTo>
                  <a:lnTo>
                    <a:pt x="8056" y="175"/>
                  </a:lnTo>
                  <a:lnTo>
                    <a:pt x="6506" y="612"/>
                  </a:lnTo>
                  <a:lnTo>
                    <a:pt x="5065" y="1288"/>
                  </a:lnTo>
                  <a:lnTo>
                    <a:pt x="3733" y="2205"/>
                  </a:lnTo>
                  <a:lnTo>
                    <a:pt x="2576" y="3297"/>
                  </a:lnTo>
                  <a:lnTo>
                    <a:pt x="1616" y="4563"/>
                  </a:lnTo>
                  <a:lnTo>
                    <a:pt x="852" y="5960"/>
                  </a:lnTo>
                  <a:lnTo>
                    <a:pt x="306" y="7466"/>
                  </a:lnTo>
                  <a:lnTo>
                    <a:pt x="153" y="8274"/>
                  </a:lnTo>
                  <a:lnTo>
                    <a:pt x="66" y="8885"/>
                  </a:lnTo>
                  <a:lnTo>
                    <a:pt x="0" y="10086"/>
                  </a:lnTo>
                  <a:lnTo>
                    <a:pt x="88" y="11265"/>
                  </a:lnTo>
                  <a:lnTo>
                    <a:pt x="328" y="12422"/>
                  </a:lnTo>
                  <a:lnTo>
                    <a:pt x="677" y="13535"/>
                  </a:lnTo>
                  <a:lnTo>
                    <a:pt x="1157" y="14605"/>
                  </a:lnTo>
                  <a:lnTo>
                    <a:pt x="1790" y="15631"/>
                  </a:lnTo>
                  <a:lnTo>
                    <a:pt x="2533" y="16570"/>
                  </a:lnTo>
                  <a:lnTo>
                    <a:pt x="2947" y="17006"/>
                  </a:lnTo>
                  <a:lnTo>
                    <a:pt x="3297" y="17377"/>
                  </a:lnTo>
                  <a:lnTo>
                    <a:pt x="3864" y="18207"/>
                  </a:lnTo>
                  <a:lnTo>
                    <a:pt x="4257" y="19080"/>
                  </a:lnTo>
                  <a:lnTo>
                    <a:pt x="4454" y="19997"/>
                  </a:lnTo>
                  <a:lnTo>
                    <a:pt x="4475" y="20477"/>
                  </a:lnTo>
                  <a:lnTo>
                    <a:pt x="4475" y="23577"/>
                  </a:lnTo>
                  <a:lnTo>
                    <a:pt x="4475" y="23883"/>
                  </a:lnTo>
                  <a:lnTo>
                    <a:pt x="4606" y="24472"/>
                  </a:lnTo>
                  <a:lnTo>
                    <a:pt x="4825" y="25018"/>
                  </a:lnTo>
                  <a:lnTo>
                    <a:pt x="5152" y="25498"/>
                  </a:lnTo>
                  <a:lnTo>
                    <a:pt x="5567" y="25913"/>
                  </a:lnTo>
                  <a:lnTo>
                    <a:pt x="6025" y="26219"/>
                  </a:lnTo>
                  <a:lnTo>
                    <a:pt x="6571" y="26459"/>
                  </a:lnTo>
                  <a:lnTo>
                    <a:pt x="7161" y="26568"/>
                  </a:lnTo>
                  <a:lnTo>
                    <a:pt x="7466" y="26590"/>
                  </a:lnTo>
                  <a:lnTo>
                    <a:pt x="12575" y="26590"/>
                  </a:lnTo>
                  <a:lnTo>
                    <a:pt x="12880" y="26568"/>
                  </a:lnTo>
                  <a:lnTo>
                    <a:pt x="13470" y="26459"/>
                  </a:lnTo>
                  <a:lnTo>
                    <a:pt x="13994" y="26219"/>
                  </a:lnTo>
                  <a:lnTo>
                    <a:pt x="14474" y="25913"/>
                  </a:lnTo>
                  <a:lnTo>
                    <a:pt x="14867" y="25498"/>
                  </a:lnTo>
                  <a:lnTo>
                    <a:pt x="15194" y="25018"/>
                  </a:lnTo>
                  <a:lnTo>
                    <a:pt x="15412" y="24472"/>
                  </a:lnTo>
                  <a:lnTo>
                    <a:pt x="15543" y="23883"/>
                  </a:lnTo>
                  <a:lnTo>
                    <a:pt x="15543" y="23577"/>
                  </a:lnTo>
                  <a:lnTo>
                    <a:pt x="15543" y="20477"/>
                  </a:lnTo>
                  <a:lnTo>
                    <a:pt x="15565" y="19997"/>
                  </a:lnTo>
                  <a:lnTo>
                    <a:pt x="15762" y="19080"/>
                  </a:lnTo>
                  <a:lnTo>
                    <a:pt x="16155" y="18207"/>
                  </a:lnTo>
                  <a:lnTo>
                    <a:pt x="16700" y="17399"/>
                  </a:lnTo>
                  <a:lnTo>
                    <a:pt x="17050" y="17028"/>
                  </a:lnTo>
                  <a:lnTo>
                    <a:pt x="17727" y="16308"/>
                  </a:lnTo>
                  <a:lnTo>
                    <a:pt x="18818" y="14692"/>
                  </a:lnTo>
                  <a:lnTo>
                    <a:pt x="19560" y="12902"/>
                  </a:lnTo>
                  <a:lnTo>
                    <a:pt x="19931" y="10981"/>
                  </a:lnTo>
                  <a:lnTo>
                    <a:pt x="19975" y="9999"/>
                  </a:lnTo>
                  <a:lnTo>
                    <a:pt x="19953" y="9453"/>
                  </a:lnTo>
                  <a:lnTo>
                    <a:pt x="19844" y="8405"/>
                  </a:lnTo>
                  <a:lnTo>
                    <a:pt x="19626" y="7379"/>
                  </a:lnTo>
                  <a:lnTo>
                    <a:pt x="19298" y="6375"/>
                  </a:lnTo>
                  <a:lnTo>
                    <a:pt x="18862" y="5436"/>
                  </a:lnTo>
                  <a:lnTo>
                    <a:pt x="18338" y="4519"/>
                  </a:lnTo>
                  <a:lnTo>
                    <a:pt x="17727" y="3690"/>
                  </a:lnTo>
                  <a:lnTo>
                    <a:pt x="17028" y="2904"/>
                  </a:lnTo>
                  <a:lnTo>
                    <a:pt x="16635" y="2555"/>
                  </a:lnTo>
                  <a:lnTo>
                    <a:pt x="16242" y="2183"/>
                  </a:lnTo>
                  <a:lnTo>
                    <a:pt x="15391" y="1572"/>
                  </a:lnTo>
                  <a:lnTo>
                    <a:pt x="14474" y="1048"/>
                  </a:lnTo>
                  <a:lnTo>
                    <a:pt x="13535" y="633"/>
                  </a:lnTo>
                  <a:lnTo>
                    <a:pt x="12531" y="328"/>
                  </a:lnTo>
                  <a:lnTo>
                    <a:pt x="11527" y="110"/>
                  </a:lnTo>
                  <a:lnTo>
                    <a:pt x="104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4529963" y="1846900"/>
              <a:ext cx="83525" cy="221600"/>
            </a:xfrm>
            <a:custGeom>
              <a:avLst/>
              <a:gdLst/>
              <a:ahLst/>
              <a:cxnLst/>
              <a:rect l="l" t="t" r="r" b="b"/>
              <a:pathLst>
                <a:path w="3341" h="8864" extrusionOk="0">
                  <a:moveTo>
                    <a:pt x="2511" y="0"/>
                  </a:moveTo>
                  <a:lnTo>
                    <a:pt x="2205" y="44"/>
                  </a:lnTo>
                  <a:lnTo>
                    <a:pt x="1922" y="219"/>
                  </a:lnTo>
                  <a:lnTo>
                    <a:pt x="1747" y="481"/>
                  </a:lnTo>
                  <a:lnTo>
                    <a:pt x="1703" y="655"/>
                  </a:lnTo>
                  <a:lnTo>
                    <a:pt x="44" y="7859"/>
                  </a:lnTo>
                  <a:lnTo>
                    <a:pt x="0" y="8012"/>
                  </a:lnTo>
                  <a:lnTo>
                    <a:pt x="66" y="8340"/>
                  </a:lnTo>
                  <a:lnTo>
                    <a:pt x="219" y="8602"/>
                  </a:lnTo>
                  <a:lnTo>
                    <a:pt x="503" y="8798"/>
                  </a:lnTo>
                  <a:lnTo>
                    <a:pt x="655" y="8842"/>
                  </a:lnTo>
                  <a:lnTo>
                    <a:pt x="765" y="8864"/>
                  </a:lnTo>
                  <a:lnTo>
                    <a:pt x="852" y="8864"/>
                  </a:lnTo>
                  <a:lnTo>
                    <a:pt x="1136" y="8842"/>
                  </a:lnTo>
                  <a:lnTo>
                    <a:pt x="1572" y="8493"/>
                  </a:lnTo>
                  <a:lnTo>
                    <a:pt x="1681" y="8209"/>
                  </a:lnTo>
                  <a:lnTo>
                    <a:pt x="3340" y="1005"/>
                  </a:lnTo>
                  <a:lnTo>
                    <a:pt x="3340" y="852"/>
                  </a:lnTo>
                  <a:lnTo>
                    <a:pt x="3275" y="546"/>
                  </a:lnTo>
                  <a:lnTo>
                    <a:pt x="3100" y="262"/>
                  </a:lnTo>
                  <a:lnTo>
                    <a:pt x="2838" y="66"/>
                  </a:lnTo>
                  <a:lnTo>
                    <a:pt x="2686" y="22"/>
                  </a:lnTo>
                  <a:lnTo>
                    <a:pt x="25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4640763" y="1875275"/>
              <a:ext cx="110250" cy="165950"/>
            </a:xfrm>
            <a:custGeom>
              <a:avLst/>
              <a:gdLst/>
              <a:ahLst/>
              <a:cxnLst/>
              <a:rect l="l" t="t" r="r" b="b"/>
              <a:pathLst>
                <a:path w="4410" h="6638" extrusionOk="0">
                  <a:moveTo>
                    <a:pt x="611" y="1"/>
                  </a:moveTo>
                  <a:lnTo>
                    <a:pt x="327" y="132"/>
                  </a:lnTo>
                  <a:lnTo>
                    <a:pt x="218" y="263"/>
                  </a:lnTo>
                  <a:lnTo>
                    <a:pt x="109" y="394"/>
                  </a:lnTo>
                  <a:lnTo>
                    <a:pt x="0" y="699"/>
                  </a:lnTo>
                  <a:lnTo>
                    <a:pt x="22" y="1027"/>
                  </a:lnTo>
                  <a:lnTo>
                    <a:pt x="153" y="1311"/>
                  </a:lnTo>
                  <a:lnTo>
                    <a:pt x="262" y="1420"/>
                  </a:lnTo>
                  <a:lnTo>
                    <a:pt x="2336" y="3297"/>
                  </a:lnTo>
                  <a:lnTo>
                    <a:pt x="262" y="5196"/>
                  </a:lnTo>
                  <a:lnTo>
                    <a:pt x="153" y="5305"/>
                  </a:lnTo>
                  <a:lnTo>
                    <a:pt x="22" y="5611"/>
                  </a:lnTo>
                  <a:lnTo>
                    <a:pt x="0" y="5939"/>
                  </a:lnTo>
                  <a:lnTo>
                    <a:pt x="109" y="6244"/>
                  </a:lnTo>
                  <a:lnTo>
                    <a:pt x="218" y="6353"/>
                  </a:lnTo>
                  <a:lnTo>
                    <a:pt x="349" y="6484"/>
                  </a:lnTo>
                  <a:lnTo>
                    <a:pt x="655" y="6637"/>
                  </a:lnTo>
                  <a:lnTo>
                    <a:pt x="982" y="6637"/>
                  </a:lnTo>
                  <a:lnTo>
                    <a:pt x="1266" y="6506"/>
                  </a:lnTo>
                  <a:lnTo>
                    <a:pt x="1397" y="6419"/>
                  </a:lnTo>
                  <a:lnTo>
                    <a:pt x="4148" y="3930"/>
                  </a:lnTo>
                  <a:lnTo>
                    <a:pt x="4257" y="3799"/>
                  </a:lnTo>
                  <a:lnTo>
                    <a:pt x="4410" y="3494"/>
                  </a:lnTo>
                  <a:lnTo>
                    <a:pt x="4410" y="3297"/>
                  </a:lnTo>
                  <a:lnTo>
                    <a:pt x="4410" y="3122"/>
                  </a:lnTo>
                  <a:lnTo>
                    <a:pt x="4279" y="2817"/>
                  </a:lnTo>
                  <a:lnTo>
                    <a:pt x="4148" y="2686"/>
                  </a:lnTo>
                  <a:lnTo>
                    <a:pt x="1397" y="197"/>
                  </a:lnTo>
                  <a:lnTo>
                    <a:pt x="1244" y="88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4391888" y="1875275"/>
              <a:ext cx="110275" cy="165950"/>
            </a:xfrm>
            <a:custGeom>
              <a:avLst/>
              <a:gdLst/>
              <a:ahLst/>
              <a:cxnLst/>
              <a:rect l="l" t="t" r="r" b="b"/>
              <a:pathLst>
                <a:path w="4411" h="6638" extrusionOk="0">
                  <a:moveTo>
                    <a:pt x="3471" y="1"/>
                  </a:moveTo>
                  <a:lnTo>
                    <a:pt x="3166" y="88"/>
                  </a:lnTo>
                  <a:lnTo>
                    <a:pt x="3013" y="197"/>
                  </a:lnTo>
                  <a:lnTo>
                    <a:pt x="262" y="2686"/>
                  </a:lnTo>
                  <a:lnTo>
                    <a:pt x="153" y="2817"/>
                  </a:lnTo>
                  <a:lnTo>
                    <a:pt x="0" y="3122"/>
                  </a:lnTo>
                  <a:lnTo>
                    <a:pt x="0" y="3319"/>
                  </a:lnTo>
                  <a:lnTo>
                    <a:pt x="0" y="3494"/>
                  </a:lnTo>
                  <a:lnTo>
                    <a:pt x="153" y="3799"/>
                  </a:lnTo>
                  <a:lnTo>
                    <a:pt x="262" y="3930"/>
                  </a:lnTo>
                  <a:lnTo>
                    <a:pt x="3013" y="6419"/>
                  </a:lnTo>
                  <a:lnTo>
                    <a:pt x="3144" y="6506"/>
                  </a:lnTo>
                  <a:lnTo>
                    <a:pt x="3428" y="6637"/>
                  </a:lnTo>
                  <a:lnTo>
                    <a:pt x="3733" y="6637"/>
                  </a:lnTo>
                  <a:lnTo>
                    <a:pt x="4061" y="6484"/>
                  </a:lnTo>
                  <a:lnTo>
                    <a:pt x="4192" y="6375"/>
                  </a:lnTo>
                  <a:lnTo>
                    <a:pt x="4301" y="6222"/>
                  </a:lnTo>
                  <a:lnTo>
                    <a:pt x="4388" y="5917"/>
                  </a:lnTo>
                  <a:lnTo>
                    <a:pt x="4388" y="5589"/>
                  </a:lnTo>
                  <a:lnTo>
                    <a:pt x="4257" y="5305"/>
                  </a:lnTo>
                  <a:lnTo>
                    <a:pt x="4148" y="5196"/>
                  </a:lnTo>
                  <a:lnTo>
                    <a:pt x="2074" y="3319"/>
                  </a:lnTo>
                  <a:lnTo>
                    <a:pt x="4148" y="1420"/>
                  </a:lnTo>
                  <a:lnTo>
                    <a:pt x="4257" y="1311"/>
                  </a:lnTo>
                  <a:lnTo>
                    <a:pt x="4410" y="1027"/>
                  </a:lnTo>
                  <a:lnTo>
                    <a:pt x="4410" y="699"/>
                  </a:lnTo>
                  <a:lnTo>
                    <a:pt x="4301" y="394"/>
                  </a:lnTo>
                  <a:lnTo>
                    <a:pt x="4192" y="263"/>
                  </a:lnTo>
                  <a:lnTo>
                    <a:pt x="4083" y="132"/>
                  </a:lnTo>
                  <a:lnTo>
                    <a:pt x="37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1" name="Google Shape;1191;p42"/>
          <p:cNvGrpSpPr/>
          <p:nvPr/>
        </p:nvGrpSpPr>
        <p:grpSpPr>
          <a:xfrm>
            <a:off x="1474413" y="1788025"/>
            <a:ext cx="868875" cy="963850"/>
            <a:chOff x="1474413" y="1558738"/>
            <a:chExt cx="868875" cy="963850"/>
          </a:xfrm>
        </p:grpSpPr>
        <p:sp>
          <p:nvSpPr>
            <p:cNvPr id="1192" name="Google Shape;1192;p42"/>
            <p:cNvSpPr/>
            <p:nvPr/>
          </p:nvSpPr>
          <p:spPr>
            <a:xfrm>
              <a:off x="1474413" y="1558738"/>
              <a:ext cx="868875" cy="963850"/>
            </a:xfrm>
            <a:custGeom>
              <a:avLst/>
              <a:gdLst/>
              <a:ahLst/>
              <a:cxnLst/>
              <a:rect l="l" t="t" r="r" b="b"/>
              <a:pathLst>
                <a:path w="34755" h="38554" extrusionOk="0">
                  <a:moveTo>
                    <a:pt x="23316" y="1"/>
                  </a:moveTo>
                  <a:lnTo>
                    <a:pt x="22617" y="23"/>
                  </a:lnTo>
                  <a:lnTo>
                    <a:pt x="21089" y="350"/>
                  </a:lnTo>
                  <a:lnTo>
                    <a:pt x="18491" y="1223"/>
                  </a:lnTo>
                  <a:lnTo>
                    <a:pt x="15478" y="2337"/>
                  </a:lnTo>
                  <a:lnTo>
                    <a:pt x="13230" y="3035"/>
                  </a:lnTo>
                  <a:lnTo>
                    <a:pt x="10807" y="3603"/>
                  </a:lnTo>
                  <a:lnTo>
                    <a:pt x="8143" y="3930"/>
                  </a:lnTo>
                  <a:lnTo>
                    <a:pt x="6724" y="3952"/>
                  </a:lnTo>
                  <a:lnTo>
                    <a:pt x="6091" y="3974"/>
                  </a:lnTo>
                  <a:lnTo>
                    <a:pt x="4956" y="4170"/>
                  </a:lnTo>
                  <a:lnTo>
                    <a:pt x="3930" y="4541"/>
                  </a:lnTo>
                  <a:lnTo>
                    <a:pt x="3035" y="5087"/>
                  </a:lnTo>
                  <a:lnTo>
                    <a:pt x="2271" y="5808"/>
                  </a:lnTo>
                  <a:lnTo>
                    <a:pt x="1594" y="6659"/>
                  </a:lnTo>
                  <a:lnTo>
                    <a:pt x="1070" y="7641"/>
                  </a:lnTo>
                  <a:lnTo>
                    <a:pt x="634" y="8755"/>
                  </a:lnTo>
                  <a:lnTo>
                    <a:pt x="306" y="9977"/>
                  </a:lnTo>
                  <a:lnTo>
                    <a:pt x="110" y="11287"/>
                  </a:lnTo>
                  <a:lnTo>
                    <a:pt x="1" y="12684"/>
                  </a:lnTo>
                  <a:lnTo>
                    <a:pt x="23" y="14147"/>
                  </a:lnTo>
                  <a:lnTo>
                    <a:pt x="197" y="16439"/>
                  </a:lnTo>
                  <a:lnTo>
                    <a:pt x="830" y="19626"/>
                  </a:lnTo>
                  <a:lnTo>
                    <a:pt x="1834" y="22879"/>
                  </a:lnTo>
                  <a:lnTo>
                    <a:pt x="3232" y="26066"/>
                  </a:lnTo>
                  <a:lnTo>
                    <a:pt x="4520" y="28358"/>
                  </a:lnTo>
                  <a:lnTo>
                    <a:pt x="5480" y="29821"/>
                  </a:lnTo>
                  <a:lnTo>
                    <a:pt x="6528" y="31218"/>
                  </a:lnTo>
                  <a:lnTo>
                    <a:pt x="7641" y="32528"/>
                  </a:lnTo>
                  <a:lnTo>
                    <a:pt x="8842" y="33750"/>
                  </a:lnTo>
                  <a:lnTo>
                    <a:pt x="10130" y="34864"/>
                  </a:lnTo>
                  <a:lnTo>
                    <a:pt x="11505" y="35846"/>
                  </a:lnTo>
                  <a:lnTo>
                    <a:pt x="12924" y="36698"/>
                  </a:lnTo>
                  <a:lnTo>
                    <a:pt x="14431" y="37418"/>
                  </a:lnTo>
                  <a:lnTo>
                    <a:pt x="16024" y="37964"/>
                  </a:lnTo>
                  <a:lnTo>
                    <a:pt x="17661" y="38335"/>
                  </a:lnTo>
                  <a:lnTo>
                    <a:pt x="19386" y="38531"/>
                  </a:lnTo>
                  <a:lnTo>
                    <a:pt x="20259" y="38553"/>
                  </a:lnTo>
                  <a:lnTo>
                    <a:pt x="21067" y="38531"/>
                  </a:lnTo>
                  <a:lnTo>
                    <a:pt x="23097" y="38226"/>
                  </a:lnTo>
                  <a:lnTo>
                    <a:pt x="24822" y="37702"/>
                  </a:lnTo>
                  <a:lnTo>
                    <a:pt x="26022" y="37200"/>
                  </a:lnTo>
                  <a:lnTo>
                    <a:pt x="27245" y="36523"/>
                  </a:lnTo>
                  <a:lnTo>
                    <a:pt x="28446" y="35693"/>
                  </a:lnTo>
                  <a:lnTo>
                    <a:pt x="29603" y="34667"/>
                  </a:lnTo>
                  <a:lnTo>
                    <a:pt x="30716" y="33423"/>
                  </a:lnTo>
                  <a:lnTo>
                    <a:pt x="31742" y="31960"/>
                  </a:lnTo>
                  <a:lnTo>
                    <a:pt x="32659" y="30258"/>
                  </a:lnTo>
                  <a:lnTo>
                    <a:pt x="33445" y="28293"/>
                  </a:lnTo>
                  <a:lnTo>
                    <a:pt x="34056" y="26044"/>
                  </a:lnTo>
                  <a:lnTo>
                    <a:pt x="34493" y="23512"/>
                  </a:lnTo>
                  <a:lnTo>
                    <a:pt x="34733" y="20652"/>
                  </a:lnTo>
                  <a:lnTo>
                    <a:pt x="34755" y="19102"/>
                  </a:lnTo>
                  <a:lnTo>
                    <a:pt x="34733" y="17531"/>
                  </a:lnTo>
                  <a:lnTo>
                    <a:pt x="34558" y="14693"/>
                  </a:lnTo>
                  <a:lnTo>
                    <a:pt x="34231" y="12160"/>
                  </a:lnTo>
                  <a:lnTo>
                    <a:pt x="33772" y="9934"/>
                  </a:lnTo>
                  <a:lnTo>
                    <a:pt x="33183" y="8012"/>
                  </a:lnTo>
                  <a:lnTo>
                    <a:pt x="32484" y="6332"/>
                  </a:lnTo>
                  <a:lnTo>
                    <a:pt x="31698" y="4891"/>
                  </a:lnTo>
                  <a:lnTo>
                    <a:pt x="30869" y="3690"/>
                  </a:lnTo>
                  <a:lnTo>
                    <a:pt x="29952" y="2708"/>
                  </a:lnTo>
                  <a:lnTo>
                    <a:pt x="29035" y="1900"/>
                  </a:lnTo>
                  <a:lnTo>
                    <a:pt x="28075" y="1267"/>
                  </a:lnTo>
                  <a:lnTo>
                    <a:pt x="27136" y="787"/>
                  </a:lnTo>
                  <a:lnTo>
                    <a:pt x="25739" y="284"/>
                  </a:lnTo>
                  <a:lnTo>
                    <a:pt x="24036" y="23"/>
                  </a:lnTo>
                  <a:lnTo>
                    <a:pt x="233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1597763" y="1757388"/>
              <a:ext cx="622725" cy="96625"/>
            </a:xfrm>
            <a:custGeom>
              <a:avLst/>
              <a:gdLst/>
              <a:ahLst/>
              <a:cxnLst/>
              <a:rect l="l" t="t" r="r" b="b"/>
              <a:pathLst>
                <a:path w="24909" h="3865" extrusionOk="0">
                  <a:moveTo>
                    <a:pt x="2205" y="1"/>
                  </a:moveTo>
                  <a:lnTo>
                    <a:pt x="1747" y="23"/>
                  </a:lnTo>
                  <a:lnTo>
                    <a:pt x="961" y="350"/>
                  </a:lnTo>
                  <a:lnTo>
                    <a:pt x="371" y="961"/>
                  </a:lnTo>
                  <a:lnTo>
                    <a:pt x="22" y="1747"/>
                  </a:lnTo>
                  <a:lnTo>
                    <a:pt x="0" y="2206"/>
                  </a:lnTo>
                  <a:lnTo>
                    <a:pt x="0" y="3865"/>
                  </a:lnTo>
                  <a:lnTo>
                    <a:pt x="24909" y="3865"/>
                  </a:lnTo>
                  <a:lnTo>
                    <a:pt x="24909" y="2206"/>
                  </a:lnTo>
                  <a:lnTo>
                    <a:pt x="24865" y="1747"/>
                  </a:lnTo>
                  <a:lnTo>
                    <a:pt x="24538" y="961"/>
                  </a:lnTo>
                  <a:lnTo>
                    <a:pt x="23926" y="350"/>
                  </a:lnTo>
                  <a:lnTo>
                    <a:pt x="23119" y="23"/>
                  </a:lnTo>
                  <a:lnTo>
                    <a:pt x="226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1598313" y="1853988"/>
              <a:ext cx="622175" cy="469925"/>
            </a:xfrm>
            <a:custGeom>
              <a:avLst/>
              <a:gdLst/>
              <a:ahLst/>
              <a:cxnLst/>
              <a:rect l="l" t="t" r="r" b="b"/>
              <a:pathLst>
                <a:path w="24887" h="18797" extrusionOk="0">
                  <a:moveTo>
                    <a:pt x="0" y="1"/>
                  </a:moveTo>
                  <a:lnTo>
                    <a:pt x="0" y="16592"/>
                  </a:lnTo>
                  <a:lnTo>
                    <a:pt x="22" y="17029"/>
                  </a:lnTo>
                  <a:lnTo>
                    <a:pt x="349" y="17836"/>
                  </a:lnTo>
                  <a:lnTo>
                    <a:pt x="961" y="18426"/>
                  </a:lnTo>
                  <a:lnTo>
                    <a:pt x="1747" y="18775"/>
                  </a:lnTo>
                  <a:lnTo>
                    <a:pt x="2205" y="18797"/>
                  </a:lnTo>
                  <a:lnTo>
                    <a:pt x="22682" y="18797"/>
                  </a:lnTo>
                  <a:lnTo>
                    <a:pt x="23119" y="18775"/>
                  </a:lnTo>
                  <a:lnTo>
                    <a:pt x="23904" y="18448"/>
                  </a:lnTo>
                  <a:lnTo>
                    <a:pt x="24516" y="17836"/>
                  </a:lnTo>
                  <a:lnTo>
                    <a:pt x="24843" y="17050"/>
                  </a:lnTo>
                  <a:lnTo>
                    <a:pt x="24887" y="16592"/>
                  </a:lnTo>
                  <a:lnTo>
                    <a:pt x="248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2"/>
            <p:cNvSpPr/>
            <p:nvPr/>
          </p:nvSpPr>
          <p:spPr>
            <a:xfrm>
              <a:off x="1660513" y="1930413"/>
              <a:ext cx="89000" cy="40950"/>
            </a:xfrm>
            <a:custGeom>
              <a:avLst/>
              <a:gdLst/>
              <a:ahLst/>
              <a:cxnLst/>
              <a:rect l="l" t="t" r="r" b="b"/>
              <a:pathLst>
                <a:path w="3560" h="1638" extrusionOk="0">
                  <a:moveTo>
                    <a:pt x="809" y="0"/>
                  </a:moveTo>
                  <a:lnTo>
                    <a:pt x="656" y="22"/>
                  </a:lnTo>
                  <a:lnTo>
                    <a:pt x="350" y="131"/>
                  </a:lnTo>
                  <a:lnTo>
                    <a:pt x="132" y="371"/>
                  </a:lnTo>
                  <a:lnTo>
                    <a:pt x="1" y="655"/>
                  </a:lnTo>
                  <a:lnTo>
                    <a:pt x="1" y="830"/>
                  </a:lnTo>
                  <a:lnTo>
                    <a:pt x="1" y="983"/>
                  </a:lnTo>
                  <a:lnTo>
                    <a:pt x="132" y="1266"/>
                  </a:lnTo>
                  <a:lnTo>
                    <a:pt x="350" y="1506"/>
                  </a:lnTo>
                  <a:lnTo>
                    <a:pt x="634" y="1616"/>
                  </a:lnTo>
                  <a:lnTo>
                    <a:pt x="809" y="1637"/>
                  </a:lnTo>
                  <a:lnTo>
                    <a:pt x="2751" y="1637"/>
                  </a:lnTo>
                  <a:lnTo>
                    <a:pt x="2926" y="1616"/>
                  </a:lnTo>
                  <a:lnTo>
                    <a:pt x="3210" y="1506"/>
                  </a:lnTo>
                  <a:lnTo>
                    <a:pt x="3428" y="1266"/>
                  </a:lnTo>
                  <a:lnTo>
                    <a:pt x="3559" y="983"/>
                  </a:lnTo>
                  <a:lnTo>
                    <a:pt x="3559" y="830"/>
                  </a:lnTo>
                  <a:lnTo>
                    <a:pt x="3559" y="655"/>
                  </a:lnTo>
                  <a:lnTo>
                    <a:pt x="3428" y="371"/>
                  </a:lnTo>
                  <a:lnTo>
                    <a:pt x="3210" y="131"/>
                  </a:lnTo>
                  <a:lnTo>
                    <a:pt x="2926" y="22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1660513" y="2221288"/>
              <a:ext cx="89000" cy="40975"/>
            </a:xfrm>
            <a:custGeom>
              <a:avLst/>
              <a:gdLst/>
              <a:ahLst/>
              <a:cxnLst/>
              <a:rect l="l" t="t" r="r" b="b"/>
              <a:pathLst>
                <a:path w="3560" h="1639" extrusionOk="0">
                  <a:moveTo>
                    <a:pt x="656" y="1"/>
                  </a:moveTo>
                  <a:lnTo>
                    <a:pt x="350" y="132"/>
                  </a:lnTo>
                  <a:lnTo>
                    <a:pt x="132" y="350"/>
                  </a:lnTo>
                  <a:lnTo>
                    <a:pt x="1" y="656"/>
                  </a:lnTo>
                  <a:lnTo>
                    <a:pt x="1" y="809"/>
                  </a:lnTo>
                  <a:lnTo>
                    <a:pt x="1" y="961"/>
                  </a:lnTo>
                  <a:lnTo>
                    <a:pt x="132" y="1267"/>
                  </a:lnTo>
                  <a:lnTo>
                    <a:pt x="350" y="1485"/>
                  </a:lnTo>
                  <a:lnTo>
                    <a:pt x="634" y="1616"/>
                  </a:lnTo>
                  <a:lnTo>
                    <a:pt x="809" y="1638"/>
                  </a:lnTo>
                  <a:lnTo>
                    <a:pt x="2751" y="1638"/>
                  </a:lnTo>
                  <a:lnTo>
                    <a:pt x="2926" y="1616"/>
                  </a:lnTo>
                  <a:lnTo>
                    <a:pt x="3210" y="1485"/>
                  </a:lnTo>
                  <a:lnTo>
                    <a:pt x="3428" y="1267"/>
                  </a:lnTo>
                  <a:lnTo>
                    <a:pt x="3559" y="961"/>
                  </a:lnTo>
                  <a:lnTo>
                    <a:pt x="3559" y="809"/>
                  </a:lnTo>
                  <a:lnTo>
                    <a:pt x="3559" y="656"/>
                  </a:lnTo>
                  <a:lnTo>
                    <a:pt x="3428" y="350"/>
                  </a:lnTo>
                  <a:lnTo>
                    <a:pt x="3210" y="132"/>
                  </a:lnTo>
                  <a:lnTo>
                    <a:pt x="29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1687813" y="2000263"/>
              <a:ext cx="220500" cy="40950"/>
            </a:xfrm>
            <a:custGeom>
              <a:avLst/>
              <a:gdLst/>
              <a:ahLst/>
              <a:cxnLst/>
              <a:rect l="l" t="t" r="r" b="b"/>
              <a:pathLst>
                <a:path w="8820" h="1638" extrusionOk="0">
                  <a:moveTo>
                    <a:pt x="655" y="0"/>
                  </a:moveTo>
                  <a:lnTo>
                    <a:pt x="350" y="131"/>
                  </a:lnTo>
                  <a:lnTo>
                    <a:pt x="131" y="350"/>
                  </a:lnTo>
                  <a:lnTo>
                    <a:pt x="0" y="655"/>
                  </a:lnTo>
                  <a:lnTo>
                    <a:pt x="0" y="808"/>
                  </a:lnTo>
                  <a:lnTo>
                    <a:pt x="0" y="961"/>
                  </a:lnTo>
                  <a:lnTo>
                    <a:pt x="131" y="1267"/>
                  </a:lnTo>
                  <a:lnTo>
                    <a:pt x="350" y="1485"/>
                  </a:lnTo>
                  <a:lnTo>
                    <a:pt x="633" y="1616"/>
                  </a:lnTo>
                  <a:lnTo>
                    <a:pt x="808" y="1638"/>
                  </a:lnTo>
                  <a:lnTo>
                    <a:pt x="8012" y="1638"/>
                  </a:lnTo>
                  <a:lnTo>
                    <a:pt x="8187" y="1616"/>
                  </a:lnTo>
                  <a:lnTo>
                    <a:pt x="8471" y="1485"/>
                  </a:lnTo>
                  <a:lnTo>
                    <a:pt x="8689" y="1267"/>
                  </a:lnTo>
                  <a:lnTo>
                    <a:pt x="8820" y="961"/>
                  </a:lnTo>
                  <a:lnTo>
                    <a:pt x="8820" y="808"/>
                  </a:lnTo>
                  <a:lnTo>
                    <a:pt x="8820" y="655"/>
                  </a:lnTo>
                  <a:lnTo>
                    <a:pt x="8689" y="350"/>
                  </a:lnTo>
                  <a:lnTo>
                    <a:pt x="8471" y="131"/>
                  </a:lnTo>
                  <a:lnTo>
                    <a:pt x="8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1715638" y="2069038"/>
              <a:ext cx="442100" cy="40950"/>
            </a:xfrm>
            <a:custGeom>
              <a:avLst/>
              <a:gdLst/>
              <a:ahLst/>
              <a:cxnLst/>
              <a:rect l="l" t="t" r="r" b="b"/>
              <a:pathLst>
                <a:path w="17684" h="1638" extrusionOk="0">
                  <a:moveTo>
                    <a:pt x="656" y="0"/>
                  </a:moveTo>
                  <a:lnTo>
                    <a:pt x="350" y="131"/>
                  </a:lnTo>
                  <a:lnTo>
                    <a:pt x="132" y="349"/>
                  </a:lnTo>
                  <a:lnTo>
                    <a:pt x="1" y="633"/>
                  </a:lnTo>
                  <a:lnTo>
                    <a:pt x="1" y="808"/>
                  </a:lnTo>
                  <a:lnTo>
                    <a:pt x="1" y="982"/>
                  </a:lnTo>
                  <a:lnTo>
                    <a:pt x="132" y="1266"/>
                  </a:lnTo>
                  <a:lnTo>
                    <a:pt x="350" y="1485"/>
                  </a:lnTo>
                  <a:lnTo>
                    <a:pt x="634" y="1616"/>
                  </a:lnTo>
                  <a:lnTo>
                    <a:pt x="808" y="1637"/>
                  </a:lnTo>
                  <a:lnTo>
                    <a:pt x="16854" y="1637"/>
                  </a:lnTo>
                  <a:lnTo>
                    <a:pt x="17028" y="1616"/>
                  </a:lnTo>
                  <a:lnTo>
                    <a:pt x="17334" y="1485"/>
                  </a:lnTo>
                  <a:lnTo>
                    <a:pt x="17552" y="1266"/>
                  </a:lnTo>
                  <a:lnTo>
                    <a:pt x="17683" y="982"/>
                  </a:lnTo>
                  <a:lnTo>
                    <a:pt x="17683" y="808"/>
                  </a:lnTo>
                  <a:lnTo>
                    <a:pt x="17661" y="655"/>
                  </a:lnTo>
                  <a:lnTo>
                    <a:pt x="17552" y="349"/>
                  </a:lnTo>
                  <a:lnTo>
                    <a:pt x="17334" y="131"/>
                  </a:lnTo>
                  <a:lnTo>
                    <a:pt x="170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2"/>
            <p:cNvSpPr/>
            <p:nvPr/>
          </p:nvSpPr>
          <p:spPr>
            <a:xfrm>
              <a:off x="1687813" y="2151988"/>
              <a:ext cx="220500" cy="40950"/>
            </a:xfrm>
            <a:custGeom>
              <a:avLst/>
              <a:gdLst/>
              <a:ahLst/>
              <a:cxnLst/>
              <a:rect l="l" t="t" r="r" b="b"/>
              <a:pathLst>
                <a:path w="8820" h="1638" extrusionOk="0">
                  <a:moveTo>
                    <a:pt x="808" y="0"/>
                  </a:moveTo>
                  <a:lnTo>
                    <a:pt x="655" y="22"/>
                  </a:lnTo>
                  <a:lnTo>
                    <a:pt x="350" y="153"/>
                  </a:lnTo>
                  <a:lnTo>
                    <a:pt x="131" y="371"/>
                  </a:lnTo>
                  <a:lnTo>
                    <a:pt x="0" y="655"/>
                  </a:lnTo>
                  <a:lnTo>
                    <a:pt x="0" y="830"/>
                  </a:lnTo>
                  <a:lnTo>
                    <a:pt x="0" y="983"/>
                  </a:lnTo>
                  <a:lnTo>
                    <a:pt x="131" y="1288"/>
                  </a:lnTo>
                  <a:lnTo>
                    <a:pt x="350" y="1507"/>
                  </a:lnTo>
                  <a:lnTo>
                    <a:pt x="633" y="1638"/>
                  </a:lnTo>
                  <a:lnTo>
                    <a:pt x="8187" y="1638"/>
                  </a:lnTo>
                  <a:lnTo>
                    <a:pt x="8471" y="1507"/>
                  </a:lnTo>
                  <a:lnTo>
                    <a:pt x="8689" y="1288"/>
                  </a:lnTo>
                  <a:lnTo>
                    <a:pt x="8820" y="983"/>
                  </a:lnTo>
                  <a:lnTo>
                    <a:pt x="8820" y="830"/>
                  </a:lnTo>
                  <a:lnTo>
                    <a:pt x="8820" y="655"/>
                  </a:lnTo>
                  <a:lnTo>
                    <a:pt x="8689" y="371"/>
                  </a:lnTo>
                  <a:lnTo>
                    <a:pt x="8471" y="153"/>
                  </a:lnTo>
                  <a:lnTo>
                    <a:pt x="8187" y="22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2"/>
            <p:cNvSpPr/>
            <p:nvPr/>
          </p:nvSpPr>
          <p:spPr>
            <a:xfrm>
              <a:off x="1577013" y="1736113"/>
              <a:ext cx="664775" cy="609100"/>
            </a:xfrm>
            <a:custGeom>
              <a:avLst/>
              <a:gdLst/>
              <a:ahLst/>
              <a:cxnLst/>
              <a:rect l="l" t="t" r="r" b="b"/>
              <a:pathLst>
                <a:path w="26591" h="24364" extrusionOk="0">
                  <a:moveTo>
                    <a:pt x="23490" y="1660"/>
                  </a:moveTo>
                  <a:lnTo>
                    <a:pt x="23774" y="1682"/>
                  </a:lnTo>
                  <a:lnTo>
                    <a:pt x="24276" y="1900"/>
                  </a:lnTo>
                  <a:lnTo>
                    <a:pt x="24647" y="2271"/>
                  </a:lnTo>
                  <a:lnTo>
                    <a:pt x="24866" y="2773"/>
                  </a:lnTo>
                  <a:lnTo>
                    <a:pt x="24887" y="3057"/>
                  </a:lnTo>
                  <a:lnTo>
                    <a:pt x="24887" y="3865"/>
                  </a:lnTo>
                  <a:lnTo>
                    <a:pt x="1638" y="3865"/>
                  </a:lnTo>
                  <a:lnTo>
                    <a:pt x="1638" y="3057"/>
                  </a:lnTo>
                  <a:lnTo>
                    <a:pt x="1660" y="2773"/>
                  </a:lnTo>
                  <a:lnTo>
                    <a:pt x="1900" y="2271"/>
                  </a:lnTo>
                  <a:lnTo>
                    <a:pt x="2271" y="1900"/>
                  </a:lnTo>
                  <a:lnTo>
                    <a:pt x="2751" y="1682"/>
                  </a:lnTo>
                  <a:lnTo>
                    <a:pt x="3035" y="1660"/>
                  </a:lnTo>
                  <a:close/>
                  <a:moveTo>
                    <a:pt x="24909" y="5545"/>
                  </a:moveTo>
                  <a:lnTo>
                    <a:pt x="24909" y="21307"/>
                  </a:lnTo>
                  <a:lnTo>
                    <a:pt x="24887" y="21591"/>
                  </a:lnTo>
                  <a:lnTo>
                    <a:pt x="24691" y="22093"/>
                  </a:lnTo>
                  <a:lnTo>
                    <a:pt x="24298" y="22464"/>
                  </a:lnTo>
                  <a:lnTo>
                    <a:pt x="23796" y="22682"/>
                  </a:lnTo>
                  <a:lnTo>
                    <a:pt x="23534" y="22704"/>
                  </a:lnTo>
                  <a:lnTo>
                    <a:pt x="3057" y="22704"/>
                  </a:lnTo>
                  <a:lnTo>
                    <a:pt x="2773" y="22682"/>
                  </a:lnTo>
                  <a:lnTo>
                    <a:pt x="2271" y="22464"/>
                  </a:lnTo>
                  <a:lnTo>
                    <a:pt x="1900" y="22093"/>
                  </a:lnTo>
                  <a:lnTo>
                    <a:pt x="1682" y="21591"/>
                  </a:lnTo>
                  <a:lnTo>
                    <a:pt x="1660" y="21307"/>
                  </a:lnTo>
                  <a:lnTo>
                    <a:pt x="1660" y="5545"/>
                  </a:lnTo>
                  <a:close/>
                  <a:moveTo>
                    <a:pt x="2751" y="1"/>
                  </a:moveTo>
                  <a:lnTo>
                    <a:pt x="2140" y="132"/>
                  </a:lnTo>
                  <a:lnTo>
                    <a:pt x="1594" y="350"/>
                  </a:lnTo>
                  <a:lnTo>
                    <a:pt x="1114" y="677"/>
                  </a:lnTo>
                  <a:lnTo>
                    <a:pt x="699" y="1092"/>
                  </a:lnTo>
                  <a:lnTo>
                    <a:pt x="372" y="1594"/>
                  </a:lnTo>
                  <a:lnTo>
                    <a:pt x="132" y="2140"/>
                  </a:lnTo>
                  <a:lnTo>
                    <a:pt x="1" y="2729"/>
                  </a:lnTo>
                  <a:lnTo>
                    <a:pt x="1" y="3057"/>
                  </a:lnTo>
                  <a:lnTo>
                    <a:pt x="1" y="21307"/>
                  </a:lnTo>
                  <a:lnTo>
                    <a:pt x="1" y="21613"/>
                  </a:lnTo>
                  <a:lnTo>
                    <a:pt x="132" y="22224"/>
                  </a:lnTo>
                  <a:lnTo>
                    <a:pt x="372" y="22770"/>
                  </a:lnTo>
                  <a:lnTo>
                    <a:pt x="699" y="23250"/>
                  </a:lnTo>
                  <a:lnTo>
                    <a:pt x="1114" y="23665"/>
                  </a:lnTo>
                  <a:lnTo>
                    <a:pt x="1594" y="23992"/>
                  </a:lnTo>
                  <a:lnTo>
                    <a:pt x="2140" y="24232"/>
                  </a:lnTo>
                  <a:lnTo>
                    <a:pt x="2751" y="24363"/>
                  </a:lnTo>
                  <a:lnTo>
                    <a:pt x="23840" y="24363"/>
                  </a:lnTo>
                  <a:lnTo>
                    <a:pt x="24429" y="24232"/>
                  </a:lnTo>
                  <a:lnTo>
                    <a:pt x="24975" y="23992"/>
                  </a:lnTo>
                  <a:lnTo>
                    <a:pt x="25477" y="23665"/>
                  </a:lnTo>
                  <a:lnTo>
                    <a:pt x="25892" y="23250"/>
                  </a:lnTo>
                  <a:lnTo>
                    <a:pt x="26219" y="22770"/>
                  </a:lnTo>
                  <a:lnTo>
                    <a:pt x="26437" y="22224"/>
                  </a:lnTo>
                  <a:lnTo>
                    <a:pt x="26568" y="21613"/>
                  </a:lnTo>
                  <a:lnTo>
                    <a:pt x="26590" y="21307"/>
                  </a:lnTo>
                  <a:lnTo>
                    <a:pt x="26590" y="3057"/>
                  </a:lnTo>
                  <a:lnTo>
                    <a:pt x="26568" y="2729"/>
                  </a:lnTo>
                  <a:lnTo>
                    <a:pt x="26437" y="2140"/>
                  </a:lnTo>
                  <a:lnTo>
                    <a:pt x="26197" y="1594"/>
                  </a:lnTo>
                  <a:lnTo>
                    <a:pt x="25870" y="1092"/>
                  </a:lnTo>
                  <a:lnTo>
                    <a:pt x="25455" y="677"/>
                  </a:lnTo>
                  <a:lnTo>
                    <a:pt x="24975" y="350"/>
                  </a:lnTo>
                  <a:lnTo>
                    <a:pt x="24429" y="132"/>
                  </a:lnTo>
                  <a:lnTo>
                    <a:pt x="23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1" name="Google Shape;1201;p42"/>
          <p:cNvGrpSpPr/>
          <p:nvPr/>
        </p:nvGrpSpPr>
        <p:grpSpPr>
          <a:xfrm>
            <a:off x="6753238" y="1835513"/>
            <a:ext cx="963825" cy="868875"/>
            <a:chOff x="6753238" y="1655088"/>
            <a:chExt cx="963825" cy="868875"/>
          </a:xfrm>
        </p:grpSpPr>
        <p:sp>
          <p:nvSpPr>
            <p:cNvPr id="1202" name="Google Shape;1202;p42"/>
            <p:cNvSpPr/>
            <p:nvPr/>
          </p:nvSpPr>
          <p:spPr>
            <a:xfrm>
              <a:off x="6753238" y="1655088"/>
              <a:ext cx="963825" cy="868875"/>
            </a:xfrm>
            <a:custGeom>
              <a:avLst/>
              <a:gdLst/>
              <a:ahLst/>
              <a:cxnLst/>
              <a:rect l="l" t="t" r="r" b="b"/>
              <a:pathLst>
                <a:path w="38553" h="34755" extrusionOk="0">
                  <a:moveTo>
                    <a:pt x="24407" y="0"/>
                  </a:moveTo>
                  <a:lnTo>
                    <a:pt x="22115" y="197"/>
                  </a:lnTo>
                  <a:lnTo>
                    <a:pt x="18927" y="830"/>
                  </a:lnTo>
                  <a:lnTo>
                    <a:pt x="15675" y="1834"/>
                  </a:lnTo>
                  <a:lnTo>
                    <a:pt x="12487" y="3231"/>
                  </a:lnTo>
                  <a:lnTo>
                    <a:pt x="10195" y="4519"/>
                  </a:lnTo>
                  <a:lnTo>
                    <a:pt x="8733" y="5458"/>
                  </a:lnTo>
                  <a:lnTo>
                    <a:pt x="7335" y="6506"/>
                  </a:lnTo>
                  <a:lnTo>
                    <a:pt x="6026" y="7641"/>
                  </a:lnTo>
                  <a:lnTo>
                    <a:pt x="4803" y="8842"/>
                  </a:lnTo>
                  <a:lnTo>
                    <a:pt x="3690" y="10130"/>
                  </a:lnTo>
                  <a:lnTo>
                    <a:pt x="2707" y="11483"/>
                  </a:lnTo>
                  <a:lnTo>
                    <a:pt x="1856" y="12924"/>
                  </a:lnTo>
                  <a:lnTo>
                    <a:pt x="1136" y="14430"/>
                  </a:lnTo>
                  <a:lnTo>
                    <a:pt x="590" y="16024"/>
                  </a:lnTo>
                  <a:lnTo>
                    <a:pt x="197" y="17661"/>
                  </a:lnTo>
                  <a:lnTo>
                    <a:pt x="0" y="19386"/>
                  </a:lnTo>
                  <a:lnTo>
                    <a:pt x="0" y="20259"/>
                  </a:lnTo>
                  <a:lnTo>
                    <a:pt x="0" y="21088"/>
                  </a:lnTo>
                  <a:lnTo>
                    <a:pt x="306" y="23097"/>
                  </a:lnTo>
                  <a:lnTo>
                    <a:pt x="830" y="24843"/>
                  </a:lnTo>
                  <a:lnTo>
                    <a:pt x="1354" y="26044"/>
                  </a:lnTo>
                  <a:lnTo>
                    <a:pt x="2009" y="27245"/>
                  </a:lnTo>
                  <a:lnTo>
                    <a:pt x="2860" y="28445"/>
                  </a:lnTo>
                  <a:lnTo>
                    <a:pt x="3886" y="29624"/>
                  </a:lnTo>
                  <a:lnTo>
                    <a:pt x="5109" y="30737"/>
                  </a:lnTo>
                  <a:lnTo>
                    <a:pt x="6571" y="31742"/>
                  </a:lnTo>
                  <a:lnTo>
                    <a:pt x="8296" y="32658"/>
                  </a:lnTo>
                  <a:lnTo>
                    <a:pt x="10261" y="33444"/>
                  </a:lnTo>
                  <a:lnTo>
                    <a:pt x="12487" y="34077"/>
                  </a:lnTo>
                  <a:lnTo>
                    <a:pt x="15041" y="34514"/>
                  </a:lnTo>
                  <a:lnTo>
                    <a:pt x="17879" y="34732"/>
                  </a:lnTo>
                  <a:lnTo>
                    <a:pt x="19451" y="34754"/>
                  </a:lnTo>
                  <a:lnTo>
                    <a:pt x="21001" y="34754"/>
                  </a:lnTo>
                  <a:lnTo>
                    <a:pt x="23861" y="34580"/>
                  </a:lnTo>
                  <a:lnTo>
                    <a:pt x="26371" y="34252"/>
                  </a:lnTo>
                  <a:lnTo>
                    <a:pt x="28598" y="33772"/>
                  </a:lnTo>
                  <a:lnTo>
                    <a:pt x="30541" y="33182"/>
                  </a:lnTo>
                  <a:lnTo>
                    <a:pt x="32222" y="32506"/>
                  </a:lnTo>
                  <a:lnTo>
                    <a:pt x="33641" y="31720"/>
                  </a:lnTo>
                  <a:lnTo>
                    <a:pt x="34842" y="30868"/>
                  </a:lnTo>
                  <a:lnTo>
                    <a:pt x="35846" y="29973"/>
                  </a:lnTo>
                  <a:lnTo>
                    <a:pt x="36654" y="29035"/>
                  </a:lnTo>
                  <a:lnTo>
                    <a:pt x="37287" y="28096"/>
                  </a:lnTo>
                  <a:lnTo>
                    <a:pt x="37767" y="27135"/>
                  </a:lnTo>
                  <a:lnTo>
                    <a:pt x="38247" y="25738"/>
                  </a:lnTo>
                  <a:lnTo>
                    <a:pt x="38531" y="24057"/>
                  </a:lnTo>
                  <a:lnTo>
                    <a:pt x="38553" y="23337"/>
                  </a:lnTo>
                  <a:lnTo>
                    <a:pt x="38509" y="22617"/>
                  </a:lnTo>
                  <a:lnTo>
                    <a:pt x="38182" y="21088"/>
                  </a:lnTo>
                  <a:lnTo>
                    <a:pt x="37308" y="18512"/>
                  </a:lnTo>
                  <a:lnTo>
                    <a:pt x="36195" y="15478"/>
                  </a:lnTo>
                  <a:lnTo>
                    <a:pt x="35497" y="13251"/>
                  </a:lnTo>
                  <a:lnTo>
                    <a:pt x="34951" y="10806"/>
                  </a:lnTo>
                  <a:lnTo>
                    <a:pt x="34623" y="8143"/>
                  </a:lnTo>
                  <a:lnTo>
                    <a:pt x="34602" y="6746"/>
                  </a:lnTo>
                  <a:lnTo>
                    <a:pt x="34580" y="6113"/>
                  </a:lnTo>
                  <a:lnTo>
                    <a:pt x="34383" y="4956"/>
                  </a:lnTo>
                  <a:lnTo>
                    <a:pt x="33990" y="3952"/>
                  </a:lnTo>
                  <a:lnTo>
                    <a:pt x="33445" y="3035"/>
                  </a:lnTo>
                  <a:lnTo>
                    <a:pt x="32746" y="2271"/>
                  </a:lnTo>
                  <a:lnTo>
                    <a:pt x="31873" y="1594"/>
                  </a:lnTo>
                  <a:lnTo>
                    <a:pt x="30890" y="1048"/>
                  </a:lnTo>
                  <a:lnTo>
                    <a:pt x="29777" y="633"/>
                  </a:lnTo>
                  <a:lnTo>
                    <a:pt x="28576" y="306"/>
                  </a:lnTo>
                  <a:lnTo>
                    <a:pt x="27267" y="88"/>
                  </a:lnTo>
                  <a:lnTo>
                    <a:pt x="258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2"/>
            <p:cNvSpPr/>
            <p:nvPr/>
          </p:nvSpPr>
          <p:spPr>
            <a:xfrm>
              <a:off x="7062138" y="1916488"/>
              <a:ext cx="346575" cy="346600"/>
            </a:xfrm>
            <a:custGeom>
              <a:avLst/>
              <a:gdLst/>
              <a:ahLst/>
              <a:cxnLst/>
              <a:rect l="l" t="t" r="r" b="b"/>
              <a:pathLst>
                <a:path w="13863" h="13864" extrusionOk="0">
                  <a:moveTo>
                    <a:pt x="6921" y="1"/>
                  </a:moveTo>
                  <a:lnTo>
                    <a:pt x="6222" y="23"/>
                  </a:lnTo>
                  <a:lnTo>
                    <a:pt x="4869" y="285"/>
                  </a:lnTo>
                  <a:lnTo>
                    <a:pt x="3624" y="809"/>
                  </a:lnTo>
                  <a:lnTo>
                    <a:pt x="2511" y="1573"/>
                  </a:lnTo>
                  <a:lnTo>
                    <a:pt x="1572" y="2511"/>
                  </a:lnTo>
                  <a:lnTo>
                    <a:pt x="830" y="3603"/>
                  </a:lnTo>
                  <a:lnTo>
                    <a:pt x="306" y="4847"/>
                  </a:lnTo>
                  <a:lnTo>
                    <a:pt x="22" y="6201"/>
                  </a:lnTo>
                  <a:lnTo>
                    <a:pt x="0" y="6921"/>
                  </a:lnTo>
                  <a:lnTo>
                    <a:pt x="22" y="7642"/>
                  </a:lnTo>
                  <a:lnTo>
                    <a:pt x="306" y="8995"/>
                  </a:lnTo>
                  <a:lnTo>
                    <a:pt x="830" y="10239"/>
                  </a:lnTo>
                  <a:lnTo>
                    <a:pt x="1572" y="11331"/>
                  </a:lnTo>
                  <a:lnTo>
                    <a:pt x="2511" y="12270"/>
                  </a:lnTo>
                  <a:lnTo>
                    <a:pt x="3624" y="13034"/>
                  </a:lnTo>
                  <a:lnTo>
                    <a:pt x="4869" y="13558"/>
                  </a:lnTo>
                  <a:lnTo>
                    <a:pt x="6222" y="13820"/>
                  </a:lnTo>
                  <a:lnTo>
                    <a:pt x="6921" y="13863"/>
                  </a:lnTo>
                  <a:lnTo>
                    <a:pt x="7641" y="13820"/>
                  </a:lnTo>
                  <a:lnTo>
                    <a:pt x="8994" y="13558"/>
                  </a:lnTo>
                  <a:lnTo>
                    <a:pt x="10239" y="13034"/>
                  </a:lnTo>
                  <a:lnTo>
                    <a:pt x="11352" y="12270"/>
                  </a:lnTo>
                  <a:lnTo>
                    <a:pt x="12291" y="11331"/>
                  </a:lnTo>
                  <a:lnTo>
                    <a:pt x="13033" y="10239"/>
                  </a:lnTo>
                  <a:lnTo>
                    <a:pt x="13557" y="8995"/>
                  </a:lnTo>
                  <a:lnTo>
                    <a:pt x="13841" y="7642"/>
                  </a:lnTo>
                  <a:lnTo>
                    <a:pt x="13863" y="6921"/>
                  </a:lnTo>
                  <a:lnTo>
                    <a:pt x="13841" y="6201"/>
                  </a:lnTo>
                  <a:lnTo>
                    <a:pt x="13557" y="4847"/>
                  </a:lnTo>
                  <a:lnTo>
                    <a:pt x="13033" y="3603"/>
                  </a:lnTo>
                  <a:lnTo>
                    <a:pt x="12291" y="2511"/>
                  </a:lnTo>
                  <a:lnTo>
                    <a:pt x="11352" y="1573"/>
                  </a:lnTo>
                  <a:lnTo>
                    <a:pt x="10239" y="809"/>
                  </a:lnTo>
                  <a:lnTo>
                    <a:pt x="8994" y="285"/>
                  </a:lnTo>
                  <a:lnTo>
                    <a:pt x="7641" y="23"/>
                  </a:lnTo>
                  <a:lnTo>
                    <a:pt x="69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2"/>
            <p:cNvSpPr/>
            <p:nvPr/>
          </p:nvSpPr>
          <p:spPr>
            <a:xfrm>
              <a:off x="7172388" y="2110238"/>
              <a:ext cx="125000" cy="61700"/>
            </a:xfrm>
            <a:custGeom>
              <a:avLst/>
              <a:gdLst/>
              <a:ahLst/>
              <a:cxnLst/>
              <a:rect l="l" t="t" r="r" b="b"/>
              <a:pathLst>
                <a:path w="5000" h="2468" extrusionOk="0">
                  <a:moveTo>
                    <a:pt x="1681" y="1"/>
                  </a:moveTo>
                  <a:lnTo>
                    <a:pt x="1332" y="23"/>
                  </a:lnTo>
                  <a:lnTo>
                    <a:pt x="720" y="263"/>
                  </a:lnTo>
                  <a:lnTo>
                    <a:pt x="284" y="721"/>
                  </a:lnTo>
                  <a:lnTo>
                    <a:pt x="22" y="1311"/>
                  </a:lnTo>
                  <a:lnTo>
                    <a:pt x="0" y="1660"/>
                  </a:lnTo>
                  <a:lnTo>
                    <a:pt x="0" y="2468"/>
                  </a:lnTo>
                  <a:lnTo>
                    <a:pt x="4999" y="2468"/>
                  </a:lnTo>
                  <a:lnTo>
                    <a:pt x="4999" y="1660"/>
                  </a:lnTo>
                  <a:lnTo>
                    <a:pt x="4977" y="1311"/>
                  </a:lnTo>
                  <a:lnTo>
                    <a:pt x="4715" y="721"/>
                  </a:lnTo>
                  <a:lnTo>
                    <a:pt x="4279" y="263"/>
                  </a:lnTo>
                  <a:lnTo>
                    <a:pt x="3668" y="23"/>
                  </a:lnTo>
                  <a:lnTo>
                    <a:pt x="33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2"/>
            <p:cNvSpPr/>
            <p:nvPr/>
          </p:nvSpPr>
          <p:spPr>
            <a:xfrm>
              <a:off x="6924063" y="2303988"/>
              <a:ext cx="97175" cy="96625"/>
            </a:xfrm>
            <a:custGeom>
              <a:avLst/>
              <a:gdLst/>
              <a:ahLst/>
              <a:cxnLst/>
              <a:rect l="l" t="t" r="r" b="b"/>
              <a:pathLst>
                <a:path w="3887" h="3865" extrusionOk="0">
                  <a:moveTo>
                    <a:pt x="1943" y="1"/>
                  </a:moveTo>
                  <a:lnTo>
                    <a:pt x="1550" y="22"/>
                  </a:lnTo>
                  <a:lnTo>
                    <a:pt x="852" y="306"/>
                  </a:lnTo>
                  <a:lnTo>
                    <a:pt x="328" y="830"/>
                  </a:lnTo>
                  <a:lnTo>
                    <a:pt x="22" y="1529"/>
                  </a:lnTo>
                  <a:lnTo>
                    <a:pt x="0" y="1922"/>
                  </a:lnTo>
                  <a:lnTo>
                    <a:pt x="22" y="2315"/>
                  </a:lnTo>
                  <a:lnTo>
                    <a:pt x="328" y="3013"/>
                  </a:lnTo>
                  <a:lnTo>
                    <a:pt x="852" y="3537"/>
                  </a:lnTo>
                  <a:lnTo>
                    <a:pt x="1550" y="3843"/>
                  </a:lnTo>
                  <a:lnTo>
                    <a:pt x="1943" y="3865"/>
                  </a:lnTo>
                  <a:lnTo>
                    <a:pt x="2336" y="3843"/>
                  </a:lnTo>
                  <a:lnTo>
                    <a:pt x="3035" y="3537"/>
                  </a:lnTo>
                  <a:lnTo>
                    <a:pt x="3559" y="3013"/>
                  </a:lnTo>
                  <a:lnTo>
                    <a:pt x="3864" y="2315"/>
                  </a:lnTo>
                  <a:lnTo>
                    <a:pt x="3886" y="1922"/>
                  </a:lnTo>
                  <a:lnTo>
                    <a:pt x="3864" y="1529"/>
                  </a:lnTo>
                  <a:lnTo>
                    <a:pt x="3559" y="830"/>
                  </a:lnTo>
                  <a:lnTo>
                    <a:pt x="3035" y="306"/>
                  </a:lnTo>
                  <a:lnTo>
                    <a:pt x="2336" y="22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2"/>
            <p:cNvSpPr/>
            <p:nvPr/>
          </p:nvSpPr>
          <p:spPr>
            <a:xfrm>
              <a:off x="6924063" y="1777888"/>
              <a:ext cx="97175" cy="96625"/>
            </a:xfrm>
            <a:custGeom>
              <a:avLst/>
              <a:gdLst/>
              <a:ahLst/>
              <a:cxnLst/>
              <a:rect l="l" t="t" r="r" b="b"/>
              <a:pathLst>
                <a:path w="3887" h="3865" extrusionOk="0">
                  <a:moveTo>
                    <a:pt x="1943" y="0"/>
                  </a:moveTo>
                  <a:lnTo>
                    <a:pt x="1550" y="22"/>
                  </a:lnTo>
                  <a:lnTo>
                    <a:pt x="852" y="306"/>
                  </a:lnTo>
                  <a:lnTo>
                    <a:pt x="328" y="851"/>
                  </a:lnTo>
                  <a:lnTo>
                    <a:pt x="22" y="1528"/>
                  </a:lnTo>
                  <a:lnTo>
                    <a:pt x="0" y="1943"/>
                  </a:lnTo>
                  <a:lnTo>
                    <a:pt x="22" y="2336"/>
                  </a:lnTo>
                  <a:lnTo>
                    <a:pt x="328" y="3013"/>
                  </a:lnTo>
                  <a:lnTo>
                    <a:pt x="852" y="3558"/>
                  </a:lnTo>
                  <a:lnTo>
                    <a:pt x="1550" y="3842"/>
                  </a:lnTo>
                  <a:lnTo>
                    <a:pt x="1943" y="3864"/>
                  </a:lnTo>
                  <a:lnTo>
                    <a:pt x="2336" y="3842"/>
                  </a:lnTo>
                  <a:lnTo>
                    <a:pt x="3035" y="3558"/>
                  </a:lnTo>
                  <a:lnTo>
                    <a:pt x="3559" y="3013"/>
                  </a:lnTo>
                  <a:lnTo>
                    <a:pt x="3864" y="2336"/>
                  </a:lnTo>
                  <a:lnTo>
                    <a:pt x="3886" y="1943"/>
                  </a:lnTo>
                  <a:lnTo>
                    <a:pt x="3864" y="1528"/>
                  </a:lnTo>
                  <a:lnTo>
                    <a:pt x="3559" y="851"/>
                  </a:lnTo>
                  <a:lnTo>
                    <a:pt x="3035" y="306"/>
                  </a:lnTo>
                  <a:lnTo>
                    <a:pt x="2336" y="22"/>
                  </a:lnTo>
                  <a:lnTo>
                    <a:pt x="19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2"/>
            <p:cNvSpPr/>
            <p:nvPr/>
          </p:nvSpPr>
          <p:spPr>
            <a:xfrm>
              <a:off x="7449613" y="1777888"/>
              <a:ext cx="96625" cy="96625"/>
            </a:xfrm>
            <a:custGeom>
              <a:avLst/>
              <a:gdLst/>
              <a:ahLst/>
              <a:cxnLst/>
              <a:rect l="l" t="t" r="r" b="b"/>
              <a:pathLst>
                <a:path w="3865" h="3865" extrusionOk="0">
                  <a:moveTo>
                    <a:pt x="1944" y="0"/>
                  </a:moveTo>
                  <a:lnTo>
                    <a:pt x="1529" y="22"/>
                  </a:lnTo>
                  <a:lnTo>
                    <a:pt x="852" y="306"/>
                  </a:lnTo>
                  <a:lnTo>
                    <a:pt x="307" y="851"/>
                  </a:lnTo>
                  <a:lnTo>
                    <a:pt x="23" y="1528"/>
                  </a:lnTo>
                  <a:lnTo>
                    <a:pt x="1" y="1943"/>
                  </a:lnTo>
                  <a:lnTo>
                    <a:pt x="23" y="2336"/>
                  </a:lnTo>
                  <a:lnTo>
                    <a:pt x="307" y="3013"/>
                  </a:lnTo>
                  <a:lnTo>
                    <a:pt x="852" y="3558"/>
                  </a:lnTo>
                  <a:lnTo>
                    <a:pt x="1529" y="3842"/>
                  </a:lnTo>
                  <a:lnTo>
                    <a:pt x="1944" y="3864"/>
                  </a:lnTo>
                  <a:lnTo>
                    <a:pt x="2337" y="3842"/>
                  </a:lnTo>
                  <a:lnTo>
                    <a:pt x="3014" y="3558"/>
                  </a:lnTo>
                  <a:lnTo>
                    <a:pt x="3559" y="3013"/>
                  </a:lnTo>
                  <a:lnTo>
                    <a:pt x="3843" y="2336"/>
                  </a:lnTo>
                  <a:lnTo>
                    <a:pt x="3865" y="1943"/>
                  </a:lnTo>
                  <a:lnTo>
                    <a:pt x="3843" y="1528"/>
                  </a:lnTo>
                  <a:lnTo>
                    <a:pt x="3559" y="851"/>
                  </a:lnTo>
                  <a:lnTo>
                    <a:pt x="3014" y="306"/>
                  </a:lnTo>
                  <a:lnTo>
                    <a:pt x="2337" y="22"/>
                  </a:lnTo>
                  <a:lnTo>
                    <a:pt x="19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2"/>
            <p:cNvSpPr/>
            <p:nvPr/>
          </p:nvSpPr>
          <p:spPr>
            <a:xfrm>
              <a:off x="7449613" y="2303988"/>
              <a:ext cx="96625" cy="96625"/>
            </a:xfrm>
            <a:custGeom>
              <a:avLst/>
              <a:gdLst/>
              <a:ahLst/>
              <a:cxnLst/>
              <a:rect l="l" t="t" r="r" b="b"/>
              <a:pathLst>
                <a:path w="3865" h="3865" extrusionOk="0">
                  <a:moveTo>
                    <a:pt x="1944" y="1"/>
                  </a:moveTo>
                  <a:lnTo>
                    <a:pt x="1529" y="22"/>
                  </a:lnTo>
                  <a:lnTo>
                    <a:pt x="852" y="306"/>
                  </a:lnTo>
                  <a:lnTo>
                    <a:pt x="307" y="830"/>
                  </a:lnTo>
                  <a:lnTo>
                    <a:pt x="23" y="1529"/>
                  </a:lnTo>
                  <a:lnTo>
                    <a:pt x="1" y="1922"/>
                  </a:lnTo>
                  <a:lnTo>
                    <a:pt x="23" y="2315"/>
                  </a:lnTo>
                  <a:lnTo>
                    <a:pt x="307" y="3013"/>
                  </a:lnTo>
                  <a:lnTo>
                    <a:pt x="852" y="3537"/>
                  </a:lnTo>
                  <a:lnTo>
                    <a:pt x="1529" y="3843"/>
                  </a:lnTo>
                  <a:lnTo>
                    <a:pt x="1944" y="3865"/>
                  </a:lnTo>
                  <a:lnTo>
                    <a:pt x="2337" y="3843"/>
                  </a:lnTo>
                  <a:lnTo>
                    <a:pt x="3014" y="3537"/>
                  </a:lnTo>
                  <a:lnTo>
                    <a:pt x="3559" y="3013"/>
                  </a:lnTo>
                  <a:lnTo>
                    <a:pt x="3843" y="2315"/>
                  </a:lnTo>
                  <a:lnTo>
                    <a:pt x="3865" y="1922"/>
                  </a:lnTo>
                  <a:lnTo>
                    <a:pt x="3843" y="1529"/>
                  </a:lnTo>
                  <a:lnTo>
                    <a:pt x="3559" y="830"/>
                  </a:lnTo>
                  <a:lnTo>
                    <a:pt x="3014" y="306"/>
                  </a:lnTo>
                  <a:lnTo>
                    <a:pt x="2337" y="22"/>
                  </a:lnTo>
                  <a:lnTo>
                    <a:pt x="19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2"/>
            <p:cNvSpPr/>
            <p:nvPr/>
          </p:nvSpPr>
          <p:spPr>
            <a:xfrm>
              <a:off x="7193663" y="1978163"/>
              <a:ext cx="82975" cy="83525"/>
            </a:xfrm>
            <a:custGeom>
              <a:avLst/>
              <a:gdLst/>
              <a:ahLst/>
              <a:cxnLst/>
              <a:rect l="l" t="t" r="r" b="b"/>
              <a:pathLst>
                <a:path w="3319" h="3341" extrusionOk="0">
                  <a:moveTo>
                    <a:pt x="1660" y="1"/>
                  </a:moveTo>
                  <a:lnTo>
                    <a:pt x="1332" y="23"/>
                  </a:lnTo>
                  <a:lnTo>
                    <a:pt x="721" y="285"/>
                  </a:lnTo>
                  <a:lnTo>
                    <a:pt x="284" y="743"/>
                  </a:lnTo>
                  <a:lnTo>
                    <a:pt x="22" y="1332"/>
                  </a:lnTo>
                  <a:lnTo>
                    <a:pt x="0" y="1682"/>
                  </a:lnTo>
                  <a:lnTo>
                    <a:pt x="22" y="2009"/>
                  </a:lnTo>
                  <a:lnTo>
                    <a:pt x="284" y="2599"/>
                  </a:lnTo>
                  <a:lnTo>
                    <a:pt x="721" y="3057"/>
                  </a:lnTo>
                  <a:lnTo>
                    <a:pt x="1332" y="3319"/>
                  </a:lnTo>
                  <a:lnTo>
                    <a:pt x="1660" y="3341"/>
                  </a:lnTo>
                  <a:lnTo>
                    <a:pt x="2009" y="3319"/>
                  </a:lnTo>
                  <a:lnTo>
                    <a:pt x="2598" y="3057"/>
                  </a:lnTo>
                  <a:lnTo>
                    <a:pt x="3057" y="2599"/>
                  </a:lnTo>
                  <a:lnTo>
                    <a:pt x="3297" y="2009"/>
                  </a:lnTo>
                  <a:lnTo>
                    <a:pt x="3319" y="1682"/>
                  </a:lnTo>
                  <a:lnTo>
                    <a:pt x="3297" y="1332"/>
                  </a:lnTo>
                  <a:lnTo>
                    <a:pt x="3057" y="743"/>
                  </a:lnTo>
                  <a:lnTo>
                    <a:pt x="2598" y="285"/>
                  </a:lnTo>
                  <a:lnTo>
                    <a:pt x="2009" y="23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2"/>
            <p:cNvSpPr/>
            <p:nvPr/>
          </p:nvSpPr>
          <p:spPr>
            <a:xfrm>
              <a:off x="7152738" y="2089513"/>
              <a:ext cx="165925" cy="82425"/>
            </a:xfrm>
            <a:custGeom>
              <a:avLst/>
              <a:gdLst/>
              <a:ahLst/>
              <a:cxnLst/>
              <a:rect l="l" t="t" r="r" b="b"/>
              <a:pathLst>
                <a:path w="6637" h="3297" extrusionOk="0">
                  <a:moveTo>
                    <a:pt x="2489" y="0"/>
                  </a:moveTo>
                  <a:lnTo>
                    <a:pt x="1987" y="44"/>
                  </a:lnTo>
                  <a:lnTo>
                    <a:pt x="1092" y="415"/>
                  </a:lnTo>
                  <a:lnTo>
                    <a:pt x="415" y="1092"/>
                  </a:lnTo>
                  <a:lnTo>
                    <a:pt x="44" y="1987"/>
                  </a:lnTo>
                  <a:lnTo>
                    <a:pt x="0" y="2489"/>
                  </a:lnTo>
                  <a:lnTo>
                    <a:pt x="0" y="3297"/>
                  </a:lnTo>
                  <a:lnTo>
                    <a:pt x="1659" y="3297"/>
                  </a:lnTo>
                  <a:lnTo>
                    <a:pt x="1659" y="2489"/>
                  </a:lnTo>
                  <a:lnTo>
                    <a:pt x="1681" y="2314"/>
                  </a:lnTo>
                  <a:lnTo>
                    <a:pt x="1790" y="2030"/>
                  </a:lnTo>
                  <a:lnTo>
                    <a:pt x="2009" y="1812"/>
                  </a:lnTo>
                  <a:lnTo>
                    <a:pt x="2314" y="1681"/>
                  </a:lnTo>
                  <a:lnTo>
                    <a:pt x="2489" y="1659"/>
                  </a:lnTo>
                  <a:lnTo>
                    <a:pt x="4148" y="1659"/>
                  </a:lnTo>
                  <a:lnTo>
                    <a:pt x="4301" y="1681"/>
                  </a:lnTo>
                  <a:lnTo>
                    <a:pt x="4606" y="1790"/>
                  </a:lnTo>
                  <a:lnTo>
                    <a:pt x="4825" y="2009"/>
                  </a:lnTo>
                  <a:lnTo>
                    <a:pt x="4956" y="2314"/>
                  </a:lnTo>
                  <a:lnTo>
                    <a:pt x="4978" y="2489"/>
                  </a:lnTo>
                  <a:lnTo>
                    <a:pt x="4978" y="3297"/>
                  </a:lnTo>
                  <a:lnTo>
                    <a:pt x="6637" y="3297"/>
                  </a:lnTo>
                  <a:lnTo>
                    <a:pt x="6637" y="2489"/>
                  </a:lnTo>
                  <a:lnTo>
                    <a:pt x="6593" y="1987"/>
                  </a:lnTo>
                  <a:lnTo>
                    <a:pt x="6222" y="1092"/>
                  </a:lnTo>
                  <a:lnTo>
                    <a:pt x="5545" y="415"/>
                  </a:lnTo>
                  <a:lnTo>
                    <a:pt x="4650" y="44"/>
                  </a:lnTo>
                  <a:lnTo>
                    <a:pt x="41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2"/>
            <p:cNvSpPr/>
            <p:nvPr/>
          </p:nvSpPr>
          <p:spPr>
            <a:xfrm>
              <a:off x="6904413" y="1757138"/>
              <a:ext cx="663125" cy="664750"/>
            </a:xfrm>
            <a:custGeom>
              <a:avLst/>
              <a:gdLst/>
              <a:ahLst/>
              <a:cxnLst/>
              <a:rect l="l" t="t" r="r" b="b"/>
              <a:pathLst>
                <a:path w="26525" h="26590" extrusionOk="0">
                  <a:moveTo>
                    <a:pt x="2729" y="1638"/>
                  </a:moveTo>
                  <a:lnTo>
                    <a:pt x="2947" y="1660"/>
                  </a:lnTo>
                  <a:lnTo>
                    <a:pt x="3340" y="1834"/>
                  </a:lnTo>
                  <a:lnTo>
                    <a:pt x="3668" y="2118"/>
                  </a:lnTo>
                  <a:lnTo>
                    <a:pt x="3843" y="2533"/>
                  </a:lnTo>
                  <a:lnTo>
                    <a:pt x="3843" y="2751"/>
                  </a:lnTo>
                  <a:lnTo>
                    <a:pt x="3843" y="2991"/>
                  </a:lnTo>
                  <a:lnTo>
                    <a:pt x="3668" y="3406"/>
                  </a:lnTo>
                  <a:lnTo>
                    <a:pt x="3340" y="3690"/>
                  </a:lnTo>
                  <a:lnTo>
                    <a:pt x="2947" y="3864"/>
                  </a:lnTo>
                  <a:lnTo>
                    <a:pt x="2729" y="3886"/>
                  </a:lnTo>
                  <a:lnTo>
                    <a:pt x="2511" y="3864"/>
                  </a:lnTo>
                  <a:lnTo>
                    <a:pt x="2118" y="3690"/>
                  </a:lnTo>
                  <a:lnTo>
                    <a:pt x="1790" y="3406"/>
                  </a:lnTo>
                  <a:lnTo>
                    <a:pt x="1616" y="2991"/>
                  </a:lnTo>
                  <a:lnTo>
                    <a:pt x="1616" y="2751"/>
                  </a:lnTo>
                  <a:lnTo>
                    <a:pt x="1616" y="2533"/>
                  </a:lnTo>
                  <a:lnTo>
                    <a:pt x="1790" y="2118"/>
                  </a:lnTo>
                  <a:lnTo>
                    <a:pt x="2096" y="1834"/>
                  </a:lnTo>
                  <a:lnTo>
                    <a:pt x="2489" y="1660"/>
                  </a:lnTo>
                  <a:lnTo>
                    <a:pt x="2729" y="1638"/>
                  </a:lnTo>
                  <a:close/>
                  <a:moveTo>
                    <a:pt x="23970" y="1681"/>
                  </a:moveTo>
                  <a:lnTo>
                    <a:pt x="24363" y="1856"/>
                  </a:lnTo>
                  <a:lnTo>
                    <a:pt x="24669" y="2162"/>
                  </a:lnTo>
                  <a:lnTo>
                    <a:pt x="24843" y="2555"/>
                  </a:lnTo>
                  <a:lnTo>
                    <a:pt x="24865" y="2795"/>
                  </a:lnTo>
                  <a:lnTo>
                    <a:pt x="24843" y="3013"/>
                  </a:lnTo>
                  <a:lnTo>
                    <a:pt x="24669" y="3428"/>
                  </a:lnTo>
                  <a:lnTo>
                    <a:pt x="24385" y="3734"/>
                  </a:lnTo>
                  <a:lnTo>
                    <a:pt x="23970" y="3886"/>
                  </a:lnTo>
                  <a:lnTo>
                    <a:pt x="23752" y="3908"/>
                  </a:lnTo>
                  <a:lnTo>
                    <a:pt x="23512" y="3886"/>
                  </a:lnTo>
                  <a:lnTo>
                    <a:pt x="23119" y="3734"/>
                  </a:lnTo>
                  <a:lnTo>
                    <a:pt x="22813" y="3428"/>
                  </a:lnTo>
                  <a:lnTo>
                    <a:pt x="22638" y="3013"/>
                  </a:lnTo>
                  <a:lnTo>
                    <a:pt x="22617" y="2795"/>
                  </a:lnTo>
                  <a:lnTo>
                    <a:pt x="22638" y="2555"/>
                  </a:lnTo>
                  <a:lnTo>
                    <a:pt x="22813" y="2162"/>
                  </a:lnTo>
                  <a:lnTo>
                    <a:pt x="23119" y="1856"/>
                  </a:lnTo>
                  <a:lnTo>
                    <a:pt x="23512" y="1681"/>
                  </a:lnTo>
                  <a:close/>
                  <a:moveTo>
                    <a:pt x="13230" y="7205"/>
                  </a:moveTo>
                  <a:lnTo>
                    <a:pt x="13863" y="7226"/>
                  </a:lnTo>
                  <a:lnTo>
                    <a:pt x="15042" y="7466"/>
                  </a:lnTo>
                  <a:lnTo>
                    <a:pt x="16133" y="7947"/>
                  </a:lnTo>
                  <a:lnTo>
                    <a:pt x="17115" y="8602"/>
                  </a:lnTo>
                  <a:lnTo>
                    <a:pt x="17945" y="9409"/>
                  </a:lnTo>
                  <a:lnTo>
                    <a:pt x="18600" y="10392"/>
                  </a:lnTo>
                  <a:lnTo>
                    <a:pt x="19058" y="11483"/>
                  </a:lnTo>
                  <a:lnTo>
                    <a:pt x="19298" y="12662"/>
                  </a:lnTo>
                  <a:lnTo>
                    <a:pt x="19320" y="13295"/>
                  </a:lnTo>
                  <a:lnTo>
                    <a:pt x="19298" y="13928"/>
                  </a:lnTo>
                  <a:lnTo>
                    <a:pt x="19058" y="15107"/>
                  </a:lnTo>
                  <a:lnTo>
                    <a:pt x="18600" y="16199"/>
                  </a:lnTo>
                  <a:lnTo>
                    <a:pt x="17945" y="17181"/>
                  </a:lnTo>
                  <a:lnTo>
                    <a:pt x="17115" y="17989"/>
                  </a:lnTo>
                  <a:lnTo>
                    <a:pt x="16133" y="18644"/>
                  </a:lnTo>
                  <a:lnTo>
                    <a:pt x="15042" y="19124"/>
                  </a:lnTo>
                  <a:lnTo>
                    <a:pt x="13863" y="19364"/>
                  </a:lnTo>
                  <a:lnTo>
                    <a:pt x="13230" y="19386"/>
                  </a:lnTo>
                  <a:lnTo>
                    <a:pt x="12618" y="19364"/>
                  </a:lnTo>
                  <a:lnTo>
                    <a:pt x="11418" y="19124"/>
                  </a:lnTo>
                  <a:lnTo>
                    <a:pt x="10326" y="18644"/>
                  </a:lnTo>
                  <a:lnTo>
                    <a:pt x="9366" y="17989"/>
                  </a:lnTo>
                  <a:lnTo>
                    <a:pt x="8536" y="17181"/>
                  </a:lnTo>
                  <a:lnTo>
                    <a:pt x="7881" y="16199"/>
                  </a:lnTo>
                  <a:lnTo>
                    <a:pt x="7423" y="15107"/>
                  </a:lnTo>
                  <a:lnTo>
                    <a:pt x="7161" y="13928"/>
                  </a:lnTo>
                  <a:lnTo>
                    <a:pt x="7161" y="13295"/>
                  </a:lnTo>
                  <a:lnTo>
                    <a:pt x="7161" y="12662"/>
                  </a:lnTo>
                  <a:lnTo>
                    <a:pt x="7423" y="11483"/>
                  </a:lnTo>
                  <a:lnTo>
                    <a:pt x="7881" y="10392"/>
                  </a:lnTo>
                  <a:lnTo>
                    <a:pt x="8536" y="9409"/>
                  </a:lnTo>
                  <a:lnTo>
                    <a:pt x="9366" y="8602"/>
                  </a:lnTo>
                  <a:lnTo>
                    <a:pt x="10326" y="7947"/>
                  </a:lnTo>
                  <a:lnTo>
                    <a:pt x="11418" y="7466"/>
                  </a:lnTo>
                  <a:lnTo>
                    <a:pt x="12618" y="7226"/>
                  </a:lnTo>
                  <a:lnTo>
                    <a:pt x="13230" y="7205"/>
                  </a:lnTo>
                  <a:close/>
                  <a:moveTo>
                    <a:pt x="2729" y="22682"/>
                  </a:moveTo>
                  <a:lnTo>
                    <a:pt x="2947" y="22704"/>
                  </a:lnTo>
                  <a:lnTo>
                    <a:pt x="3340" y="22857"/>
                  </a:lnTo>
                  <a:lnTo>
                    <a:pt x="3668" y="23163"/>
                  </a:lnTo>
                  <a:lnTo>
                    <a:pt x="3843" y="23577"/>
                  </a:lnTo>
                  <a:lnTo>
                    <a:pt x="3843" y="23796"/>
                  </a:lnTo>
                  <a:lnTo>
                    <a:pt x="3821" y="24014"/>
                  </a:lnTo>
                  <a:lnTo>
                    <a:pt x="3646" y="24429"/>
                  </a:lnTo>
                  <a:lnTo>
                    <a:pt x="3340" y="24734"/>
                  </a:lnTo>
                  <a:lnTo>
                    <a:pt x="2947" y="24909"/>
                  </a:lnTo>
                  <a:lnTo>
                    <a:pt x="2729" y="24931"/>
                  </a:lnTo>
                  <a:lnTo>
                    <a:pt x="2511" y="24909"/>
                  </a:lnTo>
                  <a:lnTo>
                    <a:pt x="2118" y="24734"/>
                  </a:lnTo>
                  <a:lnTo>
                    <a:pt x="1790" y="24429"/>
                  </a:lnTo>
                  <a:lnTo>
                    <a:pt x="1616" y="24036"/>
                  </a:lnTo>
                  <a:lnTo>
                    <a:pt x="1616" y="23796"/>
                  </a:lnTo>
                  <a:lnTo>
                    <a:pt x="1616" y="23577"/>
                  </a:lnTo>
                  <a:lnTo>
                    <a:pt x="1790" y="23184"/>
                  </a:lnTo>
                  <a:lnTo>
                    <a:pt x="2096" y="22879"/>
                  </a:lnTo>
                  <a:lnTo>
                    <a:pt x="2489" y="22704"/>
                  </a:lnTo>
                  <a:lnTo>
                    <a:pt x="2729" y="22682"/>
                  </a:lnTo>
                  <a:close/>
                  <a:moveTo>
                    <a:pt x="23752" y="22682"/>
                  </a:moveTo>
                  <a:lnTo>
                    <a:pt x="23970" y="22704"/>
                  </a:lnTo>
                  <a:lnTo>
                    <a:pt x="24363" y="22857"/>
                  </a:lnTo>
                  <a:lnTo>
                    <a:pt x="24669" y="23163"/>
                  </a:lnTo>
                  <a:lnTo>
                    <a:pt x="24843" y="23577"/>
                  </a:lnTo>
                  <a:lnTo>
                    <a:pt x="24865" y="23796"/>
                  </a:lnTo>
                  <a:lnTo>
                    <a:pt x="24843" y="24014"/>
                  </a:lnTo>
                  <a:lnTo>
                    <a:pt x="24669" y="24429"/>
                  </a:lnTo>
                  <a:lnTo>
                    <a:pt x="24385" y="24734"/>
                  </a:lnTo>
                  <a:lnTo>
                    <a:pt x="23970" y="24909"/>
                  </a:lnTo>
                  <a:lnTo>
                    <a:pt x="23752" y="24931"/>
                  </a:lnTo>
                  <a:lnTo>
                    <a:pt x="23512" y="24909"/>
                  </a:lnTo>
                  <a:lnTo>
                    <a:pt x="23119" y="24734"/>
                  </a:lnTo>
                  <a:lnTo>
                    <a:pt x="22813" y="24429"/>
                  </a:lnTo>
                  <a:lnTo>
                    <a:pt x="22638" y="24036"/>
                  </a:lnTo>
                  <a:lnTo>
                    <a:pt x="22617" y="23796"/>
                  </a:lnTo>
                  <a:lnTo>
                    <a:pt x="22638" y="23577"/>
                  </a:lnTo>
                  <a:lnTo>
                    <a:pt x="22813" y="23184"/>
                  </a:lnTo>
                  <a:lnTo>
                    <a:pt x="23097" y="22879"/>
                  </a:lnTo>
                  <a:lnTo>
                    <a:pt x="23512" y="22704"/>
                  </a:lnTo>
                  <a:lnTo>
                    <a:pt x="23752" y="22682"/>
                  </a:lnTo>
                  <a:close/>
                  <a:moveTo>
                    <a:pt x="2751" y="1"/>
                  </a:moveTo>
                  <a:lnTo>
                    <a:pt x="2467" y="22"/>
                  </a:lnTo>
                  <a:lnTo>
                    <a:pt x="1943" y="131"/>
                  </a:lnTo>
                  <a:lnTo>
                    <a:pt x="1201" y="459"/>
                  </a:lnTo>
                  <a:lnTo>
                    <a:pt x="459" y="1223"/>
                  </a:lnTo>
                  <a:lnTo>
                    <a:pt x="110" y="1943"/>
                  </a:lnTo>
                  <a:lnTo>
                    <a:pt x="0" y="2489"/>
                  </a:lnTo>
                  <a:lnTo>
                    <a:pt x="0" y="2773"/>
                  </a:lnTo>
                  <a:lnTo>
                    <a:pt x="0" y="3057"/>
                  </a:lnTo>
                  <a:lnTo>
                    <a:pt x="110" y="3581"/>
                  </a:lnTo>
                  <a:lnTo>
                    <a:pt x="328" y="4083"/>
                  </a:lnTo>
                  <a:lnTo>
                    <a:pt x="633" y="4519"/>
                  </a:lnTo>
                  <a:lnTo>
                    <a:pt x="1005" y="4891"/>
                  </a:lnTo>
                  <a:lnTo>
                    <a:pt x="1441" y="5196"/>
                  </a:lnTo>
                  <a:lnTo>
                    <a:pt x="1943" y="5393"/>
                  </a:lnTo>
                  <a:lnTo>
                    <a:pt x="2467" y="5502"/>
                  </a:lnTo>
                  <a:lnTo>
                    <a:pt x="2751" y="5524"/>
                  </a:lnTo>
                  <a:lnTo>
                    <a:pt x="3100" y="5502"/>
                  </a:lnTo>
                  <a:lnTo>
                    <a:pt x="3755" y="5349"/>
                  </a:lnTo>
                  <a:lnTo>
                    <a:pt x="4039" y="5196"/>
                  </a:lnTo>
                  <a:lnTo>
                    <a:pt x="7270" y="8405"/>
                  </a:lnTo>
                  <a:lnTo>
                    <a:pt x="6877" y="8929"/>
                  </a:lnTo>
                  <a:lnTo>
                    <a:pt x="6244" y="10042"/>
                  </a:lnTo>
                  <a:lnTo>
                    <a:pt x="5785" y="11287"/>
                  </a:lnTo>
                  <a:lnTo>
                    <a:pt x="5567" y="12597"/>
                  </a:lnTo>
                  <a:lnTo>
                    <a:pt x="5545" y="13273"/>
                  </a:lnTo>
                  <a:lnTo>
                    <a:pt x="5567" y="13950"/>
                  </a:lnTo>
                  <a:lnTo>
                    <a:pt x="5785" y="15260"/>
                  </a:lnTo>
                  <a:lnTo>
                    <a:pt x="6244" y="16482"/>
                  </a:lnTo>
                  <a:lnTo>
                    <a:pt x="6877" y="17618"/>
                  </a:lnTo>
                  <a:lnTo>
                    <a:pt x="7270" y="18120"/>
                  </a:lnTo>
                  <a:lnTo>
                    <a:pt x="4039" y="21351"/>
                  </a:lnTo>
                  <a:lnTo>
                    <a:pt x="3755" y="21220"/>
                  </a:lnTo>
                  <a:lnTo>
                    <a:pt x="3100" y="21067"/>
                  </a:lnTo>
                  <a:lnTo>
                    <a:pt x="2751" y="21045"/>
                  </a:lnTo>
                  <a:lnTo>
                    <a:pt x="2467" y="21045"/>
                  </a:lnTo>
                  <a:lnTo>
                    <a:pt x="1943" y="21176"/>
                  </a:lnTo>
                  <a:lnTo>
                    <a:pt x="1201" y="21503"/>
                  </a:lnTo>
                  <a:lnTo>
                    <a:pt x="459" y="22268"/>
                  </a:lnTo>
                  <a:lnTo>
                    <a:pt x="110" y="22988"/>
                  </a:lnTo>
                  <a:lnTo>
                    <a:pt x="0" y="23512"/>
                  </a:lnTo>
                  <a:lnTo>
                    <a:pt x="0" y="23796"/>
                  </a:lnTo>
                  <a:lnTo>
                    <a:pt x="0" y="24079"/>
                  </a:lnTo>
                  <a:lnTo>
                    <a:pt x="110" y="24625"/>
                  </a:lnTo>
                  <a:lnTo>
                    <a:pt x="328" y="25127"/>
                  </a:lnTo>
                  <a:lnTo>
                    <a:pt x="633" y="25564"/>
                  </a:lnTo>
                  <a:lnTo>
                    <a:pt x="1005" y="25935"/>
                  </a:lnTo>
                  <a:lnTo>
                    <a:pt x="1441" y="26219"/>
                  </a:lnTo>
                  <a:lnTo>
                    <a:pt x="1943" y="26437"/>
                  </a:lnTo>
                  <a:lnTo>
                    <a:pt x="2467" y="26546"/>
                  </a:lnTo>
                  <a:lnTo>
                    <a:pt x="2751" y="26568"/>
                  </a:lnTo>
                  <a:lnTo>
                    <a:pt x="3035" y="26546"/>
                  </a:lnTo>
                  <a:lnTo>
                    <a:pt x="3581" y="26437"/>
                  </a:lnTo>
                  <a:lnTo>
                    <a:pt x="4301" y="26088"/>
                  </a:lnTo>
                  <a:lnTo>
                    <a:pt x="5065" y="25346"/>
                  </a:lnTo>
                  <a:lnTo>
                    <a:pt x="5392" y="24625"/>
                  </a:lnTo>
                  <a:lnTo>
                    <a:pt x="5502" y="24079"/>
                  </a:lnTo>
                  <a:lnTo>
                    <a:pt x="5523" y="23796"/>
                  </a:lnTo>
                  <a:lnTo>
                    <a:pt x="5502" y="23446"/>
                  </a:lnTo>
                  <a:lnTo>
                    <a:pt x="5327" y="22813"/>
                  </a:lnTo>
                  <a:lnTo>
                    <a:pt x="5196" y="22529"/>
                  </a:lnTo>
                  <a:lnTo>
                    <a:pt x="8383" y="19320"/>
                  </a:lnTo>
                  <a:lnTo>
                    <a:pt x="8885" y="19713"/>
                  </a:lnTo>
                  <a:lnTo>
                    <a:pt x="10021" y="20346"/>
                  </a:lnTo>
                  <a:lnTo>
                    <a:pt x="11243" y="20783"/>
                  </a:lnTo>
                  <a:lnTo>
                    <a:pt x="12553" y="21023"/>
                  </a:lnTo>
                  <a:lnTo>
                    <a:pt x="13230" y="21045"/>
                  </a:lnTo>
                  <a:lnTo>
                    <a:pt x="13906" y="21023"/>
                  </a:lnTo>
                  <a:lnTo>
                    <a:pt x="15216" y="20783"/>
                  </a:lnTo>
                  <a:lnTo>
                    <a:pt x="16460" y="20346"/>
                  </a:lnTo>
                  <a:lnTo>
                    <a:pt x="17574" y="19713"/>
                  </a:lnTo>
                  <a:lnTo>
                    <a:pt x="18098" y="19320"/>
                  </a:lnTo>
                  <a:lnTo>
                    <a:pt x="21307" y="22551"/>
                  </a:lnTo>
                  <a:lnTo>
                    <a:pt x="21176" y="22835"/>
                  </a:lnTo>
                  <a:lnTo>
                    <a:pt x="21023" y="23490"/>
                  </a:lnTo>
                  <a:lnTo>
                    <a:pt x="21001" y="23839"/>
                  </a:lnTo>
                  <a:lnTo>
                    <a:pt x="21023" y="24123"/>
                  </a:lnTo>
                  <a:lnTo>
                    <a:pt x="21132" y="24647"/>
                  </a:lnTo>
                  <a:lnTo>
                    <a:pt x="21350" y="25149"/>
                  </a:lnTo>
                  <a:lnTo>
                    <a:pt x="21634" y="25586"/>
                  </a:lnTo>
                  <a:lnTo>
                    <a:pt x="22005" y="25957"/>
                  </a:lnTo>
                  <a:lnTo>
                    <a:pt x="22442" y="26262"/>
                  </a:lnTo>
                  <a:lnTo>
                    <a:pt x="22944" y="26459"/>
                  </a:lnTo>
                  <a:lnTo>
                    <a:pt x="23490" y="26568"/>
                  </a:lnTo>
                  <a:lnTo>
                    <a:pt x="23774" y="26590"/>
                  </a:lnTo>
                  <a:lnTo>
                    <a:pt x="24057" y="26568"/>
                  </a:lnTo>
                  <a:lnTo>
                    <a:pt x="24581" y="26459"/>
                  </a:lnTo>
                  <a:lnTo>
                    <a:pt x="25324" y="26131"/>
                  </a:lnTo>
                  <a:lnTo>
                    <a:pt x="26066" y="25367"/>
                  </a:lnTo>
                  <a:lnTo>
                    <a:pt x="26415" y="24647"/>
                  </a:lnTo>
                  <a:lnTo>
                    <a:pt x="26524" y="24101"/>
                  </a:lnTo>
                  <a:lnTo>
                    <a:pt x="26524" y="23839"/>
                  </a:lnTo>
                  <a:lnTo>
                    <a:pt x="26524" y="23534"/>
                  </a:lnTo>
                  <a:lnTo>
                    <a:pt x="26393" y="22988"/>
                  </a:lnTo>
                  <a:lnTo>
                    <a:pt x="26197" y="22486"/>
                  </a:lnTo>
                  <a:lnTo>
                    <a:pt x="25891" y="22049"/>
                  </a:lnTo>
                  <a:lnTo>
                    <a:pt x="25520" y="21678"/>
                  </a:lnTo>
                  <a:lnTo>
                    <a:pt x="25062" y="21372"/>
                  </a:lnTo>
                  <a:lnTo>
                    <a:pt x="24560" y="21154"/>
                  </a:lnTo>
                  <a:lnTo>
                    <a:pt x="24036" y="21045"/>
                  </a:lnTo>
                  <a:lnTo>
                    <a:pt x="23752" y="21045"/>
                  </a:lnTo>
                  <a:lnTo>
                    <a:pt x="23403" y="21067"/>
                  </a:lnTo>
                  <a:lnTo>
                    <a:pt x="22748" y="21220"/>
                  </a:lnTo>
                  <a:lnTo>
                    <a:pt x="22464" y="21372"/>
                  </a:lnTo>
                  <a:lnTo>
                    <a:pt x="19277" y="18163"/>
                  </a:lnTo>
                  <a:lnTo>
                    <a:pt x="19648" y="17639"/>
                  </a:lnTo>
                  <a:lnTo>
                    <a:pt x="20281" y="16504"/>
                  </a:lnTo>
                  <a:lnTo>
                    <a:pt x="20739" y="15282"/>
                  </a:lnTo>
                  <a:lnTo>
                    <a:pt x="20958" y="13972"/>
                  </a:lnTo>
                  <a:lnTo>
                    <a:pt x="20979" y="13295"/>
                  </a:lnTo>
                  <a:lnTo>
                    <a:pt x="20958" y="12618"/>
                  </a:lnTo>
                  <a:lnTo>
                    <a:pt x="20739" y="11309"/>
                  </a:lnTo>
                  <a:lnTo>
                    <a:pt x="20281" y="10086"/>
                  </a:lnTo>
                  <a:lnTo>
                    <a:pt x="19648" y="8951"/>
                  </a:lnTo>
                  <a:lnTo>
                    <a:pt x="19277" y="8427"/>
                  </a:lnTo>
                  <a:lnTo>
                    <a:pt x="22464" y="5240"/>
                  </a:lnTo>
                  <a:lnTo>
                    <a:pt x="22748" y="5371"/>
                  </a:lnTo>
                  <a:lnTo>
                    <a:pt x="23403" y="5545"/>
                  </a:lnTo>
                  <a:lnTo>
                    <a:pt x="23752" y="5567"/>
                  </a:lnTo>
                  <a:lnTo>
                    <a:pt x="24036" y="5567"/>
                  </a:lnTo>
                  <a:lnTo>
                    <a:pt x="24560" y="5458"/>
                  </a:lnTo>
                  <a:lnTo>
                    <a:pt x="25302" y="5109"/>
                  </a:lnTo>
                  <a:lnTo>
                    <a:pt x="26044" y="4367"/>
                  </a:lnTo>
                  <a:lnTo>
                    <a:pt x="26371" y="3624"/>
                  </a:lnTo>
                  <a:lnTo>
                    <a:pt x="26481" y="3100"/>
                  </a:lnTo>
                  <a:lnTo>
                    <a:pt x="26502" y="2817"/>
                  </a:lnTo>
                  <a:lnTo>
                    <a:pt x="26481" y="2533"/>
                  </a:lnTo>
                  <a:lnTo>
                    <a:pt x="26371" y="1987"/>
                  </a:lnTo>
                  <a:lnTo>
                    <a:pt x="26175" y="1507"/>
                  </a:lnTo>
                  <a:lnTo>
                    <a:pt x="25869" y="1048"/>
                  </a:lnTo>
                  <a:lnTo>
                    <a:pt x="25498" y="677"/>
                  </a:lnTo>
                  <a:lnTo>
                    <a:pt x="25062" y="393"/>
                  </a:lnTo>
                  <a:lnTo>
                    <a:pt x="24560" y="175"/>
                  </a:lnTo>
                  <a:lnTo>
                    <a:pt x="24036" y="66"/>
                  </a:lnTo>
                  <a:lnTo>
                    <a:pt x="23446" y="66"/>
                  </a:lnTo>
                  <a:lnTo>
                    <a:pt x="22922" y="175"/>
                  </a:lnTo>
                  <a:lnTo>
                    <a:pt x="22180" y="524"/>
                  </a:lnTo>
                  <a:lnTo>
                    <a:pt x="21438" y="1267"/>
                  </a:lnTo>
                  <a:lnTo>
                    <a:pt x="21110" y="2009"/>
                  </a:lnTo>
                  <a:lnTo>
                    <a:pt x="21001" y="2533"/>
                  </a:lnTo>
                  <a:lnTo>
                    <a:pt x="20979" y="2817"/>
                  </a:lnTo>
                  <a:lnTo>
                    <a:pt x="21001" y="3166"/>
                  </a:lnTo>
                  <a:lnTo>
                    <a:pt x="21154" y="3799"/>
                  </a:lnTo>
                  <a:lnTo>
                    <a:pt x="21307" y="4105"/>
                  </a:lnTo>
                  <a:lnTo>
                    <a:pt x="18098" y="7314"/>
                  </a:lnTo>
                  <a:lnTo>
                    <a:pt x="17574" y="6943"/>
                  </a:lnTo>
                  <a:lnTo>
                    <a:pt x="16460" y="6309"/>
                  </a:lnTo>
                  <a:lnTo>
                    <a:pt x="15216" y="5851"/>
                  </a:lnTo>
                  <a:lnTo>
                    <a:pt x="13906" y="5611"/>
                  </a:lnTo>
                  <a:lnTo>
                    <a:pt x="13230" y="5589"/>
                  </a:lnTo>
                  <a:lnTo>
                    <a:pt x="12553" y="5611"/>
                  </a:lnTo>
                  <a:lnTo>
                    <a:pt x="11243" y="5851"/>
                  </a:lnTo>
                  <a:lnTo>
                    <a:pt x="10021" y="6309"/>
                  </a:lnTo>
                  <a:lnTo>
                    <a:pt x="8885" y="6943"/>
                  </a:lnTo>
                  <a:lnTo>
                    <a:pt x="8383" y="7314"/>
                  </a:lnTo>
                  <a:lnTo>
                    <a:pt x="5196" y="4039"/>
                  </a:lnTo>
                  <a:lnTo>
                    <a:pt x="5327" y="3755"/>
                  </a:lnTo>
                  <a:lnTo>
                    <a:pt x="5502" y="3100"/>
                  </a:lnTo>
                  <a:lnTo>
                    <a:pt x="5523" y="2773"/>
                  </a:lnTo>
                  <a:lnTo>
                    <a:pt x="5502" y="2467"/>
                  </a:lnTo>
                  <a:lnTo>
                    <a:pt x="5392" y="1943"/>
                  </a:lnTo>
                  <a:lnTo>
                    <a:pt x="5174" y="1441"/>
                  </a:lnTo>
                  <a:lnTo>
                    <a:pt x="4890" y="1005"/>
                  </a:lnTo>
                  <a:lnTo>
                    <a:pt x="4519" y="634"/>
                  </a:lnTo>
                  <a:lnTo>
                    <a:pt x="4083" y="328"/>
                  </a:lnTo>
                  <a:lnTo>
                    <a:pt x="3581" y="131"/>
                  </a:lnTo>
                  <a:lnTo>
                    <a:pt x="3035" y="22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2" name="Google Shape;1212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CL" dirty="0"/>
              <a:t>Aprendizaje Esperado.</a:t>
            </a:r>
            <a:br>
              <a:rPr lang="es-CL" dirty="0"/>
            </a:br>
            <a:r>
              <a:rPr lang="es-CL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Aplicar un modelo de negocio para la solución de problemas, considerando experimentación con clientes o usuarios. </a:t>
            </a:r>
            <a:br>
              <a:rPr lang="es-CL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lang="es-CL" dirty="0">
              <a:solidFill>
                <a:schemeClr val="lt2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E2F342F3-EF46-BA33-5B3E-CED624C91097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882BC4B-BF84-D188-E752-6D826ED9776B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F44CB84B-BE12-2E25-8A3D-5E336648D7CE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C3D91BF0-E4C9-9468-50E6-E7BB151A3F3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6" name="Google Shape;1466;p48"/>
          <p:cNvGrpSpPr/>
          <p:nvPr/>
        </p:nvGrpSpPr>
        <p:grpSpPr>
          <a:xfrm>
            <a:off x="4992477" y="4521374"/>
            <a:ext cx="165326" cy="166061"/>
            <a:chOff x="5272527" y="4855649"/>
            <a:chExt cx="165326" cy="166061"/>
          </a:xfrm>
        </p:grpSpPr>
        <p:sp>
          <p:nvSpPr>
            <p:cNvPr id="1467" name="Google Shape;1467;p48"/>
            <p:cNvSpPr/>
            <p:nvPr/>
          </p:nvSpPr>
          <p:spPr>
            <a:xfrm>
              <a:off x="5351098" y="4855649"/>
              <a:ext cx="8930" cy="5415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8"/>
            <p:cNvSpPr/>
            <p:nvPr/>
          </p:nvSpPr>
          <p:spPr>
            <a:xfrm>
              <a:off x="5351098" y="4967556"/>
              <a:ext cx="8930" cy="5415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8"/>
            <p:cNvSpPr/>
            <p:nvPr/>
          </p:nvSpPr>
          <p:spPr>
            <a:xfrm>
              <a:off x="5384476" y="4933468"/>
              <a:ext cx="53377" cy="967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8"/>
            <p:cNvSpPr/>
            <p:nvPr/>
          </p:nvSpPr>
          <p:spPr>
            <a:xfrm>
              <a:off x="5272527" y="4933468"/>
              <a:ext cx="53411" cy="967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1" name="Google Shape;1471;p48"/>
          <p:cNvGrpSpPr/>
          <p:nvPr/>
        </p:nvGrpSpPr>
        <p:grpSpPr>
          <a:xfrm rot="5400000">
            <a:off x="7217294" y="-16997"/>
            <a:ext cx="219461" cy="220453"/>
            <a:chOff x="7518837" y="4828446"/>
            <a:chExt cx="219461" cy="220453"/>
          </a:xfrm>
        </p:grpSpPr>
        <p:sp>
          <p:nvSpPr>
            <p:cNvPr id="1472" name="Google Shape;1472;p48"/>
            <p:cNvSpPr/>
            <p:nvPr/>
          </p:nvSpPr>
          <p:spPr>
            <a:xfrm>
              <a:off x="7623137" y="4828446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8"/>
            <p:cNvSpPr/>
            <p:nvPr/>
          </p:nvSpPr>
          <p:spPr>
            <a:xfrm>
              <a:off x="7623137" y="4977008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8"/>
            <p:cNvSpPr/>
            <p:nvPr/>
          </p:nvSpPr>
          <p:spPr>
            <a:xfrm>
              <a:off x="7667445" y="4931754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8"/>
            <p:cNvSpPr/>
            <p:nvPr/>
          </p:nvSpPr>
          <p:spPr>
            <a:xfrm>
              <a:off x="7518837" y="4931754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6" name="Google Shape;1476;p48"/>
          <p:cNvGrpSpPr/>
          <p:nvPr/>
        </p:nvGrpSpPr>
        <p:grpSpPr>
          <a:xfrm rot="5400000">
            <a:off x="3028216" y="4864732"/>
            <a:ext cx="165327" cy="166060"/>
            <a:chOff x="8978675" y="3896150"/>
            <a:chExt cx="165327" cy="166060"/>
          </a:xfrm>
        </p:grpSpPr>
        <p:sp>
          <p:nvSpPr>
            <p:cNvPr id="1477" name="Google Shape;1477;p48"/>
            <p:cNvSpPr/>
            <p:nvPr/>
          </p:nvSpPr>
          <p:spPr>
            <a:xfrm>
              <a:off x="9057247" y="3896150"/>
              <a:ext cx="8930" cy="5415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8"/>
            <p:cNvSpPr/>
            <p:nvPr/>
          </p:nvSpPr>
          <p:spPr>
            <a:xfrm>
              <a:off x="9057247" y="4008056"/>
              <a:ext cx="8930" cy="5415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8"/>
            <p:cNvSpPr/>
            <p:nvPr/>
          </p:nvSpPr>
          <p:spPr>
            <a:xfrm>
              <a:off x="9090625" y="3973968"/>
              <a:ext cx="53377" cy="967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8"/>
            <p:cNvSpPr/>
            <p:nvPr/>
          </p:nvSpPr>
          <p:spPr>
            <a:xfrm>
              <a:off x="8978675" y="3973968"/>
              <a:ext cx="53411" cy="967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1481;p48"/>
          <p:cNvGrpSpPr/>
          <p:nvPr/>
        </p:nvGrpSpPr>
        <p:grpSpPr>
          <a:xfrm rot="5400000">
            <a:off x="1110181" y="150853"/>
            <a:ext cx="219461" cy="220453"/>
            <a:chOff x="8839387" y="2795671"/>
            <a:chExt cx="219461" cy="220453"/>
          </a:xfrm>
        </p:grpSpPr>
        <p:sp>
          <p:nvSpPr>
            <p:cNvPr id="1482" name="Google Shape;1482;p48"/>
            <p:cNvSpPr/>
            <p:nvPr/>
          </p:nvSpPr>
          <p:spPr>
            <a:xfrm>
              <a:off x="8943687" y="2795671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8"/>
            <p:cNvSpPr/>
            <p:nvPr/>
          </p:nvSpPr>
          <p:spPr>
            <a:xfrm>
              <a:off x="8943687" y="2944233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8"/>
            <p:cNvSpPr/>
            <p:nvPr/>
          </p:nvSpPr>
          <p:spPr>
            <a:xfrm>
              <a:off x="8987995" y="2898979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8"/>
            <p:cNvSpPr/>
            <p:nvPr/>
          </p:nvSpPr>
          <p:spPr>
            <a:xfrm>
              <a:off x="8839387" y="2898979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6" name="Google Shape;1486;p48"/>
          <p:cNvGrpSpPr/>
          <p:nvPr/>
        </p:nvGrpSpPr>
        <p:grpSpPr>
          <a:xfrm rot="5400000">
            <a:off x="3028216" y="347008"/>
            <a:ext cx="165326" cy="166061"/>
            <a:chOff x="5272527" y="4855649"/>
            <a:chExt cx="165326" cy="166061"/>
          </a:xfrm>
        </p:grpSpPr>
        <p:sp>
          <p:nvSpPr>
            <p:cNvPr id="1487" name="Google Shape;1487;p48"/>
            <p:cNvSpPr/>
            <p:nvPr/>
          </p:nvSpPr>
          <p:spPr>
            <a:xfrm>
              <a:off x="5351098" y="4855649"/>
              <a:ext cx="8930" cy="5415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8"/>
            <p:cNvSpPr/>
            <p:nvPr/>
          </p:nvSpPr>
          <p:spPr>
            <a:xfrm>
              <a:off x="5351098" y="4967556"/>
              <a:ext cx="8930" cy="5415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8"/>
            <p:cNvSpPr/>
            <p:nvPr/>
          </p:nvSpPr>
          <p:spPr>
            <a:xfrm>
              <a:off x="5384476" y="4933468"/>
              <a:ext cx="53377" cy="967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8"/>
            <p:cNvSpPr/>
            <p:nvPr/>
          </p:nvSpPr>
          <p:spPr>
            <a:xfrm>
              <a:off x="5272527" y="4933468"/>
              <a:ext cx="53411" cy="967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4" name="Google Shape;1504;p48"/>
          <p:cNvSpPr txBox="1"/>
          <p:nvPr/>
        </p:nvSpPr>
        <p:spPr>
          <a:xfrm>
            <a:off x="21876" y="1659294"/>
            <a:ext cx="3417952" cy="250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sz="1800" dirty="0">
                <a:solidFill>
                  <a:schemeClr val="tx2">
                    <a:lumMod val="75000"/>
                  </a:schemeClr>
                </a:solidFill>
              </a:rPr>
              <a:t>Un modelo de negocio es </a:t>
            </a:r>
            <a:r>
              <a:rPr lang="es-MX" sz="1800" b="1" dirty="0">
                <a:solidFill>
                  <a:schemeClr val="tx2">
                    <a:lumMod val="75000"/>
                  </a:schemeClr>
                </a:solidFill>
              </a:rPr>
              <a:t>la forma en que una organización crea, entrega y captura valor. </a:t>
            </a:r>
            <a:r>
              <a:rPr lang="es-MX" sz="1800" dirty="0">
                <a:solidFill>
                  <a:schemeClr val="tx2">
                    <a:lumMod val="75000"/>
                  </a:schemeClr>
                </a:solidFill>
              </a:rPr>
              <a:t>Es un marco que define cómo una empresa opera y genera ingresos. </a:t>
            </a:r>
            <a:endParaRPr sz="1800" b="1" dirty="0">
              <a:solidFill>
                <a:schemeClr val="tx2">
                  <a:lumMod val="75000"/>
                </a:schemeClr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508" name="Google Shape;1508;p48"/>
          <p:cNvSpPr txBox="1"/>
          <p:nvPr/>
        </p:nvSpPr>
        <p:spPr>
          <a:xfrm>
            <a:off x="5790202" y="1119576"/>
            <a:ext cx="3222207" cy="42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sz="1800" dirty="0">
                <a:solidFill>
                  <a:schemeClr val="tx2">
                    <a:lumMod val="75000"/>
                  </a:schemeClr>
                </a:solidFill>
              </a:rPr>
              <a:t>Los componentes clave de un modelo de negocio incluyen: </a:t>
            </a:r>
            <a:endParaRPr lang="es-MX" sz="1800" b="1" dirty="0">
              <a:solidFill>
                <a:schemeClr val="tx2">
                  <a:lumMod val="75000"/>
                </a:schemeClr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509" name="Google Shape;1509;p48"/>
          <p:cNvSpPr txBox="1"/>
          <p:nvPr/>
        </p:nvSpPr>
        <p:spPr>
          <a:xfrm>
            <a:off x="6377799" y="2572420"/>
            <a:ext cx="2634610" cy="27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latin typeface="Poppins"/>
                <a:ea typeface="Poppins"/>
                <a:cs typeface="Poppins"/>
                <a:sym typeface="Poppins"/>
              </a:rPr>
              <a:t>Oferta de producto o servicio.</a:t>
            </a:r>
          </a:p>
        </p:txBody>
      </p:sp>
      <p:sp>
        <p:nvSpPr>
          <p:cNvPr id="1510" name="Google Shape;1510;p48"/>
          <p:cNvSpPr txBox="1"/>
          <p:nvPr/>
        </p:nvSpPr>
        <p:spPr>
          <a:xfrm>
            <a:off x="6344000" y="1881968"/>
            <a:ext cx="20739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latin typeface="Poppins"/>
                <a:ea typeface="Poppins"/>
                <a:cs typeface="Poppins"/>
                <a:sym typeface="Poppins"/>
              </a:rPr>
              <a:t> Identificar a sus Clientes.</a:t>
            </a:r>
          </a:p>
        </p:txBody>
      </p:sp>
      <p:sp>
        <p:nvSpPr>
          <p:cNvPr id="1540" name="Google Shape;1540;p48"/>
          <p:cNvSpPr/>
          <p:nvPr/>
        </p:nvSpPr>
        <p:spPr>
          <a:xfrm>
            <a:off x="6311825" y="3390325"/>
            <a:ext cx="119700" cy="11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48"/>
          <p:cNvSpPr/>
          <p:nvPr/>
        </p:nvSpPr>
        <p:spPr>
          <a:xfrm>
            <a:off x="6251975" y="1945600"/>
            <a:ext cx="119700" cy="11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3" name="Google Shape;1543;p48"/>
          <p:cNvGrpSpPr/>
          <p:nvPr/>
        </p:nvGrpSpPr>
        <p:grpSpPr>
          <a:xfrm>
            <a:off x="3336363" y="1293186"/>
            <a:ext cx="2471236" cy="3032070"/>
            <a:chOff x="3336363" y="1293186"/>
            <a:chExt cx="2471236" cy="3032070"/>
          </a:xfrm>
        </p:grpSpPr>
        <p:sp>
          <p:nvSpPr>
            <p:cNvPr id="1544" name="Google Shape;1544;p48"/>
            <p:cNvSpPr/>
            <p:nvPr/>
          </p:nvSpPr>
          <p:spPr>
            <a:xfrm>
              <a:off x="3336363" y="1385960"/>
              <a:ext cx="2471236" cy="2786150"/>
            </a:xfrm>
            <a:custGeom>
              <a:avLst/>
              <a:gdLst/>
              <a:ahLst/>
              <a:cxnLst/>
              <a:rect l="l" t="t" r="r" b="b"/>
              <a:pathLst>
                <a:path w="130546" h="141411" extrusionOk="0">
                  <a:moveTo>
                    <a:pt x="61165" y="0"/>
                  </a:moveTo>
                  <a:lnTo>
                    <a:pt x="56336" y="134"/>
                  </a:lnTo>
                  <a:lnTo>
                    <a:pt x="51575" y="604"/>
                  </a:lnTo>
                  <a:lnTo>
                    <a:pt x="46846" y="1341"/>
                  </a:lnTo>
                  <a:lnTo>
                    <a:pt x="42185" y="2414"/>
                  </a:lnTo>
                  <a:lnTo>
                    <a:pt x="37625" y="3789"/>
                  </a:lnTo>
                  <a:lnTo>
                    <a:pt x="33165" y="5466"/>
                  </a:lnTo>
                  <a:lnTo>
                    <a:pt x="28806" y="7444"/>
                  </a:lnTo>
                  <a:lnTo>
                    <a:pt x="24614" y="9691"/>
                  </a:lnTo>
                  <a:lnTo>
                    <a:pt x="20590" y="12240"/>
                  </a:lnTo>
                  <a:lnTo>
                    <a:pt x="18645" y="13615"/>
                  </a:lnTo>
                  <a:lnTo>
                    <a:pt x="17337" y="14587"/>
                  </a:lnTo>
                  <a:lnTo>
                    <a:pt x="14822" y="16666"/>
                  </a:lnTo>
                  <a:lnTo>
                    <a:pt x="12408" y="18913"/>
                  </a:lnTo>
                  <a:lnTo>
                    <a:pt x="10161" y="21294"/>
                  </a:lnTo>
                  <a:lnTo>
                    <a:pt x="8082" y="23842"/>
                  </a:lnTo>
                  <a:lnTo>
                    <a:pt x="6204" y="26558"/>
                  </a:lnTo>
                  <a:lnTo>
                    <a:pt x="4561" y="29409"/>
                  </a:lnTo>
                  <a:lnTo>
                    <a:pt x="3186" y="32393"/>
                  </a:lnTo>
                  <a:lnTo>
                    <a:pt x="2582" y="33969"/>
                  </a:lnTo>
                  <a:lnTo>
                    <a:pt x="1878" y="36082"/>
                  </a:lnTo>
                  <a:lnTo>
                    <a:pt x="839" y="40441"/>
                  </a:lnTo>
                  <a:lnTo>
                    <a:pt x="235" y="44901"/>
                  </a:lnTo>
                  <a:lnTo>
                    <a:pt x="0" y="49395"/>
                  </a:lnTo>
                  <a:lnTo>
                    <a:pt x="101" y="53922"/>
                  </a:lnTo>
                  <a:lnTo>
                    <a:pt x="503" y="58482"/>
                  </a:lnTo>
                  <a:lnTo>
                    <a:pt x="1476" y="65256"/>
                  </a:lnTo>
                  <a:lnTo>
                    <a:pt x="2348" y="69716"/>
                  </a:lnTo>
                  <a:lnTo>
                    <a:pt x="3119" y="73203"/>
                  </a:lnTo>
                  <a:lnTo>
                    <a:pt x="4997" y="80380"/>
                  </a:lnTo>
                  <a:lnTo>
                    <a:pt x="6305" y="85812"/>
                  </a:lnTo>
                  <a:lnTo>
                    <a:pt x="6942" y="89434"/>
                  </a:lnTo>
                  <a:lnTo>
                    <a:pt x="7344" y="92988"/>
                  </a:lnTo>
                  <a:lnTo>
                    <a:pt x="7378" y="96543"/>
                  </a:lnTo>
                  <a:lnTo>
                    <a:pt x="7244" y="98253"/>
                  </a:lnTo>
                  <a:lnTo>
                    <a:pt x="7042" y="100131"/>
                  </a:lnTo>
                  <a:lnTo>
                    <a:pt x="6908" y="103886"/>
                  </a:lnTo>
                  <a:lnTo>
                    <a:pt x="7042" y="107609"/>
                  </a:lnTo>
                  <a:lnTo>
                    <a:pt x="7512" y="111297"/>
                  </a:lnTo>
                  <a:lnTo>
                    <a:pt x="8350" y="114919"/>
                  </a:lnTo>
                  <a:lnTo>
                    <a:pt x="9557" y="118440"/>
                  </a:lnTo>
                  <a:lnTo>
                    <a:pt x="11201" y="121860"/>
                  </a:lnTo>
                  <a:lnTo>
                    <a:pt x="13313" y="125113"/>
                  </a:lnTo>
                  <a:lnTo>
                    <a:pt x="14554" y="126656"/>
                  </a:lnTo>
                  <a:lnTo>
                    <a:pt x="15359" y="127594"/>
                  </a:lnTo>
                  <a:lnTo>
                    <a:pt x="17102" y="129372"/>
                  </a:lnTo>
                  <a:lnTo>
                    <a:pt x="18947" y="130981"/>
                  </a:lnTo>
                  <a:lnTo>
                    <a:pt x="20925" y="132490"/>
                  </a:lnTo>
                  <a:lnTo>
                    <a:pt x="24044" y="134502"/>
                  </a:lnTo>
                  <a:lnTo>
                    <a:pt x="28504" y="136716"/>
                  </a:lnTo>
                  <a:lnTo>
                    <a:pt x="33299" y="138459"/>
                  </a:lnTo>
                  <a:lnTo>
                    <a:pt x="38329" y="139767"/>
                  </a:lnTo>
                  <a:lnTo>
                    <a:pt x="43560" y="140673"/>
                  </a:lnTo>
                  <a:lnTo>
                    <a:pt x="48892" y="141209"/>
                  </a:lnTo>
                  <a:lnTo>
                    <a:pt x="54291" y="141410"/>
                  </a:lnTo>
                  <a:lnTo>
                    <a:pt x="59723" y="141276"/>
                  </a:lnTo>
                  <a:lnTo>
                    <a:pt x="65089" y="140907"/>
                  </a:lnTo>
                  <a:lnTo>
                    <a:pt x="70320" y="140270"/>
                  </a:lnTo>
                  <a:lnTo>
                    <a:pt x="75417" y="139398"/>
                  </a:lnTo>
                  <a:lnTo>
                    <a:pt x="80279" y="138359"/>
                  </a:lnTo>
                  <a:lnTo>
                    <a:pt x="84873" y="137185"/>
                  </a:lnTo>
                  <a:lnTo>
                    <a:pt x="89099" y="135877"/>
                  </a:lnTo>
                  <a:lnTo>
                    <a:pt x="91043" y="135173"/>
                  </a:lnTo>
                  <a:lnTo>
                    <a:pt x="92787" y="134536"/>
                  </a:lnTo>
                  <a:lnTo>
                    <a:pt x="96241" y="133060"/>
                  </a:lnTo>
                  <a:lnTo>
                    <a:pt x="99628" y="131384"/>
                  </a:lnTo>
                  <a:lnTo>
                    <a:pt x="102948" y="129472"/>
                  </a:lnTo>
                  <a:lnTo>
                    <a:pt x="106100" y="127293"/>
                  </a:lnTo>
                  <a:lnTo>
                    <a:pt x="109051" y="124878"/>
                  </a:lnTo>
                  <a:lnTo>
                    <a:pt x="111700" y="122196"/>
                  </a:lnTo>
                  <a:lnTo>
                    <a:pt x="114081" y="119245"/>
                  </a:lnTo>
                  <a:lnTo>
                    <a:pt x="115087" y="117635"/>
                  </a:lnTo>
                  <a:lnTo>
                    <a:pt x="116093" y="115891"/>
                  </a:lnTo>
                  <a:lnTo>
                    <a:pt x="117635" y="112203"/>
                  </a:lnTo>
                  <a:lnTo>
                    <a:pt x="118641" y="108313"/>
                  </a:lnTo>
                  <a:lnTo>
                    <a:pt x="119077" y="104356"/>
                  </a:lnTo>
                  <a:lnTo>
                    <a:pt x="119044" y="102344"/>
                  </a:lnTo>
                  <a:lnTo>
                    <a:pt x="118809" y="99058"/>
                  </a:lnTo>
                  <a:lnTo>
                    <a:pt x="118507" y="93961"/>
                  </a:lnTo>
                  <a:lnTo>
                    <a:pt x="118708" y="91479"/>
                  </a:lnTo>
                  <a:lnTo>
                    <a:pt x="119010" y="89869"/>
                  </a:lnTo>
                  <a:lnTo>
                    <a:pt x="119245" y="89132"/>
                  </a:lnTo>
                  <a:lnTo>
                    <a:pt x="119782" y="87656"/>
                  </a:lnTo>
                  <a:lnTo>
                    <a:pt x="121089" y="84974"/>
                  </a:lnTo>
                  <a:lnTo>
                    <a:pt x="123370" y="81251"/>
                  </a:lnTo>
                  <a:lnTo>
                    <a:pt x="125818" y="77630"/>
                  </a:lnTo>
                  <a:lnTo>
                    <a:pt x="127327" y="75115"/>
                  </a:lnTo>
                  <a:lnTo>
                    <a:pt x="128601" y="72432"/>
                  </a:lnTo>
                  <a:lnTo>
                    <a:pt x="129607" y="69515"/>
                  </a:lnTo>
                  <a:lnTo>
                    <a:pt x="129942" y="67939"/>
                  </a:lnTo>
                  <a:lnTo>
                    <a:pt x="130278" y="65759"/>
                  </a:lnTo>
                  <a:lnTo>
                    <a:pt x="130445" y="63613"/>
                  </a:lnTo>
                  <a:lnTo>
                    <a:pt x="130546" y="61299"/>
                  </a:lnTo>
                  <a:lnTo>
                    <a:pt x="130378" y="56806"/>
                  </a:lnTo>
                  <a:lnTo>
                    <a:pt x="129741" y="52413"/>
                  </a:lnTo>
                  <a:lnTo>
                    <a:pt x="128735" y="48087"/>
                  </a:lnTo>
                  <a:lnTo>
                    <a:pt x="127293" y="43895"/>
                  </a:lnTo>
                  <a:lnTo>
                    <a:pt x="125549" y="39804"/>
                  </a:lnTo>
                  <a:lnTo>
                    <a:pt x="123437" y="35881"/>
                  </a:lnTo>
                  <a:lnTo>
                    <a:pt x="121056" y="32058"/>
                  </a:lnTo>
                  <a:lnTo>
                    <a:pt x="118373" y="28436"/>
                  </a:lnTo>
                  <a:lnTo>
                    <a:pt x="115422" y="24949"/>
                  </a:lnTo>
                  <a:lnTo>
                    <a:pt x="112270" y="21663"/>
                  </a:lnTo>
                  <a:lnTo>
                    <a:pt x="108917" y="18578"/>
                  </a:lnTo>
                  <a:lnTo>
                    <a:pt x="105396" y="15694"/>
                  </a:lnTo>
                  <a:lnTo>
                    <a:pt x="101707" y="13011"/>
                  </a:lnTo>
                  <a:lnTo>
                    <a:pt x="97918" y="10530"/>
                  </a:lnTo>
                  <a:lnTo>
                    <a:pt x="93994" y="8316"/>
                  </a:lnTo>
                  <a:lnTo>
                    <a:pt x="92016" y="7310"/>
                  </a:lnTo>
                  <a:lnTo>
                    <a:pt x="89736" y="6237"/>
                  </a:lnTo>
                  <a:lnTo>
                    <a:pt x="85108" y="4326"/>
                  </a:lnTo>
                  <a:lnTo>
                    <a:pt x="80413" y="2783"/>
                  </a:lnTo>
                  <a:lnTo>
                    <a:pt x="75618" y="1576"/>
                  </a:lnTo>
                  <a:lnTo>
                    <a:pt x="70823" y="738"/>
                  </a:lnTo>
                  <a:lnTo>
                    <a:pt x="65994" y="201"/>
                  </a:lnTo>
                  <a:lnTo>
                    <a:pt x="611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8"/>
            <p:cNvSpPr/>
            <p:nvPr/>
          </p:nvSpPr>
          <p:spPr>
            <a:xfrm>
              <a:off x="3960735" y="2214656"/>
              <a:ext cx="44273" cy="189160"/>
            </a:xfrm>
            <a:custGeom>
              <a:avLst/>
              <a:gdLst/>
              <a:ahLst/>
              <a:cxnLst/>
              <a:rect l="l" t="t" r="r" b="b"/>
              <a:pathLst>
                <a:path w="2080" h="8887" extrusionOk="0">
                  <a:moveTo>
                    <a:pt x="1912" y="0"/>
                  </a:moveTo>
                  <a:lnTo>
                    <a:pt x="1107" y="134"/>
                  </a:lnTo>
                  <a:lnTo>
                    <a:pt x="638" y="637"/>
                  </a:lnTo>
                  <a:lnTo>
                    <a:pt x="504" y="1107"/>
                  </a:lnTo>
                  <a:lnTo>
                    <a:pt x="303" y="2482"/>
                  </a:lnTo>
                  <a:lnTo>
                    <a:pt x="34" y="5701"/>
                  </a:lnTo>
                  <a:lnTo>
                    <a:pt x="1" y="7478"/>
                  </a:lnTo>
                  <a:lnTo>
                    <a:pt x="101" y="8015"/>
                  </a:lnTo>
                  <a:lnTo>
                    <a:pt x="235" y="8384"/>
                  </a:lnTo>
                  <a:lnTo>
                    <a:pt x="806" y="8786"/>
                  </a:lnTo>
                  <a:lnTo>
                    <a:pt x="1778" y="8887"/>
                  </a:lnTo>
                  <a:lnTo>
                    <a:pt x="1979" y="8853"/>
                  </a:lnTo>
                  <a:lnTo>
                    <a:pt x="2080" y="34"/>
                  </a:lnTo>
                  <a:lnTo>
                    <a:pt x="1912" y="0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8"/>
            <p:cNvSpPr/>
            <p:nvPr/>
          </p:nvSpPr>
          <p:spPr>
            <a:xfrm>
              <a:off x="3937897" y="2430912"/>
              <a:ext cx="60705" cy="191310"/>
            </a:xfrm>
            <a:custGeom>
              <a:avLst/>
              <a:gdLst/>
              <a:ahLst/>
              <a:cxnLst/>
              <a:rect l="l" t="t" r="r" b="b"/>
              <a:pathLst>
                <a:path w="2852" h="8988" extrusionOk="0">
                  <a:moveTo>
                    <a:pt x="2650" y="1"/>
                  </a:moveTo>
                  <a:lnTo>
                    <a:pt x="1778" y="68"/>
                  </a:lnTo>
                  <a:lnTo>
                    <a:pt x="1275" y="370"/>
                  </a:lnTo>
                  <a:lnTo>
                    <a:pt x="1174" y="672"/>
                  </a:lnTo>
                  <a:lnTo>
                    <a:pt x="906" y="1912"/>
                  </a:lnTo>
                  <a:lnTo>
                    <a:pt x="269" y="5400"/>
                  </a:lnTo>
                  <a:lnTo>
                    <a:pt x="1" y="7412"/>
                  </a:lnTo>
                  <a:lnTo>
                    <a:pt x="1" y="8015"/>
                  </a:lnTo>
                  <a:lnTo>
                    <a:pt x="34" y="8250"/>
                  </a:lnTo>
                  <a:lnTo>
                    <a:pt x="235" y="8585"/>
                  </a:lnTo>
                  <a:lnTo>
                    <a:pt x="671" y="8887"/>
                  </a:lnTo>
                  <a:lnTo>
                    <a:pt x="1778" y="8988"/>
                  </a:lnTo>
                  <a:lnTo>
                    <a:pt x="2013" y="8954"/>
                  </a:lnTo>
                  <a:lnTo>
                    <a:pt x="2851" y="68"/>
                  </a:lnTo>
                  <a:lnTo>
                    <a:pt x="2650" y="1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8"/>
            <p:cNvSpPr/>
            <p:nvPr/>
          </p:nvSpPr>
          <p:spPr>
            <a:xfrm>
              <a:off x="3965014" y="2055487"/>
              <a:ext cx="343348" cy="725904"/>
            </a:xfrm>
            <a:custGeom>
              <a:avLst/>
              <a:gdLst/>
              <a:ahLst/>
              <a:cxnLst/>
              <a:rect l="l" t="t" r="r" b="b"/>
              <a:pathLst>
                <a:path w="16131" h="34104" extrusionOk="0">
                  <a:moveTo>
                    <a:pt x="14320" y="0"/>
                  </a:moveTo>
                  <a:lnTo>
                    <a:pt x="13750" y="34"/>
                  </a:lnTo>
                  <a:lnTo>
                    <a:pt x="13180" y="269"/>
                  </a:lnTo>
                  <a:lnTo>
                    <a:pt x="12878" y="503"/>
                  </a:lnTo>
                  <a:lnTo>
                    <a:pt x="10631" y="1442"/>
                  </a:lnTo>
                  <a:lnTo>
                    <a:pt x="5668" y="3756"/>
                  </a:lnTo>
                  <a:lnTo>
                    <a:pt x="4662" y="4259"/>
                  </a:lnTo>
                  <a:lnTo>
                    <a:pt x="3052" y="5332"/>
                  </a:lnTo>
                  <a:lnTo>
                    <a:pt x="1912" y="6539"/>
                  </a:lnTo>
                  <a:lnTo>
                    <a:pt x="1409" y="7646"/>
                  </a:lnTo>
                  <a:lnTo>
                    <a:pt x="1275" y="8451"/>
                  </a:lnTo>
                  <a:lnTo>
                    <a:pt x="1242" y="8887"/>
                  </a:lnTo>
                  <a:lnTo>
                    <a:pt x="1242" y="11234"/>
                  </a:lnTo>
                  <a:lnTo>
                    <a:pt x="1040" y="16767"/>
                  </a:lnTo>
                  <a:lnTo>
                    <a:pt x="638" y="20657"/>
                  </a:lnTo>
                  <a:lnTo>
                    <a:pt x="303" y="22401"/>
                  </a:lnTo>
                  <a:lnTo>
                    <a:pt x="135" y="23239"/>
                  </a:lnTo>
                  <a:lnTo>
                    <a:pt x="1" y="24949"/>
                  </a:lnTo>
                  <a:lnTo>
                    <a:pt x="34" y="26626"/>
                  </a:lnTo>
                  <a:lnTo>
                    <a:pt x="303" y="28202"/>
                  </a:lnTo>
                  <a:lnTo>
                    <a:pt x="772" y="29677"/>
                  </a:lnTo>
                  <a:lnTo>
                    <a:pt x="1476" y="30952"/>
                  </a:lnTo>
                  <a:lnTo>
                    <a:pt x="2382" y="32058"/>
                  </a:lnTo>
                  <a:lnTo>
                    <a:pt x="3522" y="32897"/>
                  </a:lnTo>
                  <a:lnTo>
                    <a:pt x="4193" y="33198"/>
                  </a:lnTo>
                  <a:lnTo>
                    <a:pt x="5567" y="33701"/>
                  </a:lnTo>
                  <a:lnTo>
                    <a:pt x="8217" y="34104"/>
                  </a:lnTo>
                  <a:lnTo>
                    <a:pt x="10027" y="34003"/>
                  </a:lnTo>
                  <a:lnTo>
                    <a:pt x="11100" y="33768"/>
                  </a:lnTo>
                  <a:lnTo>
                    <a:pt x="12073" y="33366"/>
                  </a:lnTo>
                  <a:lnTo>
                    <a:pt x="12878" y="32863"/>
                  </a:lnTo>
                  <a:lnTo>
                    <a:pt x="13213" y="32561"/>
                  </a:lnTo>
                  <a:lnTo>
                    <a:pt x="13515" y="32226"/>
                  </a:lnTo>
                  <a:lnTo>
                    <a:pt x="14051" y="31354"/>
                  </a:lnTo>
                  <a:lnTo>
                    <a:pt x="14789" y="29711"/>
                  </a:lnTo>
                  <a:lnTo>
                    <a:pt x="15493" y="27129"/>
                  </a:lnTo>
                  <a:lnTo>
                    <a:pt x="15929" y="24580"/>
                  </a:lnTo>
                  <a:lnTo>
                    <a:pt x="16030" y="23440"/>
                  </a:lnTo>
                  <a:lnTo>
                    <a:pt x="16130" y="12072"/>
                  </a:lnTo>
                  <a:lnTo>
                    <a:pt x="16030" y="2180"/>
                  </a:lnTo>
                  <a:lnTo>
                    <a:pt x="15963" y="1644"/>
                  </a:lnTo>
                  <a:lnTo>
                    <a:pt x="15460" y="671"/>
                  </a:lnTo>
                  <a:lnTo>
                    <a:pt x="14823" y="168"/>
                  </a:lnTo>
                  <a:lnTo>
                    <a:pt x="14320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8"/>
            <p:cNvSpPr/>
            <p:nvPr/>
          </p:nvSpPr>
          <p:spPr>
            <a:xfrm>
              <a:off x="4001432" y="2610791"/>
              <a:ext cx="291945" cy="170599"/>
            </a:xfrm>
            <a:custGeom>
              <a:avLst/>
              <a:gdLst/>
              <a:ahLst/>
              <a:cxnLst/>
              <a:rect l="l" t="t" r="r" b="b"/>
              <a:pathLst>
                <a:path w="13716" h="8015" extrusionOk="0">
                  <a:moveTo>
                    <a:pt x="10362" y="0"/>
                  </a:moveTo>
                  <a:lnTo>
                    <a:pt x="8652" y="34"/>
                  </a:lnTo>
                  <a:lnTo>
                    <a:pt x="6807" y="269"/>
                  </a:lnTo>
                  <a:lnTo>
                    <a:pt x="4091" y="906"/>
                  </a:lnTo>
                  <a:lnTo>
                    <a:pt x="1878" y="1778"/>
                  </a:lnTo>
                  <a:lnTo>
                    <a:pt x="872" y="2381"/>
                  </a:lnTo>
                  <a:lnTo>
                    <a:pt x="604" y="2717"/>
                  </a:lnTo>
                  <a:lnTo>
                    <a:pt x="369" y="3018"/>
                  </a:lnTo>
                  <a:lnTo>
                    <a:pt x="101" y="3655"/>
                  </a:lnTo>
                  <a:lnTo>
                    <a:pt x="0" y="4360"/>
                  </a:lnTo>
                  <a:lnTo>
                    <a:pt x="67" y="5097"/>
                  </a:lnTo>
                  <a:lnTo>
                    <a:pt x="168" y="5433"/>
                  </a:lnTo>
                  <a:lnTo>
                    <a:pt x="637" y="5969"/>
                  </a:lnTo>
                  <a:lnTo>
                    <a:pt x="1811" y="6808"/>
                  </a:lnTo>
                  <a:lnTo>
                    <a:pt x="2448" y="7109"/>
                  </a:lnTo>
                  <a:lnTo>
                    <a:pt x="3823" y="7612"/>
                  </a:lnTo>
                  <a:lnTo>
                    <a:pt x="6506" y="8015"/>
                  </a:lnTo>
                  <a:lnTo>
                    <a:pt x="8283" y="7914"/>
                  </a:lnTo>
                  <a:lnTo>
                    <a:pt x="9389" y="7679"/>
                  </a:lnTo>
                  <a:lnTo>
                    <a:pt x="10328" y="7277"/>
                  </a:lnTo>
                  <a:lnTo>
                    <a:pt x="11133" y="6774"/>
                  </a:lnTo>
                  <a:lnTo>
                    <a:pt x="11469" y="6472"/>
                  </a:lnTo>
                  <a:lnTo>
                    <a:pt x="11837" y="6070"/>
                  </a:lnTo>
                  <a:lnTo>
                    <a:pt x="12508" y="4963"/>
                  </a:lnTo>
                  <a:lnTo>
                    <a:pt x="13346" y="2851"/>
                  </a:lnTo>
                  <a:lnTo>
                    <a:pt x="13715" y="1241"/>
                  </a:lnTo>
                  <a:lnTo>
                    <a:pt x="13112" y="738"/>
                  </a:lnTo>
                  <a:lnTo>
                    <a:pt x="12441" y="403"/>
                  </a:lnTo>
                  <a:lnTo>
                    <a:pt x="11837" y="202"/>
                  </a:lnTo>
                  <a:lnTo>
                    <a:pt x="10362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8"/>
            <p:cNvSpPr/>
            <p:nvPr/>
          </p:nvSpPr>
          <p:spPr>
            <a:xfrm>
              <a:off x="4083507" y="2575096"/>
              <a:ext cx="688804" cy="1750159"/>
            </a:xfrm>
            <a:custGeom>
              <a:avLst/>
              <a:gdLst/>
              <a:ahLst/>
              <a:cxnLst/>
              <a:rect l="l" t="t" r="r" b="b"/>
              <a:pathLst>
                <a:path w="32361" h="82225" extrusionOk="0">
                  <a:moveTo>
                    <a:pt x="8786" y="1"/>
                  </a:moveTo>
                  <a:lnTo>
                    <a:pt x="8350" y="1510"/>
                  </a:lnTo>
                  <a:lnTo>
                    <a:pt x="6439" y="9558"/>
                  </a:lnTo>
                  <a:lnTo>
                    <a:pt x="5701" y="13783"/>
                  </a:lnTo>
                  <a:lnTo>
                    <a:pt x="5433" y="16197"/>
                  </a:lnTo>
                  <a:lnTo>
                    <a:pt x="5433" y="17170"/>
                  </a:lnTo>
                  <a:lnTo>
                    <a:pt x="5466" y="18142"/>
                  </a:lnTo>
                  <a:lnTo>
                    <a:pt x="5768" y="20523"/>
                  </a:lnTo>
                  <a:lnTo>
                    <a:pt x="6506" y="24681"/>
                  </a:lnTo>
                  <a:lnTo>
                    <a:pt x="7847" y="30382"/>
                  </a:lnTo>
                  <a:lnTo>
                    <a:pt x="9088" y="34708"/>
                  </a:lnTo>
                  <a:lnTo>
                    <a:pt x="9524" y="35714"/>
                  </a:lnTo>
                  <a:lnTo>
                    <a:pt x="9826" y="36384"/>
                  </a:lnTo>
                  <a:lnTo>
                    <a:pt x="10195" y="37457"/>
                  </a:lnTo>
                  <a:lnTo>
                    <a:pt x="10161" y="38363"/>
                  </a:lnTo>
                  <a:lnTo>
                    <a:pt x="9692" y="39369"/>
                  </a:lnTo>
                  <a:lnTo>
                    <a:pt x="9323" y="40006"/>
                  </a:lnTo>
                  <a:lnTo>
                    <a:pt x="8082" y="41783"/>
                  </a:lnTo>
                  <a:lnTo>
                    <a:pt x="5835" y="45707"/>
                  </a:lnTo>
                  <a:lnTo>
                    <a:pt x="5064" y="47484"/>
                  </a:lnTo>
                  <a:lnTo>
                    <a:pt x="4427" y="49395"/>
                  </a:lnTo>
                  <a:lnTo>
                    <a:pt x="4024" y="51374"/>
                  </a:lnTo>
                  <a:lnTo>
                    <a:pt x="3957" y="52380"/>
                  </a:lnTo>
                  <a:lnTo>
                    <a:pt x="3857" y="57242"/>
                  </a:lnTo>
                  <a:lnTo>
                    <a:pt x="3957" y="68912"/>
                  </a:lnTo>
                  <a:lnTo>
                    <a:pt x="3857" y="71259"/>
                  </a:lnTo>
                  <a:lnTo>
                    <a:pt x="3656" y="71863"/>
                  </a:lnTo>
                  <a:lnTo>
                    <a:pt x="2415" y="74176"/>
                  </a:lnTo>
                  <a:lnTo>
                    <a:pt x="939" y="77027"/>
                  </a:lnTo>
                  <a:lnTo>
                    <a:pt x="168" y="79039"/>
                  </a:lnTo>
                  <a:lnTo>
                    <a:pt x="0" y="80145"/>
                  </a:lnTo>
                  <a:lnTo>
                    <a:pt x="101" y="80581"/>
                  </a:lnTo>
                  <a:lnTo>
                    <a:pt x="202" y="80950"/>
                  </a:lnTo>
                  <a:lnTo>
                    <a:pt x="571" y="81420"/>
                  </a:lnTo>
                  <a:lnTo>
                    <a:pt x="1040" y="81654"/>
                  </a:lnTo>
                  <a:lnTo>
                    <a:pt x="1543" y="81654"/>
                  </a:lnTo>
                  <a:lnTo>
                    <a:pt x="2314" y="81353"/>
                  </a:lnTo>
                  <a:lnTo>
                    <a:pt x="3186" y="80581"/>
                  </a:lnTo>
                  <a:lnTo>
                    <a:pt x="3454" y="80145"/>
                  </a:lnTo>
                  <a:lnTo>
                    <a:pt x="4494" y="77262"/>
                  </a:lnTo>
                  <a:lnTo>
                    <a:pt x="5332" y="74378"/>
                  </a:lnTo>
                  <a:lnTo>
                    <a:pt x="5735" y="72332"/>
                  </a:lnTo>
                  <a:lnTo>
                    <a:pt x="6271" y="69884"/>
                  </a:lnTo>
                  <a:lnTo>
                    <a:pt x="6975" y="67537"/>
                  </a:lnTo>
                  <a:lnTo>
                    <a:pt x="10329" y="57712"/>
                  </a:lnTo>
                  <a:lnTo>
                    <a:pt x="11603" y="54492"/>
                  </a:lnTo>
                  <a:lnTo>
                    <a:pt x="14587" y="47517"/>
                  </a:lnTo>
                  <a:lnTo>
                    <a:pt x="16868" y="42521"/>
                  </a:lnTo>
                  <a:lnTo>
                    <a:pt x="17069" y="42052"/>
                  </a:lnTo>
                  <a:lnTo>
                    <a:pt x="17505" y="40610"/>
                  </a:lnTo>
                  <a:lnTo>
                    <a:pt x="17941" y="38363"/>
                  </a:lnTo>
                  <a:lnTo>
                    <a:pt x="18008" y="37927"/>
                  </a:lnTo>
                  <a:lnTo>
                    <a:pt x="18041" y="39671"/>
                  </a:lnTo>
                  <a:lnTo>
                    <a:pt x="18444" y="48389"/>
                  </a:lnTo>
                  <a:lnTo>
                    <a:pt x="18813" y="53788"/>
                  </a:lnTo>
                  <a:lnTo>
                    <a:pt x="19047" y="55431"/>
                  </a:lnTo>
                  <a:lnTo>
                    <a:pt x="19282" y="56940"/>
                  </a:lnTo>
                  <a:lnTo>
                    <a:pt x="19584" y="61635"/>
                  </a:lnTo>
                  <a:lnTo>
                    <a:pt x="19852" y="69448"/>
                  </a:lnTo>
                  <a:lnTo>
                    <a:pt x="19886" y="72399"/>
                  </a:lnTo>
                  <a:lnTo>
                    <a:pt x="19852" y="73372"/>
                  </a:lnTo>
                  <a:lnTo>
                    <a:pt x="19550" y="75417"/>
                  </a:lnTo>
                  <a:lnTo>
                    <a:pt x="19249" y="77295"/>
                  </a:lnTo>
                  <a:lnTo>
                    <a:pt x="19182" y="78335"/>
                  </a:lnTo>
                  <a:lnTo>
                    <a:pt x="19249" y="78771"/>
                  </a:lnTo>
                  <a:lnTo>
                    <a:pt x="19383" y="78905"/>
                  </a:lnTo>
                  <a:lnTo>
                    <a:pt x="19651" y="79072"/>
                  </a:lnTo>
                  <a:lnTo>
                    <a:pt x="20657" y="79408"/>
                  </a:lnTo>
                  <a:lnTo>
                    <a:pt x="22300" y="79810"/>
                  </a:lnTo>
                  <a:lnTo>
                    <a:pt x="22837" y="80045"/>
                  </a:lnTo>
                  <a:lnTo>
                    <a:pt x="24446" y="80950"/>
                  </a:lnTo>
                  <a:lnTo>
                    <a:pt x="26693" y="81923"/>
                  </a:lnTo>
                  <a:lnTo>
                    <a:pt x="27062" y="82090"/>
                  </a:lnTo>
                  <a:lnTo>
                    <a:pt x="27934" y="82225"/>
                  </a:lnTo>
                  <a:lnTo>
                    <a:pt x="28705" y="82124"/>
                  </a:lnTo>
                  <a:lnTo>
                    <a:pt x="29040" y="81856"/>
                  </a:lnTo>
                  <a:lnTo>
                    <a:pt x="29107" y="81554"/>
                  </a:lnTo>
                  <a:lnTo>
                    <a:pt x="29107" y="81386"/>
                  </a:lnTo>
                  <a:lnTo>
                    <a:pt x="28906" y="80917"/>
                  </a:lnTo>
                  <a:lnTo>
                    <a:pt x="27632" y="79475"/>
                  </a:lnTo>
                  <a:lnTo>
                    <a:pt x="25888" y="77664"/>
                  </a:lnTo>
                  <a:lnTo>
                    <a:pt x="24312" y="75753"/>
                  </a:lnTo>
                  <a:lnTo>
                    <a:pt x="23876" y="74914"/>
                  </a:lnTo>
                  <a:lnTo>
                    <a:pt x="23239" y="73472"/>
                  </a:lnTo>
                  <a:lnTo>
                    <a:pt x="22770" y="71930"/>
                  </a:lnTo>
                  <a:lnTo>
                    <a:pt x="22703" y="70857"/>
                  </a:lnTo>
                  <a:lnTo>
                    <a:pt x="22736" y="70186"/>
                  </a:lnTo>
                  <a:lnTo>
                    <a:pt x="22904" y="69113"/>
                  </a:lnTo>
                  <a:lnTo>
                    <a:pt x="24312" y="64318"/>
                  </a:lnTo>
                  <a:lnTo>
                    <a:pt x="26123" y="57913"/>
                  </a:lnTo>
                  <a:lnTo>
                    <a:pt x="27129" y="53252"/>
                  </a:lnTo>
                  <a:lnTo>
                    <a:pt x="27464" y="50603"/>
                  </a:lnTo>
                  <a:lnTo>
                    <a:pt x="27431" y="49563"/>
                  </a:lnTo>
                  <a:lnTo>
                    <a:pt x="27196" y="45774"/>
                  </a:lnTo>
                  <a:lnTo>
                    <a:pt x="26928" y="39939"/>
                  </a:lnTo>
                  <a:lnTo>
                    <a:pt x="26894" y="37592"/>
                  </a:lnTo>
                  <a:lnTo>
                    <a:pt x="26928" y="36988"/>
                  </a:lnTo>
                  <a:lnTo>
                    <a:pt x="27297" y="35445"/>
                  </a:lnTo>
                  <a:lnTo>
                    <a:pt x="28269" y="32528"/>
                  </a:lnTo>
                  <a:lnTo>
                    <a:pt x="30046" y="27766"/>
                  </a:lnTo>
                  <a:lnTo>
                    <a:pt x="31287" y="23910"/>
                  </a:lnTo>
                  <a:lnTo>
                    <a:pt x="31924" y="21294"/>
                  </a:lnTo>
                  <a:lnTo>
                    <a:pt x="32159" y="19987"/>
                  </a:lnTo>
                  <a:lnTo>
                    <a:pt x="32327" y="18712"/>
                  </a:lnTo>
                  <a:lnTo>
                    <a:pt x="32360" y="15996"/>
                  </a:lnTo>
                  <a:lnTo>
                    <a:pt x="32125" y="13246"/>
                  </a:lnTo>
                  <a:lnTo>
                    <a:pt x="31656" y="10530"/>
                  </a:lnTo>
                  <a:lnTo>
                    <a:pt x="30684" y="6674"/>
                  </a:lnTo>
                  <a:lnTo>
                    <a:pt x="29107" y="2449"/>
                  </a:lnTo>
                  <a:lnTo>
                    <a:pt x="28370" y="1040"/>
                  </a:lnTo>
                  <a:lnTo>
                    <a:pt x="8786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8"/>
            <p:cNvSpPr/>
            <p:nvPr/>
          </p:nvSpPr>
          <p:spPr>
            <a:xfrm>
              <a:off x="4166306" y="2575096"/>
              <a:ext cx="606005" cy="1533180"/>
            </a:xfrm>
            <a:custGeom>
              <a:avLst/>
              <a:gdLst/>
              <a:ahLst/>
              <a:cxnLst/>
              <a:rect l="l" t="t" r="r" b="b"/>
              <a:pathLst>
                <a:path w="28471" h="72031" extrusionOk="0">
                  <a:moveTo>
                    <a:pt x="4896" y="1"/>
                  </a:moveTo>
                  <a:lnTo>
                    <a:pt x="4460" y="1510"/>
                  </a:lnTo>
                  <a:lnTo>
                    <a:pt x="2549" y="9558"/>
                  </a:lnTo>
                  <a:lnTo>
                    <a:pt x="1811" y="13783"/>
                  </a:lnTo>
                  <a:lnTo>
                    <a:pt x="1543" y="16197"/>
                  </a:lnTo>
                  <a:lnTo>
                    <a:pt x="1543" y="17170"/>
                  </a:lnTo>
                  <a:lnTo>
                    <a:pt x="1576" y="18142"/>
                  </a:lnTo>
                  <a:lnTo>
                    <a:pt x="1878" y="20523"/>
                  </a:lnTo>
                  <a:lnTo>
                    <a:pt x="2616" y="24681"/>
                  </a:lnTo>
                  <a:lnTo>
                    <a:pt x="3957" y="30382"/>
                  </a:lnTo>
                  <a:lnTo>
                    <a:pt x="5198" y="34708"/>
                  </a:lnTo>
                  <a:lnTo>
                    <a:pt x="5634" y="35714"/>
                  </a:lnTo>
                  <a:lnTo>
                    <a:pt x="5936" y="36384"/>
                  </a:lnTo>
                  <a:lnTo>
                    <a:pt x="6305" y="37457"/>
                  </a:lnTo>
                  <a:lnTo>
                    <a:pt x="6271" y="38363"/>
                  </a:lnTo>
                  <a:lnTo>
                    <a:pt x="5802" y="39369"/>
                  </a:lnTo>
                  <a:lnTo>
                    <a:pt x="5433" y="40006"/>
                  </a:lnTo>
                  <a:lnTo>
                    <a:pt x="4192" y="41783"/>
                  </a:lnTo>
                  <a:lnTo>
                    <a:pt x="1945" y="45707"/>
                  </a:lnTo>
                  <a:lnTo>
                    <a:pt x="1174" y="47484"/>
                  </a:lnTo>
                  <a:lnTo>
                    <a:pt x="537" y="49395"/>
                  </a:lnTo>
                  <a:lnTo>
                    <a:pt x="134" y="51374"/>
                  </a:lnTo>
                  <a:lnTo>
                    <a:pt x="67" y="52380"/>
                  </a:lnTo>
                  <a:lnTo>
                    <a:pt x="0" y="61400"/>
                  </a:lnTo>
                  <a:lnTo>
                    <a:pt x="34" y="69717"/>
                  </a:lnTo>
                  <a:lnTo>
                    <a:pt x="604" y="69884"/>
                  </a:lnTo>
                  <a:lnTo>
                    <a:pt x="1778" y="69985"/>
                  </a:lnTo>
                  <a:lnTo>
                    <a:pt x="2381" y="69884"/>
                  </a:lnTo>
                  <a:lnTo>
                    <a:pt x="3085" y="67537"/>
                  </a:lnTo>
                  <a:lnTo>
                    <a:pt x="6439" y="57712"/>
                  </a:lnTo>
                  <a:lnTo>
                    <a:pt x="7713" y="54492"/>
                  </a:lnTo>
                  <a:lnTo>
                    <a:pt x="10697" y="47517"/>
                  </a:lnTo>
                  <a:lnTo>
                    <a:pt x="12978" y="42521"/>
                  </a:lnTo>
                  <a:lnTo>
                    <a:pt x="13179" y="42052"/>
                  </a:lnTo>
                  <a:lnTo>
                    <a:pt x="13615" y="40610"/>
                  </a:lnTo>
                  <a:lnTo>
                    <a:pt x="14051" y="38363"/>
                  </a:lnTo>
                  <a:lnTo>
                    <a:pt x="14118" y="37927"/>
                  </a:lnTo>
                  <a:lnTo>
                    <a:pt x="14151" y="39671"/>
                  </a:lnTo>
                  <a:lnTo>
                    <a:pt x="14554" y="48389"/>
                  </a:lnTo>
                  <a:lnTo>
                    <a:pt x="14923" y="53788"/>
                  </a:lnTo>
                  <a:lnTo>
                    <a:pt x="15157" y="55431"/>
                  </a:lnTo>
                  <a:lnTo>
                    <a:pt x="15359" y="56840"/>
                  </a:lnTo>
                  <a:lnTo>
                    <a:pt x="15694" y="61199"/>
                  </a:lnTo>
                  <a:lnTo>
                    <a:pt x="15962" y="68610"/>
                  </a:lnTo>
                  <a:lnTo>
                    <a:pt x="15996" y="71896"/>
                  </a:lnTo>
                  <a:lnTo>
                    <a:pt x="16734" y="72030"/>
                  </a:lnTo>
                  <a:lnTo>
                    <a:pt x="18175" y="71930"/>
                  </a:lnTo>
                  <a:lnTo>
                    <a:pt x="18880" y="71695"/>
                  </a:lnTo>
                  <a:lnTo>
                    <a:pt x="18813" y="70957"/>
                  </a:lnTo>
                  <a:lnTo>
                    <a:pt x="18846" y="70186"/>
                  </a:lnTo>
                  <a:lnTo>
                    <a:pt x="19014" y="69113"/>
                  </a:lnTo>
                  <a:lnTo>
                    <a:pt x="20422" y="64318"/>
                  </a:lnTo>
                  <a:lnTo>
                    <a:pt x="22233" y="57913"/>
                  </a:lnTo>
                  <a:lnTo>
                    <a:pt x="23239" y="53252"/>
                  </a:lnTo>
                  <a:lnTo>
                    <a:pt x="23574" y="50603"/>
                  </a:lnTo>
                  <a:lnTo>
                    <a:pt x="23541" y="49563"/>
                  </a:lnTo>
                  <a:lnTo>
                    <a:pt x="23306" y="45774"/>
                  </a:lnTo>
                  <a:lnTo>
                    <a:pt x="23038" y="39939"/>
                  </a:lnTo>
                  <a:lnTo>
                    <a:pt x="23004" y="37592"/>
                  </a:lnTo>
                  <a:lnTo>
                    <a:pt x="23038" y="36988"/>
                  </a:lnTo>
                  <a:lnTo>
                    <a:pt x="23407" y="35445"/>
                  </a:lnTo>
                  <a:lnTo>
                    <a:pt x="24379" y="32528"/>
                  </a:lnTo>
                  <a:lnTo>
                    <a:pt x="26156" y="27766"/>
                  </a:lnTo>
                  <a:lnTo>
                    <a:pt x="27397" y="23910"/>
                  </a:lnTo>
                  <a:lnTo>
                    <a:pt x="28034" y="21294"/>
                  </a:lnTo>
                  <a:lnTo>
                    <a:pt x="28269" y="19987"/>
                  </a:lnTo>
                  <a:lnTo>
                    <a:pt x="28437" y="18712"/>
                  </a:lnTo>
                  <a:lnTo>
                    <a:pt x="28470" y="15996"/>
                  </a:lnTo>
                  <a:lnTo>
                    <a:pt x="28235" y="13246"/>
                  </a:lnTo>
                  <a:lnTo>
                    <a:pt x="27766" y="10530"/>
                  </a:lnTo>
                  <a:lnTo>
                    <a:pt x="26794" y="6674"/>
                  </a:lnTo>
                  <a:lnTo>
                    <a:pt x="25217" y="2449"/>
                  </a:lnTo>
                  <a:lnTo>
                    <a:pt x="24480" y="1040"/>
                  </a:lnTo>
                  <a:lnTo>
                    <a:pt x="4896" y="1"/>
                  </a:lnTo>
                  <a:close/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8"/>
            <p:cNvSpPr/>
            <p:nvPr/>
          </p:nvSpPr>
          <p:spPr>
            <a:xfrm>
              <a:off x="4466786" y="3338100"/>
              <a:ext cx="5747" cy="44273"/>
            </a:xfrm>
            <a:custGeom>
              <a:avLst/>
              <a:gdLst/>
              <a:ahLst/>
              <a:cxnLst/>
              <a:rect l="l" t="t" r="r" b="b"/>
              <a:pathLst>
                <a:path w="270" h="2080" fill="none" extrusionOk="0">
                  <a:moveTo>
                    <a:pt x="269" y="1"/>
                  </a:moveTo>
                  <a:lnTo>
                    <a:pt x="68" y="1678"/>
                  </a:lnTo>
                  <a:lnTo>
                    <a:pt x="1" y="2080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8"/>
            <p:cNvSpPr/>
            <p:nvPr/>
          </p:nvSpPr>
          <p:spPr>
            <a:xfrm>
              <a:off x="4442521" y="2893435"/>
              <a:ext cx="52127" cy="401158"/>
            </a:xfrm>
            <a:custGeom>
              <a:avLst/>
              <a:gdLst/>
              <a:ahLst/>
              <a:cxnLst/>
              <a:rect l="l" t="t" r="r" b="b"/>
              <a:pathLst>
                <a:path w="2449" h="18847" fill="none" extrusionOk="0">
                  <a:moveTo>
                    <a:pt x="1" y="1"/>
                  </a:moveTo>
                  <a:lnTo>
                    <a:pt x="2281" y="2013"/>
                  </a:lnTo>
                  <a:lnTo>
                    <a:pt x="2449" y="4058"/>
                  </a:lnTo>
                  <a:lnTo>
                    <a:pt x="2449" y="8485"/>
                  </a:lnTo>
                  <a:lnTo>
                    <a:pt x="2046" y="15191"/>
                  </a:lnTo>
                  <a:lnTo>
                    <a:pt x="1644" y="18846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8"/>
            <p:cNvSpPr/>
            <p:nvPr/>
          </p:nvSpPr>
          <p:spPr>
            <a:xfrm>
              <a:off x="4491072" y="2849183"/>
              <a:ext cx="91377" cy="87098"/>
            </a:xfrm>
            <a:custGeom>
              <a:avLst/>
              <a:gdLst/>
              <a:ahLst/>
              <a:cxnLst/>
              <a:rect l="l" t="t" r="r" b="b"/>
              <a:pathLst>
                <a:path w="4293" h="4092" fill="none" extrusionOk="0">
                  <a:moveTo>
                    <a:pt x="0" y="4092"/>
                  </a:moveTo>
                  <a:lnTo>
                    <a:pt x="1207" y="3186"/>
                  </a:lnTo>
                  <a:lnTo>
                    <a:pt x="3353" y="1141"/>
                  </a:lnTo>
                  <a:lnTo>
                    <a:pt x="4292" y="1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8"/>
            <p:cNvSpPr/>
            <p:nvPr/>
          </p:nvSpPr>
          <p:spPr>
            <a:xfrm>
              <a:off x="4478216" y="2688588"/>
              <a:ext cx="28564" cy="140630"/>
            </a:xfrm>
            <a:custGeom>
              <a:avLst/>
              <a:gdLst/>
              <a:ahLst/>
              <a:cxnLst/>
              <a:rect l="l" t="t" r="r" b="b"/>
              <a:pathLst>
                <a:path w="1342" h="6607" fill="none" extrusionOk="0">
                  <a:moveTo>
                    <a:pt x="0" y="0"/>
                  </a:moveTo>
                  <a:lnTo>
                    <a:pt x="403" y="6607"/>
                  </a:lnTo>
                  <a:lnTo>
                    <a:pt x="1342" y="5969"/>
                  </a:lnTo>
                  <a:lnTo>
                    <a:pt x="1241" y="2314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8"/>
            <p:cNvSpPr/>
            <p:nvPr/>
          </p:nvSpPr>
          <p:spPr>
            <a:xfrm>
              <a:off x="4491775" y="4175345"/>
              <a:ext cx="211296" cy="149910"/>
            </a:xfrm>
            <a:custGeom>
              <a:avLst/>
              <a:gdLst/>
              <a:ahLst/>
              <a:cxnLst/>
              <a:rect l="l" t="t" r="r" b="b"/>
              <a:pathLst>
                <a:path w="9927" h="7043" extrusionOk="0">
                  <a:moveTo>
                    <a:pt x="4829" y="0"/>
                  </a:moveTo>
                  <a:lnTo>
                    <a:pt x="4528" y="135"/>
                  </a:lnTo>
                  <a:lnTo>
                    <a:pt x="4226" y="336"/>
                  </a:lnTo>
                  <a:lnTo>
                    <a:pt x="3857" y="604"/>
                  </a:lnTo>
                  <a:lnTo>
                    <a:pt x="3186" y="1308"/>
                  </a:lnTo>
                  <a:lnTo>
                    <a:pt x="2952" y="1711"/>
                  </a:lnTo>
                  <a:lnTo>
                    <a:pt x="1610" y="1174"/>
                  </a:lnTo>
                  <a:lnTo>
                    <a:pt x="336" y="503"/>
                  </a:lnTo>
                  <a:lnTo>
                    <a:pt x="135" y="1644"/>
                  </a:lnTo>
                  <a:lnTo>
                    <a:pt x="1" y="2985"/>
                  </a:lnTo>
                  <a:lnTo>
                    <a:pt x="68" y="3555"/>
                  </a:lnTo>
                  <a:lnTo>
                    <a:pt x="202" y="3723"/>
                  </a:lnTo>
                  <a:lnTo>
                    <a:pt x="470" y="3890"/>
                  </a:lnTo>
                  <a:lnTo>
                    <a:pt x="1476" y="4226"/>
                  </a:lnTo>
                  <a:lnTo>
                    <a:pt x="3119" y="4628"/>
                  </a:lnTo>
                  <a:lnTo>
                    <a:pt x="3656" y="4863"/>
                  </a:lnTo>
                  <a:lnTo>
                    <a:pt x="5265" y="5768"/>
                  </a:lnTo>
                  <a:lnTo>
                    <a:pt x="7512" y="6741"/>
                  </a:lnTo>
                  <a:lnTo>
                    <a:pt x="7881" y="6908"/>
                  </a:lnTo>
                  <a:lnTo>
                    <a:pt x="8753" y="7043"/>
                  </a:lnTo>
                  <a:lnTo>
                    <a:pt x="9524" y="6942"/>
                  </a:lnTo>
                  <a:lnTo>
                    <a:pt x="9859" y="6674"/>
                  </a:lnTo>
                  <a:lnTo>
                    <a:pt x="9926" y="6372"/>
                  </a:lnTo>
                  <a:lnTo>
                    <a:pt x="9926" y="6204"/>
                  </a:lnTo>
                  <a:lnTo>
                    <a:pt x="9725" y="5768"/>
                  </a:lnTo>
                  <a:lnTo>
                    <a:pt x="8518" y="4393"/>
                  </a:lnTo>
                  <a:lnTo>
                    <a:pt x="6875" y="2650"/>
                  </a:lnTo>
                  <a:lnTo>
                    <a:pt x="5332" y="839"/>
                  </a:lnTo>
                  <a:lnTo>
                    <a:pt x="4829" y="0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8"/>
            <p:cNvSpPr/>
            <p:nvPr/>
          </p:nvSpPr>
          <p:spPr>
            <a:xfrm>
              <a:off x="4491775" y="4231027"/>
              <a:ext cx="211296" cy="94229"/>
            </a:xfrm>
            <a:custGeom>
              <a:avLst/>
              <a:gdLst/>
              <a:ahLst/>
              <a:cxnLst/>
              <a:rect l="l" t="t" r="r" b="b"/>
              <a:pathLst>
                <a:path w="9927" h="4427" extrusionOk="0">
                  <a:moveTo>
                    <a:pt x="34" y="0"/>
                  </a:moveTo>
                  <a:lnTo>
                    <a:pt x="1" y="369"/>
                  </a:lnTo>
                  <a:lnTo>
                    <a:pt x="68" y="939"/>
                  </a:lnTo>
                  <a:lnTo>
                    <a:pt x="202" y="1107"/>
                  </a:lnTo>
                  <a:lnTo>
                    <a:pt x="470" y="1274"/>
                  </a:lnTo>
                  <a:lnTo>
                    <a:pt x="1476" y="1610"/>
                  </a:lnTo>
                  <a:lnTo>
                    <a:pt x="3119" y="2012"/>
                  </a:lnTo>
                  <a:lnTo>
                    <a:pt x="3656" y="2247"/>
                  </a:lnTo>
                  <a:lnTo>
                    <a:pt x="5265" y="3152"/>
                  </a:lnTo>
                  <a:lnTo>
                    <a:pt x="7512" y="4125"/>
                  </a:lnTo>
                  <a:lnTo>
                    <a:pt x="7881" y="4292"/>
                  </a:lnTo>
                  <a:lnTo>
                    <a:pt x="8753" y="4427"/>
                  </a:lnTo>
                  <a:lnTo>
                    <a:pt x="9524" y="4326"/>
                  </a:lnTo>
                  <a:lnTo>
                    <a:pt x="9859" y="4058"/>
                  </a:lnTo>
                  <a:lnTo>
                    <a:pt x="9926" y="3756"/>
                  </a:lnTo>
                  <a:lnTo>
                    <a:pt x="9926" y="3588"/>
                  </a:lnTo>
                  <a:lnTo>
                    <a:pt x="9893" y="3488"/>
                  </a:lnTo>
                  <a:lnTo>
                    <a:pt x="9826" y="3387"/>
                  </a:lnTo>
                  <a:lnTo>
                    <a:pt x="9055" y="3555"/>
                  </a:lnTo>
                  <a:lnTo>
                    <a:pt x="7546" y="3421"/>
                  </a:lnTo>
                  <a:lnTo>
                    <a:pt x="5299" y="2448"/>
                  </a:lnTo>
                  <a:lnTo>
                    <a:pt x="3455" y="1409"/>
                  </a:lnTo>
                  <a:lnTo>
                    <a:pt x="2650" y="939"/>
                  </a:lnTo>
                  <a:lnTo>
                    <a:pt x="906" y="235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8"/>
            <p:cNvSpPr/>
            <p:nvPr/>
          </p:nvSpPr>
          <p:spPr>
            <a:xfrm>
              <a:off x="4083507" y="4161063"/>
              <a:ext cx="107085" cy="152060"/>
            </a:xfrm>
            <a:custGeom>
              <a:avLst/>
              <a:gdLst/>
              <a:ahLst/>
              <a:cxnLst/>
              <a:rect l="l" t="t" r="r" b="b"/>
              <a:pathLst>
                <a:path w="5031" h="7144" extrusionOk="0">
                  <a:moveTo>
                    <a:pt x="3320" y="1"/>
                  </a:moveTo>
                  <a:lnTo>
                    <a:pt x="2683" y="68"/>
                  </a:lnTo>
                  <a:lnTo>
                    <a:pt x="2080" y="303"/>
                  </a:lnTo>
                  <a:lnTo>
                    <a:pt x="1208" y="1912"/>
                  </a:lnTo>
                  <a:lnTo>
                    <a:pt x="235" y="4293"/>
                  </a:lnTo>
                  <a:lnTo>
                    <a:pt x="0" y="5567"/>
                  </a:lnTo>
                  <a:lnTo>
                    <a:pt x="68" y="6070"/>
                  </a:lnTo>
                  <a:lnTo>
                    <a:pt x="202" y="6439"/>
                  </a:lnTo>
                  <a:lnTo>
                    <a:pt x="571" y="6909"/>
                  </a:lnTo>
                  <a:lnTo>
                    <a:pt x="1040" y="7143"/>
                  </a:lnTo>
                  <a:lnTo>
                    <a:pt x="1543" y="7143"/>
                  </a:lnTo>
                  <a:lnTo>
                    <a:pt x="2314" y="6842"/>
                  </a:lnTo>
                  <a:lnTo>
                    <a:pt x="3186" y="6070"/>
                  </a:lnTo>
                  <a:lnTo>
                    <a:pt x="3454" y="5634"/>
                  </a:lnTo>
                  <a:lnTo>
                    <a:pt x="4226" y="3555"/>
                  </a:lnTo>
                  <a:lnTo>
                    <a:pt x="5030" y="873"/>
                  </a:lnTo>
                  <a:lnTo>
                    <a:pt x="4729" y="470"/>
                  </a:lnTo>
                  <a:lnTo>
                    <a:pt x="3823" y="34"/>
                  </a:lnTo>
                  <a:lnTo>
                    <a:pt x="3320" y="1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8"/>
            <p:cNvSpPr/>
            <p:nvPr/>
          </p:nvSpPr>
          <p:spPr>
            <a:xfrm>
              <a:off x="4084231" y="4247437"/>
              <a:ext cx="84948" cy="65686"/>
            </a:xfrm>
            <a:custGeom>
              <a:avLst/>
              <a:gdLst/>
              <a:ahLst/>
              <a:cxnLst/>
              <a:rect l="l" t="t" r="r" b="b"/>
              <a:pathLst>
                <a:path w="3991" h="3086" extrusionOk="0">
                  <a:moveTo>
                    <a:pt x="302" y="0"/>
                  </a:moveTo>
                  <a:lnTo>
                    <a:pt x="101" y="470"/>
                  </a:lnTo>
                  <a:lnTo>
                    <a:pt x="0" y="1476"/>
                  </a:lnTo>
                  <a:lnTo>
                    <a:pt x="67" y="2012"/>
                  </a:lnTo>
                  <a:lnTo>
                    <a:pt x="168" y="2381"/>
                  </a:lnTo>
                  <a:lnTo>
                    <a:pt x="537" y="2851"/>
                  </a:lnTo>
                  <a:lnTo>
                    <a:pt x="1006" y="3085"/>
                  </a:lnTo>
                  <a:lnTo>
                    <a:pt x="1509" y="3085"/>
                  </a:lnTo>
                  <a:lnTo>
                    <a:pt x="2280" y="2784"/>
                  </a:lnTo>
                  <a:lnTo>
                    <a:pt x="3152" y="2012"/>
                  </a:lnTo>
                  <a:lnTo>
                    <a:pt x="3420" y="1576"/>
                  </a:lnTo>
                  <a:lnTo>
                    <a:pt x="3689" y="939"/>
                  </a:lnTo>
                  <a:lnTo>
                    <a:pt x="3990" y="0"/>
                  </a:lnTo>
                  <a:lnTo>
                    <a:pt x="3655" y="638"/>
                  </a:lnTo>
                  <a:lnTo>
                    <a:pt x="2917" y="1543"/>
                  </a:lnTo>
                  <a:lnTo>
                    <a:pt x="2180" y="2079"/>
                  </a:lnTo>
                  <a:lnTo>
                    <a:pt x="1442" y="2247"/>
                  </a:lnTo>
                  <a:lnTo>
                    <a:pt x="1107" y="2214"/>
                  </a:lnTo>
                  <a:lnTo>
                    <a:pt x="805" y="2113"/>
                  </a:lnTo>
                  <a:lnTo>
                    <a:pt x="469" y="1576"/>
                  </a:lnTo>
                  <a:lnTo>
                    <a:pt x="268" y="503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8"/>
            <p:cNvSpPr/>
            <p:nvPr/>
          </p:nvSpPr>
          <p:spPr>
            <a:xfrm>
              <a:off x="4654520" y="1923435"/>
              <a:ext cx="206294" cy="599577"/>
            </a:xfrm>
            <a:custGeom>
              <a:avLst/>
              <a:gdLst/>
              <a:ahLst/>
              <a:cxnLst/>
              <a:rect l="l" t="t" r="r" b="b"/>
              <a:pathLst>
                <a:path w="9692" h="28169" extrusionOk="0">
                  <a:moveTo>
                    <a:pt x="8752" y="1"/>
                  </a:moveTo>
                  <a:lnTo>
                    <a:pt x="8384" y="235"/>
                  </a:lnTo>
                  <a:lnTo>
                    <a:pt x="7679" y="1543"/>
                  </a:lnTo>
                  <a:lnTo>
                    <a:pt x="7378" y="2214"/>
                  </a:lnTo>
                  <a:lnTo>
                    <a:pt x="6774" y="3991"/>
                  </a:lnTo>
                  <a:lnTo>
                    <a:pt x="3924" y="13515"/>
                  </a:lnTo>
                  <a:lnTo>
                    <a:pt x="2985" y="16298"/>
                  </a:lnTo>
                  <a:lnTo>
                    <a:pt x="2180" y="18276"/>
                  </a:lnTo>
                  <a:lnTo>
                    <a:pt x="570" y="22233"/>
                  </a:lnTo>
                  <a:lnTo>
                    <a:pt x="101" y="24044"/>
                  </a:lnTo>
                  <a:lnTo>
                    <a:pt x="0" y="25050"/>
                  </a:lnTo>
                  <a:lnTo>
                    <a:pt x="67" y="25486"/>
                  </a:lnTo>
                  <a:lnTo>
                    <a:pt x="168" y="25855"/>
                  </a:lnTo>
                  <a:lnTo>
                    <a:pt x="503" y="26559"/>
                  </a:lnTo>
                  <a:lnTo>
                    <a:pt x="1040" y="27163"/>
                  </a:lnTo>
                  <a:lnTo>
                    <a:pt x="1744" y="27666"/>
                  </a:lnTo>
                  <a:lnTo>
                    <a:pt x="2515" y="28001"/>
                  </a:lnTo>
                  <a:lnTo>
                    <a:pt x="3354" y="28169"/>
                  </a:lnTo>
                  <a:lnTo>
                    <a:pt x="4192" y="28169"/>
                  </a:lnTo>
                  <a:lnTo>
                    <a:pt x="5030" y="28001"/>
                  </a:lnTo>
                  <a:lnTo>
                    <a:pt x="5399" y="27833"/>
                  </a:lnTo>
                  <a:lnTo>
                    <a:pt x="5869" y="27565"/>
                  </a:lnTo>
                  <a:lnTo>
                    <a:pt x="6606" y="26861"/>
                  </a:lnTo>
                  <a:lnTo>
                    <a:pt x="7210" y="26023"/>
                  </a:lnTo>
                  <a:lnTo>
                    <a:pt x="7579" y="25084"/>
                  </a:lnTo>
                  <a:lnTo>
                    <a:pt x="7679" y="24581"/>
                  </a:lnTo>
                  <a:lnTo>
                    <a:pt x="7512" y="21932"/>
                  </a:lnTo>
                  <a:lnTo>
                    <a:pt x="7143" y="18042"/>
                  </a:lnTo>
                  <a:lnTo>
                    <a:pt x="7109" y="17304"/>
                  </a:lnTo>
                  <a:lnTo>
                    <a:pt x="7579" y="13951"/>
                  </a:lnTo>
                  <a:lnTo>
                    <a:pt x="8786" y="7311"/>
                  </a:lnTo>
                  <a:lnTo>
                    <a:pt x="9490" y="4293"/>
                  </a:lnTo>
                  <a:lnTo>
                    <a:pt x="9691" y="3253"/>
                  </a:lnTo>
                  <a:lnTo>
                    <a:pt x="9691" y="1711"/>
                  </a:lnTo>
                  <a:lnTo>
                    <a:pt x="9222" y="437"/>
                  </a:lnTo>
                  <a:lnTo>
                    <a:pt x="9088" y="303"/>
                  </a:lnTo>
                  <a:lnTo>
                    <a:pt x="8987" y="135"/>
                  </a:lnTo>
                  <a:lnTo>
                    <a:pt x="8752" y="1"/>
                  </a:lnTo>
                  <a:close/>
                </a:path>
              </a:pathLst>
            </a:custGeom>
            <a:solidFill>
              <a:srgbClr val="6EDBFC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8"/>
            <p:cNvSpPr/>
            <p:nvPr/>
          </p:nvSpPr>
          <p:spPr>
            <a:xfrm>
              <a:off x="4689491" y="2407370"/>
              <a:ext cx="62833" cy="19284"/>
            </a:xfrm>
            <a:custGeom>
              <a:avLst/>
              <a:gdLst/>
              <a:ahLst/>
              <a:cxnLst/>
              <a:rect l="l" t="t" r="r" b="b"/>
              <a:pathLst>
                <a:path w="2952" h="906" fill="none" extrusionOk="0">
                  <a:moveTo>
                    <a:pt x="2951" y="0"/>
                  </a:moveTo>
                  <a:lnTo>
                    <a:pt x="0" y="906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8"/>
            <p:cNvSpPr/>
            <p:nvPr/>
          </p:nvSpPr>
          <p:spPr>
            <a:xfrm>
              <a:off x="4221264" y="1856344"/>
              <a:ext cx="628120" cy="821558"/>
            </a:xfrm>
            <a:custGeom>
              <a:avLst/>
              <a:gdLst/>
              <a:ahLst/>
              <a:cxnLst/>
              <a:rect l="l" t="t" r="r" b="b"/>
              <a:pathLst>
                <a:path w="29510" h="38598" extrusionOk="0">
                  <a:moveTo>
                    <a:pt x="16029" y="1"/>
                  </a:moveTo>
                  <a:lnTo>
                    <a:pt x="15191" y="34"/>
                  </a:lnTo>
                  <a:lnTo>
                    <a:pt x="13883" y="202"/>
                  </a:lnTo>
                  <a:lnTo>
                    <a:pt x="12810" y="571"/>
                  </a:lnTo>
                  <a:lnTo>
                    <a:pt x="12676" y="638"/>
                  </a:lnTo>
                  <a:lnTo>
                    <a:pt x="7814" y="1275"/>
                  </a:lnTo>
                  <a:lnTo>
                    <a:pt x="1476" y="2113"/>
                  </a:lnTo>
                  <a:lnTo>
                    <a:pt x="973" y="2214"/>
                  </a:lnTo>
                  <a:lnTo>
                    <a:pt x="336" y="2583"/>
                  </a:lnTo>
                  <a:lnTo>
                    <a:pt x="0" y="3220"/>
                  </a:lnTo>
                  <a:lnTo>
                    <a:pt x="0" y="3354"/>
                  </a:lnTo>
                  <a:lnTo>
                    <a:pt x="336" y="5567"/>
                  </a:lnTo>
                  <a:lnTo>
                    <a:pt x="2482" y="19953"/>
                  </a:lnTo>
                  <a:lnTo>
                    <a:pt x="2951" y="24111"/>
                  </a:lnTo>
                  <a:lnTo>
                    <a:pt x="2951" y="24748"/>
                  </a:lnTo>
                  <a:lnTo>
                    <a:pt x="2817" y="26391"/>
                  </a:lnTo>
                  <a:lnTo>
                    <a:pt x="2281" y="29409"/>
                  </a:lnTo>
                  <a:lnTo>
                    <a:pt x="872" y="35311"/>
                  </a:lnTo>
                  <a:lnTo>
                    <a:pt x="537" y="36485"/>
                  </a:lnTo>
                  <a:lnTo>
                    <a:pt x="1241" y="36720"/>
                  </a:lnTo>
                  <a:lnTo>
                    <a:pt x="5701" y="37826"/>
                  </a:lnTo>
                  <a:lnTo>
                    <a:pt x="9490" y="38430"/>
                  </a:lnTo>
                  <a:lnTo>
                    <a:pt x="11435" y="38564"/>
                  </a:lnTo>
                  <a:lnTo>
                    <a:pt x="12408" y="38597"/>
                  </a:lnTo>
                  <a:lnTo>
                    <a:pt x="14453" y="38463"/>
                  </a:lnTo>
                  <a:lnTo>
                    <a:pt x="17572" y="37994"/>
                  </a:lnTo>
                  <a:lnTo>
                    <a:pt x="22803" y="36686"/>
                  </a:lnTo>
                  <a:lnTo>
                    <a:pt x="23675" y="36384"/>
                  </a:lnTo>
                  <a:lnTo>
                    <a:pt x="23273" y="35613"/>
                  </a:lnTo>
                  <a:lnTo>
                    <a:pt x="21495" y="31656"/>
                  </a:lnTo>
                  <a:lnTo>
                    <a:pt x="20925" y="29543"/>
                  </a:lnTo>
                  <a:lnTo>
                    <a:pt x="20791" y="28303"/>
                  </a:lnTo>
                  <a:lnTo>
                    <a:pt x="20858" y="27766"/>
                  </a:lnTo>
                  <a:lnTo>
                    <a:pt x="21126" y="26727"/>
                  </a:lnTo>
                  <a:lnTo>
                    <a:pt x="22132" y="24245"/>
                  </a:lnTo>
                  <a:lnTo>
                    <a:pt x="24044" y="20355"/>
                  </a:lnTo>
                  <a:lnTo>
                    <a:pt x="24849" y="18343"/>
                  </a:lnTo>
                  <a:lnTo>
                    <a:pt x="25855" y="15459"/>
                  </a:lnTo>
                  <a:lnTo>
                    <a:pt x="28437" y="7982"/>
                  </a:lnTo>
                  <a:lnTo>
                    <a:pt x="29309" y="4997"/>
                  </a:lnTo>
                  <a:lnTo>
                    <a:pt x="29510" y="3756"/>
                  </a:lnTo>
                  <a:lnTo>
                    <a:pt x="29443" y="3455"/>
                  </a:lnTo>
                  <a:lnTo>
                    <a:pt x="29275" y="3253"/>
                  </a:lnTo>
                  <a:lnTo>
                    <a:pt x="28236" y="2750"/>
                  </a:lnTo>
                  <a:lnTo>
                    <a:pt x="25653" y="1912"/>
                  </a:lnTo>
                  <a:lnTo>
                    <a:pt x="21194" y="805"/>
                  </a:lnTo>
                  <a:lnTo>
                    <a:pt x="17203" y="68"/>
                  </a:lnTo>
                  <a:lnTo>
                    <a:pt x="16029" y="1"/>
                  </a:lnTo>
                  <a:close/>
                </a:path>
              </a:pathLst>
            </a:custGeom>
            <a:solidFill>
              <a:srgbClr val="6EDBFC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8"/>
            <p:cNvSpPr/>
            <p:nvPr/>
          </p:nvSpPr>
          <p:spPr>
            <a:xfrm>
              <a:off x="4618101" y="2375954"/>
              <a:ext cx="42847" cy="100678"/>
            </a:xfrm>
            <a:custGeom>
              <a:avLst/>
              <a:gdLst/>
              <a:ahLst/>
              <a:cxnLst/>
              <a:rect l="l" t="t" r="r" b="b"/>
              <a:pathLst>
                <a:path w="2013" h="4730" fill="none" extrusionOk="0">
                  <a:moveTo>
                    <a:pt x="1" y="1"/>
                  </a:moveTo>
                  <a:lnTo>
                    <a:pt x="135" y="403"/>
                  </a:lnTo>
                  <a:lnTo>
                    <a:pt x="1242" y="3287"/>
                  </a:lnTo>
                  <a:lnTo>
                    <a:pt x="2013" y="4729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8"/>
            <p:cNvSpPr/>
            <p:nvPr/>
          </p:nvSpPr>
          <p:spPr>
            <a:xfrm>
              <a:off x="4054240" y="1907024"/>
              <a:ext cx="204166" cy="570310"/>
            </a:xfrm>
            <a:custGeom>
              <a:avLst/>
              <a:gdLst/>
              <a:ahLst/>
              <a:cxnLst/>
              <a:rect l="l" t="t" r="r" b="b"/>
              <a:pathLst>
                <a:path w="9592" h="26794" extrusionOk="0">
                  <a:moveTo>
                    <a:pt x="8384" y="0"/>
                  </a:moveTo>
                  <a:lnTo>
                    <a:pt x="7780" y="403"/>
                  </a:lnTo>
                  <a:lnTo>
                    <a:pt x="6908" y="1476"/>
                  </a:lnTo>
                  <a:lnTo>
                    <a:pt x="6640" y="2113"/>
                  </a:lnTo>
                  <a:lnTo>
                    <a:pt x="6003" y="4326"/>
                  </a:lnTo>
                  <a:lnTo>
                    <a:pt x="4326" y="10932"/>
                  </a:lnTo>
                  <a:lnTo>
                    <a:pt x="3119" y="14856"/>
                  </a:lnTo>
                  <a:lnTo>
                    <a:pt x="2583" y="16063"/>
                  </a:lnTo>
                  <a:lnTo>
                    <a:pt x="2046" y="17069"/>
                  </a:lnTo>
                  <a:lnTo>
                    <a:pt x="1074" y="19249"/>
                  </a:lnTo>
                  <a:lnTo>
                    <a:pt x="369" y="21428"/>
                  </a:lnTo>
                  <a:lnTo>
                    <a:pt x="1" y="23306"/>
                  </a:lnTo>
                  <a:lnTo>
                    <a:pt x="1" y="24044"/>
                  </a:lnTo>
                  <a:lnTo>
                    <a:pt x="68" y="24379"/>
                  </a:lnTo>
                  <a:lnTo>
                    <a:pt x="302" y="24983"/>
                  </a:lnTo>
                  <a:lnTo>
                    <a:pt x="973" y="25821"/>
                  </a:lnTo>
                  <a:lnTo>
                    <a:pt x="2180" y="26559"/>
                  </a:lnTo>
                  <a:lnTo>
                    <a:pt x="3153" y="26794"/>
                  </a:lnTo>
                  <a:lnTo>
                    <a:pt x="3756" y="26760"/>
                  </a:lnTo>
                  <a:lnTo>
                    <a:pt x="4025" y="26659"/>
                  </a:lnTo>
                  <a:lnTo>
                    <a:pt x="6238" y="25620"/>
                  </a:lnTo>
                  <a:lnTo>
                    <a:pt x="7780" y="24849"/>
                  </a:lnTo>
                  <a:lnTo>
                    <a:pt x="8049" y="24715"/>
                  </a:lnTo>
                  <a:lnTo>
                    <a:pt x="8417" y="23943"/>
                  </a:lnTo>
                  <a:lnTo>
                    <a:pt x="8619" y="22971"/>
                  </a:lnTo>
                  <a:lnTo>
                    <a:pt x="8518" y="22166"/>
                  </a:lnTo>
                  <a:lnTo>
                    <a:pt x="8317" y="21998"/>
                  </a:lnTo>
                  <a:lnTo>
                    <a:pt x="7982" y="21764"/>
                  </a:lnTo>
                  <a:lnTo>
                    <a:pt x="7479" y="21227"/>
                  </a:lnTo>
                  <a:lnTo>
                    <a:pt x="7277" y="20892"/>
                  </a:lnTo>
                  <a:lnTo>
                    <a:pt x="8116" y="18746"/>
                  </a:lnTo>
                  <a:lnTo>
                    <a:pt x="9289" y="15158"/>
                  </a:lnTo>
                  <a:lnTo>
                    <a:pt x="9423" y="14453"/>
                  </a:lnTo>
                  <a:lnTo>
                    <a:pt x="9591" y="13011"/>
                  </a:lnTo>
                  <a:lnTo>
                    <a:pt x="9591" y="12307"/>
                  </a:lnTo>
                  <a:lnTo>
                    <a:pt x="8988" y="5936"/>
                  </a:lnTo>
                  <a:lnTo>
                    <a:pt x="8384" y="0"/>
                  </a:lnTo>
                  <a:close/>
                </a:path>
              </a:pathLst>
            </a:custGeom>
            <a:solidFill>
              <a:srgbClr val="6EDBFC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8"/>
            <p:cNvSpPr/>
            <p:nvPr/>
          </p:nvSpPr>
          <p:spPr>
            <a:xfrm>
              <a:off x="4088509" y="2306735"/>
              <a:ext cx="120643" cy="44975"/>
            </a:xfrm>
            <a:custGeom>
              <a:avLst/>
              <a:gdLst/>
              <a:ahLst/>
              <a:cxnLst/>
              <a:rect l="l" t="t" r="r" b="b"/>
              <a:pathLst>
                <a:path w="5668" h="2113" fill="none" extrusionOk="0">
                  <a:moveTo>
                    <a:pt x="5667" y="2113"/>
                  </a:moveTo>
                  <a:lnTo>
                    <a:pt x="4460" y="1073"/>
                  </a:lnTo>
                  <a:lnTo>
                    <a:pt x="3152" y="168"/>
                  </a:lnTo>
                  <a:lnTo>
                    <a:pt x="2951" y="67"/>
                  </a:lnTo>
                  <a:lnTo>
                    <a:pt x="2482" y="0"/>
                  </a:lnTo>
                  <a:lnTo>
                    <a:pt x="1710" y="201"/>
                  </a:lnTo>
                  <a:lnTo>
                    <a:pt x="738" y="771"/>
                  </a:lnTo>
                  <a:lnTo>
                    <a:pt x="101" y="1409"/>
                  </a:lnTo>
                  <a:lnTo>
                    <a:pt x="0" y="1677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8"/>
            <p:cNvSpPr/>
            <p:nvPr/>
          </p:nvSpPr>
          <p:spPr>
            <a:xfrm>
              <a:off x="4199127" y="1877757"/>
              <a:ext cx="158488" cy="715219"/>
            </a:xfrm>
            <a:custGeom>
              <a:avLst/>
              <a:gdLst/>
              <a:ahLst/>
              <a:cxnLst/>
              <a:rect l="l" t="t" r="r" b="b"/>
              <a:pathLst>
                <a:path w="7446" h="33602" extrusionOk="0">
                  <a:moveTo>
                    <a:pt x="6137" y="1"/>
                  </a:moveTo>
                  <a:lnTo>
                    <a:pt x="4394" y="34"/>
                  </a:lnTo>
                  <a:lnTo>
                    <a:pt x="3086" y="369"/>
                  </a:lnTo>
                  <a:lnTo>
                    <a:pt x="2382" y="738"/>
                  </a:lnTo>
                  <a:lnTo>
                    <a:pt x="2080" y="1007"/>
                  </a:lnTo>
                  <a:lnTo>
                    <a:pt x="2181" y="3287"/>
                  </a:lnTo>
                  <a:lnTo>
                    <a:pt x="2482" y="14554"/>
                  </a:lnTo>
                  <a:lnTo>
                    <a:pt x="2449" y="21328"/>
                  </a:lnTo>
                  <a:lnTo>
                    <a:pt x="2315" y="23206"/>
                  </a:lnTo>
                  <a:lnTo>
                    <a:pt x="1745" y="26391"/>
                  </a:lnTo>
                  <a:lnTo>
                    <a:pt x="236" y="32763"/>
                  </a:lnTo>
                  <a:lnTo>
                    <a:pt x="1" y="33601"/>
                  </a:lnTo>
                  <a:lnTo>
                    <a:pt x="1242" y="33601"/>
                  </a:lnTo>
                  <a:lnTo>
                    <a:pt x="2549" y="27028"/>
                  </a:lnTo>
                  <a:lnTo>
                    <a:pt x="4830" y="16499"/>
                  </a:lnTo>
                  <a:lnTo>
                    <a:pt x="5601" y="12676"/>
                  </a:lnTo>
                  <a:lnTo>
                    <a:pt x="7244" y="2784"/>
                  </a:lnTo>
                  <a:lnTo>
                    <a:pt x="7445" y="772"/>
                  </a:lnTo>
                  <a:lnTo>
                    <a:pt x="7412" y="604"/>
                  </a:lnTo>
                  <a:lnTo>
                    <a:pt x="7076" y="302"/>
                  </a:lnTo>
                  <a:lnTo>
                    <a:pt x="6137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8"/>
            <p:cNvSpPr/>
            <p:nvPr/>
          </p:nvSpPr>
          <p:spPr>
            <a:xfrm>
              <a:off x="4199127" y="2238197"/>
              <a:ext cx="100678" cy="354778"/>
            </a:xfrm>
            <a:custGeom>
              <a:avLst/>
              <a:gdLst/>
              <a:ahLst/>
              <a:cxnLst/>
              <a:rect l="l" t="t" r="r" b="b"/>
              <a:pathLst>
                <a:path w="4730" h="16668" extrusionOk="0">
                  <a:moveTo>
                    <a:pt x="4729" y="1"/>
                  </a:moveTo>
                  <a:lnTo>
                    <a:pt x="2482" y="68"/>
                  </a:lnTo>
                  <a:lnTo>
                    <a:pt x="2516" y="1611"/>
                  </a:lnTo>
                  <a:lnTo>
                    <a:pt x="2415" y="4729"/>
                  </a:lnTo>
                  <a:lnTo>
                    <a:pt x="2315" y="6272"/>
                  </a:lnTo>
                  <a:lnTo>
                    <a:pt x="1745" y="9457"/>
                  </a:lnTo>
                  <a:lnTo>
                    <a:pt x="236" y="15829"/>
                  </a:lnTo>
                  <a:lnTo>
                    <a:pt x="1" y="16667"/>
                  </a:lnTo>
                  <a:lnTo>
                    <a:pt x="1242" y="16667"/>
                  </a:lnTo>
                  <a:lnTo>
                    <a:pt x="2482" y="10530"/>
                  </a:lnTo>
                  <a:lnTo>
                    <a:pt x="4729" y="1"/>
                  </a:lnTo>
                  <a:close/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8"/>
            <p:cNvSpPr/>
            <p:nvPr/>
          </p:nvSpPr>
          <p:spPr>
            <a:xfrm>
              <a:off x="4379709" y="1732146"/>
              <a:ext cx="324064" cy="354757"/>
            </a:xfrm>
            <a:custGeom>
              <a:avLst/>
              <a:gdLst/>
              <a:ahLst/>
              <a:cxnLst/>
              <a:rect l="l" t="t" r="r" b="b"/>
              <a:pathLst>
                <a:path w="15225" h="16667" extrusionOk="0">
                  <a:moveTo>
                    <a:pt x="7143" y="1"/>
                  </a:moveTo>
                  <a:lnTo>
                    <a:pt x="6540" y="101"/>
                  </a:lnTo>
                  <a:lnTo>
                    <a:pt x="6104" y="101"/>
                  </a:lnTo>
                  <a:lnTo>
                    <a:pt x="3723" y="571"/>
                  </a:lnTo>
                  <a:lnTo>
                    <a:pt x="2449" y="1208"/>
                  </a:lnTo>
                  <a:lnTo>
                    <a:pt x="1711" y="1845"/>
                  </a:lnTo>
                  <a:lnTo>
                    <a:pt x="1409" y="2248"/>
                  </a:lnTo>
                  <a:lnTo>
                    <a:pt x="1141" y="2683"/>
                  </a:lnTo>
                  <a:lnTo>
                    <a:pt x="671" y="3824"/>
                  </a:lnTo>
                  <a:lnTo>
                    <a:pt x="168" y="5936"/>
                  </a:lnTo>
                  <a:lnTo>
                    <a:pt x="1" y="8317"/>
                  </a:lnTo>
                  <a:lnTo>
                    <a:pt x="68" y="9927"/>
                  </a:lnTo>
                  <a:lnTo>
                    <a:pt x="336" y="11436"/>
                  </a:lnTo>
                  <a:lnTo>
                    <a:pt x="772" y="12777"/>
                  </a:lnTo>
                  <a:lnTo>
                    <a:pt x="1074" y="13381"/>
                  </a:lnTo>
                  <a:lnTo>
                    <a:pt x="1409" y="13917"/>
                  </a:lnTo>
                  <a:lnTo>
                    <a:pt x="2281" y="14856"/>
                  </a:lnTo>
                  <a:lnTo>
                    <a:pt x="3321" y="15560"/>
                  </a:lnTo>
                  <a:lnTo>
                    <a:pt x="4494" y="16130"/>
                  </a:lnTo>
                  <a:lnTo>
                    <a:pt x="5769" y="16466"/>
                  </a:lnTo>
                  <a:lnTo>
                    <a:pt x="7110" y="16667"/>
                  </a:lnTo>
                  <a:lnTo>
                    <a:pt x="8451" y="16667"/>
                  </a:lnTo>
                  <a:lnTo>
                    <a:pt x="9826" y="16499"/>
                  </a:lnTo>
                  <a:lnTo>
                    <a:pt x="10497" y="16365"/>
                  </a:lnTo>
                  <a:lnTo>
                    <a:pt x="11134" y="16164"/>
                  </a:lnTo>
                  <a:lnTo>
                    <a:pt x="12207" y="15560"/>
                  </a:lnTo>
                  <a:lnTo>
                    <a:pt x="13112" y="14755"/>
                  </a:lnTo>
                  <a:lnTo>
                    <a:pt x="13817" y="13783"/>
                  </a:lnTo>
                  <a:lnTo>
                    <a:pt x="14588" y="12173"/>
                  </a:lnTo>
                  <a:lnTo>
                    <a:pt x="15091" y="10195"/>
                  </a:lnTo>
                  <a:lnTo>
                    <a:pt x="15191" y="9424"/>
                  </a:lnTo>
                  <a:lnTo>
                    <a:pt x="15225" y="8686"/>
                  </a:lnTo>
                  <a:lnTo>
                    <a:pt x="15057" y="6573"/>
                  </a:lnTo>
                  <a:lnTo>
                    <a:pt x="14655" y="4260"/>
                  </a:lnTo>
                  <a:lnTo>
                    <a:pt x="14018" y="2248"/>
                  </a:lnTo>
                  <a:lnTo>
                    <a:pt x="13649" y="1577"/>
                  </a:lnTo>
                  <a:lnTo>
                    <a:pt x="13448" y="1275"/>
                  </a:lnTo>
                  <a:lnTo>
                    <a:pt x="12744" y="839"/>
                  </a:lnTo>
                  <a:lnTo>
                    <a:pt x="11302" y="336"/>
                  </a:lnTo>
                  <a:lnTo>
                    <a:pt x="9088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8"/>
            <p:cNvSpPr/>
            <p:nvPr/>
          </p:nvSpPr>
          <p:spPr>
            <a:xfrm>
              <a:off x="4500331" y="1896318"/>
              <a:ext cx="202740" cy="99231"/>
            </a:xfrm>
            <a:custGeom>
              <a:avLst/>
              <a:gdLst/>
              <a:ahLst/>
              <a:cxnLst/>
              <a:rect l="l" t="t" r="r" b="b"/>
              <a:pathLst>
                <a:path w="9525" h="4662" fill="none" extrusionOk="0">
                  <a:moveTo>
                    <a:pt x="1" y="1107"/>
                  </a:moveTo>
                  <a:lnTo>
                    <a:pt x="102" y="1442"/>
                  </a:lnTo>
                  <a:lnTo>
                    <a:pt x="1242" y="3153"/>
                  </a:lnTo>
                  <a:lnTo>
                    <a:pt x="2147" y="3991"/>
                  </a:lnTo>
                  <a:lnTo>
                    <a:pt x="2918" y="4393"/>
                  </a:lnTo>
                  <a:lnTo>
                    <a:pt x="3354" y="4561"/>
                  </a:lnTo>
                  <a:lnTo>
                    <a:pt x="3824" y="4662"/>
                  </a:lnTo>
                  <a:lnTo>
                    <a:pt x="4796" y="4628"/>
                  </a:lnTo>
                  <a:lnTo>
                    <a:pt x="5802" y="4326"/>
                  </a:lnTo>
                  <a:lnTo>
                    <a:pt x="6775" y="3823"/>
                  </a:lnTo>
                  <a:lnTo>
                    <a:pt x="7680" y="3153"/>
                  </a:lnTo>
                  <a:lnTo>
                    <a:pt x="8485" y="2348"/>
                  </a:lnTo>
                  <a:lnTo>
                    <a:pt x="9089" y="1442"/>
                  </a:lnTo>
                  <a:lnTo>
                    <a:pt x="9457" y="503"/>
                  </a:lnTo>
                  <a:lnTo>
                    <a:pt x="9524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8"/>
            <p:cNvSpPr/>
            <p:nvPr/>
          </p:nvSpPr>
          <p:spPr>
            <a:xfrm>
              <a:off x="4389713" y="1830653"/>
              <a:ext cx="286241" cy="218427"/>
            </a:xfrm>
            <a:custGeom>
              <a:avLst/>
              <a:gdLst/>
              <a:ahLst/>
              <a:cxnLst/>
              <a:rect l="l" t="t" r="r" b="b"/>
              <a:pathLst>
                <a:path w="13448" h="10262" fill="none" extrusionOk="0">
                  <a:moveTo>
                    <a:pt x="0" y="0"/>
                  </a:moveTo>
                  <a:lnTo>
                    <a:pt x="0" y="202"/>
                  </a:lnTo>
                  <a:lnTo>
                    <a:pt x="0" y="2147"/>
                  </a:lnTo>
                  <a:lnTo>
                    <a:pt x="470" y="4326"/>
                  </a:lnTo>
                  <a:lnTo>
                    <a:pt x="1107" y="5902"/>
                  </a:lnTo>
                  <a:lnTo>
                    <a:pt x="2079" y="7411"/>
                  </a:lnTo>
                  <a:lnTo>
                    <a:pt x="3521" y="8786"/>
                  </a:lnTo>
                  <a:lnTo>
                    <a:pt x="4460" y="9356"/>
                  </a:lnTo>
                  <a:lnTo>
                    <a:pt x="5433" y="9826"/>
                  </a:lnTo>
                  <a:lnTo>
                    <a:pt x="7176" y="10262"/>
                  </a:lnTo>
                  <a:lnTo>
                    <a:pt x="8719" y="10161"/>
                  </a:lnTo>
                  <a:lnTo>
                    <a:pt x="10060" y="9658"/>
                  </a:lnTo>
                  <a:lnTo>
                    <a:pt x="11200" y="8853"/>
                  </a:lnTo>
                  <a:lnTo>
                    <a:pt x="12106" y="7914"/>
                  </a:lnTo>
                  <a:lnTo>
                    <a:pt x="13112" y="6472"/>
                  </a:lnTo>
                  <a:lnTo>
                    <a:pt x="13447" y="5768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8"/>
            <p:cNvSpPr/>
            <p:nvPr/>
          </p:nvSpPr>
          <p:spPr>
            <a:xfrm>
              <a:off x="4521042" y="1867774"/>
              <a:ext cx="174175" cy="87801"/>
            </a:xfrm>
            <a:custGeom>
              <a:avLst/>
              <a:gdLst/>
              <a:ahLst/>
              <a:cxnLst/>
              <a:rect l="l" t="t" r="r" b="b"/>
              <a:pathLst>
                <a:path w="8183" h="4125" fill="none" extrusionOk="0">
                  <a:moveTo>
                    <a:pt x="0" y="3924"/>
                  </a:moveTo>
                  <a:lnTo>
                    <a:pt x="168" y="3957"/>
                  </a:lnTo>
                  <a:lnTo>
                    <a:pt x="1912" y="4125"/>
                  </a:lnTo>
                  <a:lnTo>
                    <a:pt x="3857" y="3823"/>
                  </a:lnTo>
                  <a:lnTo>
                    <a:pt x="5232" y="3286"/>
                  </a:lnTo>
                  <a:lnTo>
                    <a:pt x="6539" y="2381"/>
                  </a:lnTo>
                  <a:lnTo>
                    <a:pt x="7713" y="939"/>
                  </a:lnTo>
                  <a:lnTo>
                    <a:pt x="8183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8"/>
            <p:cNvSpPr/>
            <p:nvPr/>
          </p:nvSpPr>
          <p:spPr>
            <a:xfrm>
              <a:off x="4349740" y="1293186"/>
              <a:ext cx="413993" cy="478955"/>
            </a:xfrm>
            <a:custGeom>
              <a:avLst/>
              <a:gdLst/>
              <a:ahLst/>
              <a:cxnLst/>
              <a:rect l="l" t="t" r="r" b="b"/>
              <a:pathLst>
                <a:path w="19450" h="22502" extrusionOk="0">
                  <a:moveTo>
                    <a:pt x="14286" y="1"/>
                  </a:moveTo>
                  <a:lnTo>
                    <a:pt x="13950" y="34"/>
                  </a:lnTo>
                  <a:lnTo>
                    <a:pt x="13246" y="168"/>
                  </a:lnTo>
                  <a:lnTo>
                    <a:pt x="12005" y="638"/>
                  </a:lnTo>
                  <a:lnTo>
                    <a:pt x="10966" y="1342"/>
                  </a:lnTo>
                  <a:lnTo>
                    <a:pt x="10094" y="2113"/>
                  </a:lnTo>
                  <a:lnTo>
                    <a:pt x="8686" y="4125"/>
                  </a:lnTo>
                  <a:lnTo>
                    <a:pt x="8484" y="4662"/>
                  </a:lnTo>
                  <a:lnTo>
                    <a:pt x="7747" y="4662"/>
                  </a:lnTo>
                  <a:lnTo>
                    <a:pt x="6506" y="4930"/>
                  </a:lnTo>
                  <a:lnTo>
                    <a:pt x="5466" y="5433"/>
                  </a:lnTo>
                  <a:lnTo>
                    <a:pt x="4595" y="6171"/>
                  </a:lnTo>
                  <a:lnTo>
                    <a:pt x="3421" y="7579"/>
                  </a:lnTo>
                  <a:lnTo>
                    <a:pt x="1945" y="10128"/>
                  </a:lnTo>
                  <a:lnTo>
                    <a:pt x="1107" y="11637"/>
                  </a:lnTo>
                  <a:lnTo>
                    <a:pt x="705" y="12375"/>
                  </a:lnTo>
                  <a:lnTo>
                    <a:pt x="202" y="13850"/>
                  </a:lnTo>
                  <a:lnTo>
                    <a:pt x="0" y="15225"/>
                  </a:lnTo>
                  <a:lnTo>
                    <a:pt x="34" y="16533"/>
                  </a:lnTo>
                  <a:lnTo>
                    <a:pt x="269" y="17740"/>
                  </a:lnTo>
                  <a:lnTo>
                    <a:pt x="671" y="18779"/>
                  </a:lnTo>
                  <a:lnTo>
                    <a:pt x="1476" y="20154"/>
                  </a:lnTo>
                  <a:lnTo>
                    <a:pt x="2046" y="20859"/>
                  </a:lnTo>
                  <a:lnTo>
                    <a:pt x="2650" y="21429"/>
                  </a:lnTo>
                  <a:lnTo>
                    <a:pt x="4125" y="22267"/>
                  </a:lnTo>
                  <a:lnTo>
                    <a:pt x="5232" y="22502"/>
                  </a:lnTo>
                  <a:lnTo>
                    <a:pt x="5936" y="22468"/>
                  </a:lnTo>
                  <a:lnTo>
                    <a:pt x="6607" y="22300"/>
                  </a:lnTo>
                  <a:lnTo>
                    <a:pt x="7143" y="21932"/>
                  </a:lnTo>
                  <a:lnTo>
                    <a:pt x="7344" y="21697"/>
                  </a:lnTo>
                  <a:lnTo>
                    <a:pt x="7713" y="21127"/>
                  </a:lnTo>
                  <a:lnTo>
                    <a:pt x="7881" y="19987"/>
                  </a:lnTo>
                  <a:lnTo>
                    <a:pt x="7579" y="18880"/>
                  </a:lnTo>
                  <a:lnTo>
                    <a:pt x="6975" y="17908"/>
                  </a:lnTo>
                  <a:lnTo>
                    <a:pt x="6573" y="17505"/>
                  </a:lnTo>
                  <a:lnTo>
                    <a:pt x="6405" y="17304"/>
                  </a:lnTo>
                  <a:lnTo>
                    <a:pt x="6204" y="16868"/>
                  </a:lnTo>
                  <a:lnTo>
                    <a:pt x="6104" y="16164"/>
                  </a:lnTo>
                  <a:lnTo>
                    <a:pt x="6472" y="15225"/>
                  </a:lnTo>
                  <a:lnTo>
                    <a:pt x="7110" y="14387"/>
                  </a:lnTo>
                  <a:lnTo>
                    <a:pt x="7545" y="14085"/>
                  </a:lnTo>
                  <a:lnTo>
                    <a:pt x="7948" y="13682"/>
                  </a:lnTo>
                  <a:lnTo>
                    <a:pt x="8686" y="12240"/>
                  </a:lnTo>
                  <a:lnTo>
                    <a:pt x="9423" y="10463"/>
                  </a:lnTo>
                  <a:lnTo>
                    <a:pt x="10128" y="8854"/>
                  </a:lnTo>
                  <a:lnTo>
                    <a:pt x="10530" y="8351"/>
                  </a:lnTo>
                  <a:lnTo>
                    <a:pt x="10765" y="8149"/>
                  </a:lnTo>
                  <a:lnTo>
                    <a:pt x="11536" y="8049"/>
                  </a:lnTo>
                  <a:lnTo>
                    <a:pt x="13213" y="8317"/>
                  </a:lnTo>
                  <a:lnTo>
                    <a:pt x="16868" y="9692"/>
                  </a:lnTo>
                  <a:lnTo>
                    <a:pt x="17605" y="10061"/>
                  </a:lnTo>
                  <a:lnTo>
                    <a:pt x="17840" y="9793"/>
                  </a:lnTo>
                  <a:lnTo>
                    <a:pt x="19182" y="8082"/>
                  </a:lnTo>
                  <a:lnTo>
                    <a:pt x="19349" y="7781"/>
                  </a:lnTo>
                  <a:lnTo>
                    <a:pt x="19450" y="6775"/>
                  </a:lnTo>
                  <a:lnTo>
                    <a:pt x="19249" y="5467"/>
                  </a:lnTo>
                  <a:lnTo>
                    <a:pt x="18746" y="4058"/>
                  </a:lnTo>
                  <a:lnTo>
                    <a:pt x="18041" y="2616"/>
                  </a:lnTo>
                  <a:lnTo>
                    <a:pt x="17102" y="1376"/>
                  </a:lnTo>
                  <a:lnTo>
                    <a:pt x="15962" y="437"/>
                  </a:lnTo>
                  <a:lnTo>
                    <a:pt x="14990" y="68"/>
                  </a:lnTo>
                  <a:lnTo>
                    <a:pt x="14286" y="1"/>
                  </a:lnTo>
                  <a:close/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8"/>
            <p:cNvSpPr/>
            <p:nvPr/>
          </p:nvSpPr>
          <p:spPr>
            <a:xfrm>
              <a:off x="4737319" y="1450929"/>
              <a:ext cx="2873" cy="20732"/>
            </a:xfrm>
            <a:custGeom>
              <a:avLst/>
              <a:gdLst/>
              <a:ahLst/>
              <a:cxnLst/>
              <a:rect l="l" t="t" r="r" b="b"/>
              <a:pathLst>
                <a:path w="135" h="974" fill="none" extrusionOk="0">
                  <a:moveTo>
                    <a:pt x="0" y="1"/>
                  </a:moveTo>
                  <a:lnTo>
                    <a:pt x="101" y="470"/>
                  </a:lnTo>
                  <a:lnTo>
                    <a:pt x="134" y="973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8"/>
            <p:cNvSpPr/>
            <p:nvPr/>
          </p:nvSpPr>
          <p:spPr>
            <a:xfrm>
              <a:off x="4535324" y="1369556"/>
              <a:ext cx="194162" cy="56405"/>
            </a:xfrm>
            <a:custGeom>
              <a:avLst/>
              <a:gdLst/>
              <a:ahLst/>
              <a:cxnLst/>
              <a:rect l="l" t="t" r="r" b="b"/>
              <a:pathLst>
                <a:path w="9122" h="2650" fill="none" extrusionOk="0">
                  <a:moveTo>
                    <a:pt x="0" y="2616"/>
                  </a:moveTo>
                  <a:lnTo>
                    <a:pt x="302" y="2248"/>
                  </a:lnTo>
                  <a:lnTo>
                    <a:pt x="2448" y="705"/>
                  </a:lnTo>
                  <a:lnTo>
                    <a:pt x="4024" y="169"/>
                  </a:lnTo>
                  <a:lnTo>
                    <a:pt x="5231" y="1"/>
                  </a:lnTo>
                  <a:lnTo>
                    <a:pt x="5868" y="34"/>
                  </a:lnTo>
                  <a:lnTo>
                    <a:pt x="6539" y="135"/>
                  </a:lnTo>
                  <a:lnTo>
                    <a:pt x="7579" y="604"/>
                  </a:lnTo>
                  <a:lnTo>
                    <a:pt x="8350" y="1309"/>
                  </a:lnTo>
                  <a:lnTo>
                    <a:pt x="8920" y="2181"/>
                  </a:lnTo>
                  <a:lnTo>
                    <a:pt x="9121" y="2650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8"/>
            <p:cNvSpPr/>
            <p:nvPr/>
          </p:nvSpPr>
          <p:spPr>
            <a:xfrm>
              <a:off x="4556013" y="1326029"/>
              <a:ext cx="109937" cy="79968"/>
            </a:xfrm>
            <a:custGeom>
              <a:avLst/>
              <a:gdLst/>
              <a:ahLst/>
              <a:cxnLst/>
              <a:rect l="l" t="t" r="r" b="b"/>
              <a:pathLst>
                <a:path w="5165" h="3757" fill="none" extrusionOk="0">
                  <a:moveTo>
                    <a:pt x="1" y="3756"/>
                  </a:moveTo>
                  <a:lnTo>
                    <a:pt x="235" y="3287"/>
                  </a:lnTo>
                  <a:lnTo>
                    <a:pt x="1711" y="1509"/>
                  </a:lnTo>
                  <a:lnTo>
                    <a:pt x="2549" y="839"/>
                  </a:lnTo>
                  <a:lnTo>
                    <a:pt x="3488" y="336"/>
                  </a:lnTo>
                  <a:lnTo>
                    <a:pt x="4561" y="0"/>
                  </a:lnTo>
                  <a:lnTo>
                    <a:pt x="5165" y="0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8"/>
            <p:cNvSpPr/>
            <p:nvPr/>
          </p:nvSpPr>
          <p:spPr>
            <a:xfrm>
              <a:off x="4408976" y="1740001"/>
              <a:ext cx="19305" cy="5023"/>
            </a:xfrm>
            <a:custGeom>
              <a:avLst/>
              <a:gdLst/>
              <a:ahLst/>
              <a:cxnLst/>
              <a:rect l="l" t="t" r="r" b="b"/>
              <a:pathLst>
                <a:path w="907" h="236" fill="none" extrusionOk="0">
                  <a:moveTo>
                    <a:pt x="1" y="1"/>
                  </a:moveTo>
                  <a:lnTo>
                    <a:pt x="437" y="202"/>
                  </a:lnTo>
                  <a:lnTo>
                    <a:pt x="906" y="235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8"/>
            <p:cNvSpPr/>
            <p:nvPr/>
          </p:nvSpPr>
          <p:spPr>
            <a:xfrm>
              <a:off x="4374005" y="1441649"/>
              <a:ext cx="149208" cy="288390"/>
            </a:xfrm>
            <a:custGeom>
              <a:avLst/>
              <a:gdLst/>
              <a:ahLst/>
              <a:cxnLst/>
              <a:rect l="l" t="t" r="r" b="b"/>
              <a:pathLst>
                <a:path w="7010" h="13549" fill="none" extrusionOk="0">
                  <a:moveTo>
                    <a:pt x="7009" y="1"/>
                  </a:moveTo>
                  <a:lnTo>
                    <a:pt x="6808" y="68"/>
                  </a:lnTo>
                  <a:lnTo>
                    <a:pt x="5601" y="906"/>
                  </a:lnTo>
                  <a:lnTo>
                    <a:pt x="4528" y="2013"/>
                  </a:lnTo>
                  <a:lnTo>
                    <a:pt x="3924" y="2784"/>
                  </a:lnTo>
                  <a:lnTo>
                    <a:pt x="2650" y="4628"/>
                  </a:lnTo>
                  <a:lnTo>
                    <a:pt x="705" y="7848"/>
                  </a:lnTo>
                  <a:lnTo>
                    <a:pt x="135" y="9390"/>
                  </a:lnTo>
                  <a:lnTo>
                    <a:pt x="1" y="10329"/>
                  </a:lnTo>
                  <a:lnTo>
                    <a:pt x="34" y="10765"/>
                  </a:lnTo>
                  <a:lnTo>
                    <a:pt x="101" y="11503"/>
                  </a:lnTo>
                  <a:lnTo>
                    <a:pt x="638" y="12945"/>
                  </a:lnTo>
                  <a:lnTo>
                    <a:pt x="1074" y="13548"/>
                  </a:lnTo>
                </a:path>
              </a:pathLst>
            </a:custGeom>
            <a:noFill/>
            <a:ln w="109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8"/>
            <p:cNvSpPr/>
            <p:nvPr/>
          </p:nvSpPr>
          <p:spPr>
            <a:xfrm>
              <a:off x="4491775" y="1710734"/>
              <a:ext cx="105659" cy="213446"/>
            </a:xfrm>
            <a:custGeom>
              <a:avLst/>
              <a:gdLst/>
              <a:ahLst/>
              <a:cxnLst/>
              <a:rect l="l" t="t" r="r" b="b"/>
              <a:pathLst>
                <a:path w="4964" h="10028" extrusionOk="0">
                  <a:moveTo>
                    <a:pt x="1040" y="1"/>
                  </a:moveTo>
                  <a:lnTo>
                    <a:pt x="336" y="34"/>
                  </a:lnTo>
                  <a:lnTo>
                    <a:pt x="1" y="168"/>
                  </a:lnTo>
                  <a:lnTo>
                    <a:pt x="34" y="1979"/>
                  </a:lnTo>
                  <a:lnTo>
                    <a:pt x="168" y="5567"/>
                  </a:lnTo>
                  <a:lnTo>
                    <a:pt x="202" y="7009"/>
                  </a:lnTo>
                  <a:lnTo>
                    <a:pt x="202" y="9021"/>
                  </a:lnTo>
                  <a:lnTo>
                    <a:pt x="403" y="9893"/>
                  </a:lnTo>
                  <a:lnTo>
                    <a:pt x="604" y="10027"/>
                  </a:lnTo>
                  <a:lnTo>
                    <a:pt x="872" y="10027"/>
                  </a:lnTo>
                  <a:lnTo>
                    <a:pt x="1946" y="9591"/>
                  </a:lnTo>
                  <a:lnTo>
                    <a:pt x="3186" y="8753"/>
                  </a:lnTo>
                  <a:lnTo>
                    <a:pt x="4192" y="7781"/>
                  </a:lnTo>
                  <a:lnTo>
                    <a:pt x="4461" y="7278"/>
                  </a:lnTo>
                  <a:lnTo>
                    <a:pt x="4762" y="6171"/>
                  </a:lnTo>
                  <a:lnTo>
                    <a:pt x="4964" y="3824"/>
                  </a:lnTo>
                  <a:lnTo>
                    <a:pt x="4964" y="3522"/>
                  </a:lnTo>
                  <a:lnTo>
                    <a:pt x="4863" y="1812"/>
                  </a:lnTo>
                  <a:lnTo>
                    <a:pt x="4461" y="1476"/>
                  </a:lnTo>
                  <a:lnTo>
                    <a:pt x="2247" y="303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8"/>
            <p:cNvSpPr/>
            <p:nvPr/>
          </p:nvSpPr>
          <p:spPr>
            <a:xfrm>
              <a:off x="4408274" y="1425238"/>
              <a:ext cx="319062" cy="381172"/>
            </a:xfrm>
            <a:custGeom>
              <a:avLst/>
              <a:gdLst/>
              <a:ahLst/>
              <a:cxnLst/>
              <a:rect l="l" t="t" r="r" b="b"/>
              <a:pathLst>
                <a:path w="14990" h="17908" extrusionOk="0">
                  <a:moveTo>
                    <a:pt x="6003" y="0"/>
                  </a:moveTo>
                  <a:lnTo>
                    <a:pt x="5936" y="336"/>
                  </a:lnTo>
                  <a:lnTo>
                    <a:pt x="5500" y="2214"/>
                  </a:lnTo>
                  <a:lnTo>
                    <a:pt x="5030" y="3555"/>
                  </a:lnTo>
                  <a:lnTo>
                    <a:pt x="4695" y="4092"/>
                  </a:lnTo>
                  <a:lnTo>
                    <a:pt x="3320" y="6338"/>
                  </a:lnTo>
                  <a:lnTo>
                    <a:pt x="2817" y="7177"/>
                  </a:lnTo>
                  <a:lnTo>
                    <a:pt x="2884" y="7411"/>
                  </a:lnTo>
                  <a:lnTo>
                    <a:pt x="2817" y="7847"/>
                  </a:lnTo>
                  <a:lnTo>
                    <a:pt x="2582" y="8216"/>
                  </a:lnTo>
                  <a:lnTo>
                    <a:pt x="2180" y="8417"/>
                  </a:lnTo>
                  <a:lnTo>
                    <a:pt x="1945" y="8451"/>
                  </a:lnTo>
                  <a:lnTo>
                    <a:pt x="1811" y="8283"/>
                  </a:lnTo>
                  <a:lnTo>
                    <a:pt x="1040" y="7780"/>
                  </a:lnTo>
                  <a:lnTo>
                    <a:pt x="470" y="7847"/>
                  </a:lnTo>
                  <a:lnTo>
                    <a:pt x="235" y="8116"/>
                  </a:lnTo>
                  <a:lnTo>
                    <a:pt x="34" y="8518"/>
                  </a:lnTo>
                  <a:lnTo>
                    <a:pt x="0" y="9759"/>
                  </a:lnTo>
                  <a:lnTo>
                    <a:pt x="268" y="11100"/>
                  </a:lnTo>
                  <a:lnTo>
                    <a:pt x="738" y="12140"/>
                  </a:lnTo>
                  <a:lnTo>
                    <a:pt x="1006" y="12408"/>
                  </a:lnTo>
                  <a:lnTo>
                    <a:pt x="1308" y="12575"/>
                  </a:lnTo>
                  <a:lnTo>
                    <a:pt x="2012" y="12743"/>
                  </a:lnTo>
                  <a:lnTo>
                    <a:pt x="2381" y="12743"/>
                  </a:lnTo>
                  <a:lnTo>
                    <a:pt x="2716" y="13112"/>
                  </a:lnTo>
                  <a:lnTo>
                    <a:pt x="5265" y="15661"/>
                  </a:lnTo>
                  <a:lnTo>
                    <a:pt x="6573" y="16667"/>
                  </a:lnTo>
                  <a:lnTo>
                    <a:pt x="7176" y="17035"/>
                  </a:lnTo>
                  <a:lnTo>
                    <a:pt x="8451" y="17605"/>
                  </a:lnTo>
                  <a:lnTo>
                    <a:pt x="9691" y="17907"/>
                  </a:lnTo>
                  <a:lnTo>
                    <a:pt x="10731" y="17840"/>
                  </a:lnTo>
                  <a:lnTo>
                    <a:pt x="11100" y="17605"/>
                  </a:lnTo>
                  <a:lnTo>
                    <a:pt x="11871" y="16868"/>
                  </a:lnTo>
                  <a:lnTo>
                    <a:pt x="13346" y="14856"/>
                  </a:lnTo>
                  <a:lnTo>
                    <a:pt x="14185" y="13380"/>
                  </a:lnTo>
                  <a:lnTo>
                    <a:pt x="14453" y="12643"/>
                  </a:lnTo>
                  <a:lnTo>
                    <a:pt x="14654" y="11938"/>
                  </a:lnTo>
                  <a:lnTo>
                    <a:pt x="14755" y="10362"/>
                  </a:lnTo>
                  <a:lnTo>
                    <a:pt x="14621" y="8082"/>
                  </a:lnTo>
                  <a:lnTo>
                    <a:pt x="14621" y="6908"/>
                  </a:lnTo>
                  <a:lnTo>
                    <a:pt x="14755" y="5835"/>
                  </a:lnTo>
                  <a:lnTo>
                    <a:pt x="14990" y="4125"/>
                  </a:lnTo>
                  <a:lnTo>
                    <a:pt x="14889" y="2985"/>
                  </a:lnTo>
                  <a:lnTo>
                    <a:pt x="14721" y="2482"/>
                  </a:lnTo>
                  <a:lnTo>
                    <a:pt x="14453" y="1979"/>
                  </a:lnTo>
                  <a:lnTo>
                    <a:pt x="13548" y="1308"/>
                  </a:lnTo>
                  <a:lnTo>
                    <a:pt x="11636" y="705"/>
                  </a:lnTo>
                  <a:lnTo>
                    <a:pt x="10094" y="403"/>
                  </a:lnTo>
                  <a:lnTo>
                    <a:pt x="9088" y="235"/>
                  </a:lnTo>
                  <a:lnTo>
                    <a:pt x="7009" y="34"/>
                  </a:lnTo>
                  <a:lnTo>
                    <a:pt x="6003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8"/>
            <p:cNvSpPr/>
            <p:nvPr/>
          </p:nvSpPr>
          <p:spPr>
            <a:xfrm>
              <a:off x="4501055" y="1561568"/>
              <a:ext cx="128498" cy="99933"/>
            </a:xfrm>
            <a:custGeom>
              <a:avLst/>
              <a:gdLst/>
              <a:ahLst/>
              <a:cxnLst/>
              <a:rect l="l" t="t" r="r" b="b"/>
              <a:pathLst>
                <a:path w="6037" h="4695" fill="none" extrusionOk="0">
                  <a:moveTo>
                    <a:pt x="5902" y="772"/>
                  </a:moveTo>
                  <a:lnTo>
                    <a:pt x="5668" y="570"/>
                  </a:lnTo>
                  <a:lnTo>
                    <a:pt x="3689" y="0"/>
                  </a:lnTo>
                  <a:lnTo>
                    <a:pt x="2180" y="101"/>
                  </a:lnTo>
                  <a:lnTo>
                    <a:pt x="1007" y="403"/>
                  </a:lnTo>
                  <a:lnTo>
                    <a:pt x="336" y="671"/>
                  </a:lnTo>
                  <a:lnTo>
                    <a:pt x="269" y="705"/>
                  </a:lnTo>
                  <a:lnTo>
                    <a:pt x="34" y="839"/>
                  </a:lnTo>
                  <a:lnTo>
                    <a:pt x="1" y="973"/>
                  </a:lnTo>
                  <a:lnTo>
                    <a:pt x="68" y="1040"/>
                  </a:lnTo>
                  <a:lnTo>
                    <a:pt x="302" y="1208"/>
                  </a:lnTo>
                  <a:lnTo>
                    <a:pt x="436" y="1442"/>
                  </a:lnTo>
                  <a:lnTo>
                    <a:pt x="504" y="1878"/>
                  </a:lnTo>
                  <a:lnTo>
                    <a:pt x="470" y="2884"/>
                  </a:lnTo>
                  <a:lnTo>
                    <a:pt x="571" y="3354"/>
                  </a:lnTo>
                  <a:lnTo>
                    <a:pt x="671" y="3622"/>
                  </a:lnTo>
                  <a:lnTo>
                    <a:pt x="1007" y="4024"/>
                  </a:lnTo>
                  <a:lnTo>
                    <a:pt x="1677" y="4460"/>
                  </a:lnTo>
                  <a:lnTo>
                    <a:pt x="2817" y="4695"/>
                  </a:lnTo>
                  <a:lnTo>
                    <a:pt x="3957" y="4628"/>
                  </a:lnTo>
                  <a:lnTo>
                    <a:pt x="4460" y="4494"/>
                  </a:lnTo>
                  <a:lnTo>
                    <a:pt x="4829" y="4326"/>
                  </a:lnTo>
                  <a:lnTo>
                    <a:pt x="5433" y="3756"/>
                  </a:lnTo>
                  <a:lnTo>
                    <a:pt x="5634" y="3387"/>
                  </a:lnTo>
                  <a:lnTo>
                    <a:pt x="5802" y="2884"/>
                  </a:lnTo>
                  <a:lnTo>
                    <a:pt x="6037" y="1610"/>
                  </a:lnTo>
                  <a:lnTo>
                    <a:pt x="6003" y="939"/>
                  </a:lnTo>
                  <a:lnTo>
                    <a:pt x="5902" y="772"/>
                  </a:lnTo>
                  <a:close/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8"/>
            <p:cNvSpPr/>
            <p:nvPr/>
          </p:nvSpPr>
          <p:spPr>
            <a:xfrm>
              <a:off x="4645240" y="1561568"/>
              <a:ext cx="127774" cy="100657"/>
            </a:xfrm>
            <a:custGeom>
              <a:avLst/>
              <a:gdLst/>
              <a:ahLst/>
              <a:cxnLst/>
              <a:rect l="l" t="t" r="r" b="b"/>
              <a:pathLst>
                <a:path w="6003" h="4729" fill="none" extrusionOk="0">
                  <a:moveTo>
                    <a:pt x="134" y="772"/>
                  </a:moveTo>
                  <a:lnTo>
                    <a:pt x="369" y="570"/>
                  </a:lnTo>
                  <a:lnTo>
                    <a:pt x="2314" y="0"/>
                  </a:lnTo>
                  <a:lnTo>
                    <a:pt x="3823" y="101"/>
                  </a:lnTo>
                  <a:lnTo>
                    <a:pt x="5030" y="403"/>
                  </a:lnTo>
                  <a:lnTo>
                    <a:pt x="5667" y="671"/>
                  </a:lnTo>
                  <a:lnTo>
                    <a:pt x="5734" y="705"/>
                  </a:lnTo>
                  <a:lnTo>
                    <a:pt x="5969" y="839"/>
                  </a:lnTo>
                  <a:lnTo>
                    <a:pt x="6003" y="973"/>
                  </a:lnTo>
                  <a:lnTo>
                    <a:pt x="5936" y="1040"/>
                  </a:lnTo>
                  <a:lnTo>
                    <a:pt x="5734" y="1208"/>
                  </a:lnTo>
                  <a:lnTo>
                    <a:pt x="5600" y="1442"/>
                  </a:lnTo>
                  <a:lnTo>
                    <a:pt x="5500" y="2012"/>
                  </a:lnTo>
                  <a:lnTo>
                    <a:pt x="5500" y="2918"/>
                  </a:lnTo>
                  <a:lnTo>
                    <a:pt x="5399" y="3521"/>
                  </a:lnTo>
                  <a:lnTo>
                    <a:pt x="5265" y="3823"/>
                  </a:lnTo>
                  <a:lnTo>
                    <a:pt x="4963" y="4226"/>
                  </a:lnTo>
                  <a:lnTo>
                    <a:pt x="4024" y="4661"/>
                  </a:lnTo>
                  <a:lnTo>
                    <a:pt x="2918" y="4729"/>
                  </a:lnTo>
                  <a:lnTo>
                    <a:pt x="1878" y="4561"/>
                  </a:lnTo>
                  <a:lnTo>
                    <a:pt x="1442" y="4393"/>
                  </a:lnTo>
                  <a:lnTo>
                    <a:pt x="1040" y="4226"/>
                  </a:lnTo>
                  <a:lnTo>
                    <a:pt x="470" y="3588"/>
                  </a:lnTo>
                  <a:lnTo>
                    <a:pt x="302" y="3186"/>
                  </a:lnTo>
                  <a:lnTo>
                    <a:pt x="168" y="2750"/>
                  </a:lnTo>
                  <a:lnTo>
                    <a:pt x="0" y="1576"/>
                  </a:lnTo>
                  <a:lnTo>
                    <a:pt x="0" y="939"/>
                  </a:lnTo>
                  <a:lnTo>
                    <a:pt x="134" y="772"/>
                  </a:lnTo>
                  <a:close/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8"/>
            <p:cNvSpPr/>
            <p:nvPr/>
          </p:nvSpPr>
          <p:spPr>
            <a:xfrm>
              <a:off x="4626679" y="1575127"/>
              <a:ext cx="21434" cy="2873"/>
            </a:xfrm>
            <a:custGeom>
              <a:avLst/>
              <a:gdLst/>
              <a:ahLst/>
              <a:cxnLst/>
              <a:rect l="l" t="t" r="r" b="b"/>
              <a:pathLst>
                <a:path w="1007" h="135" fill="none" extrusionOk="0">
                  <a:moveTo>
                    <a:pt x="0" y="135"/>
                  </a:moveTo>
                  <a:lnTo>
                    <a:pt x="235" y="0"/>
                  </a:lnTo>
                  <a:lnTo>
                    <a:pt x="772" y="0"/>
                  </a:lnTo>
                  <a:lnTo>
                    <a:pt x="1006" y="135"/>
                  </a:lnTo>
                </a:path>
              </a:pathLst>
            </a:custGeom>
            <a:noFill/>
            <a:ln w="109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8"/>
            <p:cNvSpPr/>
            <p:nvPr/>
          </p:nvSpPr>
          <p:spPr>
            <a:xfrm>
              <a:off x="4444671" y="1582981"/>
              <a:ext cx="57831" cy="15006"/>
            </a:xfrm>
            <a:custGeom>
              <a:avLst/>
              <a:gdLst/>
              <a:ahLst/>
              <a:cxnLst/>
              <a:rect l="l" t="t" r="r" b="b"/>
              <a:pathLst>
                <a:path w="2717" h="705" fill="none" extrusionOk="0">
                  <a:moveTo>
                    <a:pt x="2717" y="0"/>
                  </a:moveTo>
                  <a:lnTo>
                    <a:pt x="0" y="705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8"/>
            <p:cNvSpPr/>
            <p:nvPr/>
          </p:nvSpPr>
          <p:spPr>
            <a:xfrm>
              <a:off x="4557439" y="1575829"/>
              <a:ext cx="17858" cy="27862"/>
            </a:xfrm>
            <a:custGeom>
              <a:avLst/>
              <a:gdLst/>
              <a:ahLst/>
              <a:cxnLst/>
              <a:rect l="l" t="t" r="r" b="b"/>
              <a:pathLst>
                <a:path w="839" h="1309" extrusionOk="0">
                  <a:moveTo>
                    <a:pt x="437" y="1"/>
                  </a:moveTo>
                  <a:lnTo>
                    <a:pt x="269" y="35"/>
                  </a:lnTo>
                  <a:lnTo>
                    <a:pt x="34" y="403"/>
                  </a:lnTo>
                  <a:lnTo>
                    <a:pt x="1" y="672"/>
                  </a:lnTo>
                  <a:lnTo>
                    <a:pt x="34" y="906"/>
                  </a:lnTo>
                  <a:lnTo>
                    <a:pt x="269" y="1275"/>
                  </a:lnTo>
                  <a:lnTo>
                    <a:pt x="437" y="1309"/>
                  </a:lnTo>
                  <a:lnTo>
                    <a:pt x="604" y="1275"/>
                  </a:lnTo>
                  <a:lnTo>
                    <a:pt x="839" y="906"/>
                  </a:lnTo>
                  <a:lnTo>
                    <a:pt x="839" y="672"/>
                  </a:lnTo>
                  <a:lnTo>
                    <a:pt x="839" y="403"/>
                  </a:lnTo>
                  <a:lnTo>
                    <a:pt x="604" y="35"/>
                  </a:lnTo>
                  <a:lnTo>
                    <a:pt x="4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8"/>
            <p:cNvSpPr/>
            <p:nvPr/>
          </p:nvSpPr>
          <p:spPr>
            <a:xfrm>
              <a:off x="4661650" y="1575829"/>
              <a:ext cx="17858" cy="27862"/>
            </a:xfrm>
            <a:custGeom>
              <a:avLst/>
              <a:gdLst/>
              <a:ahLst/>
              <a:cxnLst/>
              <a:rect l="l" t="t" r="r" b="b"/>
              <a:pathLst>
                <a:path w="839" h="1309" extrusionOk="0">
                  <a:moveTo>
                    <a:pt x="403" y="1"/>
                  </a:moveTo>
                  <a:lnTo>
                    <a:pt x="235" y="35"/>
                  </a:lnTo>
                  <a:lnTo>
                    <a:pt x="34" y="403"/>
                  </a:lnTo>
                  <a:lnTo>
                    <a:pt x="1" y="672"/>
                  </a:lnTo>
                  <a:lnTo>
                    <a:pt x="34" y="906"/>
                  </a:lnTo>
                  <a:lnTo>
                    <a:pt x="235" y="1275"/>
                  </a:lnTo>
                  <a:lnTo>
                    <a:pt x="403" y="1309"/>
                  </a:lnTo>
                  <a:lnTo>
                    <a:pt x="571" y="1275"/>
                  </a:lnTo>
                  <a:lnTo>
                    <a:pt x="805" y="906"/>
                  </a:lnTo>
                  <a:lnTo>
                    <a:pt x="839" y="672"/>
                  </a:lnTo>
                  <a:lnTo>
                    <a:pt x="805" y="403"/>
                  </a:lnTo>
                  <a:lnTo>
                    <a:pt x="571" y="35"/>
                  </a:lnTo>
                  <a:lnTo>
                    <a:pt x="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8"/>
            <p:cNvSpPr/>
            <p:nvPr/>
          </p:nvSpPr>
          <p:spPr>
            <a:xfrm>
              <a:off x="4522468" y="1532301"/>
              <a:ext cx="80670" cy="16432"/>
            </a:xfrm>
            <a:custGeom>
              <a:avLst/>
              <a:gdLst/>
              <a:ahLst/>
              <a:cxnLst/>
              <a:rect l="l" t="t" r="r" b="b"/>
              <a:pathLst>
                <a:path w="3790" h="772" extrusionOk="0">
                  <a:moveTo>
                    <a:pt x="2348" y="0"/>
                  </a:moveTo>
                  <a:lnTo>
                    <a:pt x="1342" y="101"/>
                  </a:lnTo>
                  <a:lnTo>
                    <a:pt x="436" y="470"/>
                  </a:lnTo>
                  <a:lnTo>
                    <a:pt x="1" y="772"/>
                  </a:lnTo>
                  <a:lnTo>
                    <a:pt x="1" y="772"/>
                  </a:lnTo>
                  <a:lnTo>
                    <a:pt x="369" y="705"/>
                  </a:lnTo>
                  <a:lnTo>
                    <a:pt x="2851" y="403"/>
                  </a:lnTo>
                  <a:lnTo>
                    <a:pt x="3790" y="436"/>
                  </a:lnTo>
                  <a:lnTo>
                    <a:pt x="3320" y="202"/>
                  </a:lnTo>
                  <a:lnTo>
                    <a:pt x="2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8"/>
            <p:cNvSpPr/>
            <p:nvPr/>
          </p:nvSpPr>
          <p:spPr>
            <a:xfrm>
              <a:off x="4664503" y="1539432"/>
              <a:ext cx="52851" cy="16453"/>
            </a:xfrm>
            <a:custGeom>
              <a:avLst/>
              <a:gdLst/>
              <a:ahLst/>
              <a:cxnLst/>
              <a:rect l="l" t="t" r="r" b="b"/>
              <a:pathLst>
                <a:path w="2483" h="773" extrusionOk="0">
                  <a:moveTo>
                    <a:pt x="1376" y="1"/>
                  </a:moveTo>
                  <a:lnTo>
                    <a:pt x="504" y="303"/>
                  </a:lnTo>
                  <a:lnTo>
                    <a:pt x="1" y="772"/>
                  </a:lnTo>
                  <a:lnTo>
                    <a:pt x="1" y="772"/>
                  </a:lnTo>
                  <a:lnTo>
                    <a:pt x="235" y="705"/>
                  </a:lnTo>
                  <a:lnTo>
                    <a:pt x="1879" y="403"/>
                  </a:lnTo>
                  <a:lnTo>
                    <a:pt x="2482" y="437"/>
                  </a:lnTo>
                  <a:lnTo>
                    <a:pt x="2348" y="303"/>
                  </a:lnTo>
                  <a:lnTo>
                    <a:pt x="13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8"/>
            <p:cNvSpPr/>
            <p:nvPr/>
          </p:nvSpPr>
          <p:spPr>
            <a:xfrm>
              <a:off x="4635959" y="1623657"/>
              <a:ext cx="34269" cy="49275"/>
            </a:xfrm>
            <a:custGeom>
              <a:avLst/>
              <a:gdLst/>
              <a:ahLst/>
              <a:cxnLst/>
              <a:rect l="l" t="t" r="r" b="b"/>
              <a:pathLst>
                <a:path w="1610" h="2315" fill="none" extrusionOk="0">
                  <a:moveTo>
                    <a:pt x="67" y="1"/>
                  </a:moveTo>
                  <a:lnTo>
                    <a:pt x="269" y="68"/>
                  </a:lnTo>
                  <a:lnTo>
                    <a:pt x="1140" y="504"/>
                  </a:lnTo>
                  <a:lnTo>
                    <a:pt x="1576" y="839"/>
                  </a:lnTo>
                  <a:lnTo>
                    <a:pt x="1610" y="1007"/>
                  </a:lnTo>
                  <a:lnTo>
                    <a:pt x="1576" y="1174"/>
                  </a:lnTo>
                  <a:lnTo>
                    <a:pt x="1107" y="1610"/>
                  </a:lnTo>
                  <a:lnTo>
                    <a:pt x="202" y="2180"/>
                  </a:lnTo>
                  <a:lnTo>
                    <a:pt x="0" y="23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8"/>
            <p:cNvSpPr/>
            <p:nvPr/>
          </p:nvSpPr>
          <p:spPr>
            <a:xfrm>
              <a:off x="4635959" y="1623657"/>
              <a:ext cx="34269" cy="49275"/>
            </a:xfrm>
            <a:custGeom>
              <a:avLst/>
              <a:gdLst/>
              <a:ahLst/>
              <a:cxnLst/>
              <a:rect l="l" t="t" r="r" b="b"/>
              <a:pathLst>
                <a:path w="1610" h="2315" fill="none" extrusionOk="0">
                  <a:moveTo>
                    <a:pt x="67" y="1"/>
                  </a:moveTo>
                  <a:lnTo>
                    <a:pt x="269" y="68"/>
                  </a:lnTo>
                  <a:lnTo>
                    <a:pt x="1140" y="504"/>
                  </a:lnTo>
                  <a:lnTo>
                    <a:pt x="1576" y="839"/>
                  </a:lnTo>
                  <a:lnTo>
                    <a:pt x="1610" y="1007"/>
                  </a:lnTo>
                  <a:lnTo>
                    <a:pt x="1576" y="1174"/>
                  </a:lnTo>
                  <a:lnTo>
                    <a:pt x="1107" y="1610"/>
                  </a:lnTo>
                  <a:lnTo>
                    <a:pt x="202" y="2180"/>
                  </a:lnTo>
                  <a:lnTo>
                    <a:pt x="0" y="2315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8"/>
            <p:cNvSpPr/>
            <p:nvPr/>
          </p:nvSpPr>
          <p:spPr>
            <a:xfrm>
              <a:off x="4564569" y="1696473"/>
              <a:ext cx="62131" cy="28564"/>
            </a:xfrm>
            <a:custGeom>
              <a:avLst/>
              <a:gdLst/>
              <a:ahLst/>
              <a:cxnLst/>
              <a:rect l="l" t="t" r="r" b="b"/>
              <a:pathLst>
                <a:path w="2919" h="1342" fill="none" extrusionOk="0">
                  <a:moveTo>
                    <a:pt x="2918" y="1274"/>
                  </a:moveTo>
                  <a:lnTo>
                    <a:pt x="2617" y="1341"/>
                  </a:lnTo>
                  <a:lnTo>
                    <a:pt x="1141" y="1174"/>
                  </a:lnTo>
                  <a:lnTo>
                    <a:pt x="470" y="738"/>
                  </a:lnTo>
                  <a:lnTo>
                    <a:pt x="102" y="302"/>
                  </a:lnTo>
                  <a:lnTo>
                    <a:pt x="1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8"/>
            <p:cNvSpPr/>
            <p:nvPr/>
          </p:nvSpPr>
          <p:spPr>
            <a:xfrm>
              <a:off x="4698771" y="2041928"/>
              <a:ext cx="146334" cy="202016"/>
            </a:xfrm>
            <a:custGeom>
              <a:avLst/>
              <a:gdLst/>
              <a:ahLst/>
              <a:cxnLst/>
              <a:rect l="l" t="t" r="r" b="b"/>
              <a:pathLst>
                <a:path w="6875" h="9491" extrusionOk="0">
                  <a:moveTo>
                    <a:pt x="2415" y="0"/>
                  </a:moveTo>
                  <a:lnTo>
                    <a:pt x="2213" y="34"/>
                  </a:lnTo>
                  <a:lnTo>
                    <a:pt x="1945" y="269"/>
                  </a:lnTo>
                  <a:lnTo>
                    <a:pt x="1878" y="436"/>
                  </a:lnTo>
                  <a:lnTo>
                    <a:pt x="0" y="8752"/>
                  </a:lnTo>
                  <a:lnTo>
                    <a:pt x="0" y="8987"/>
                  </a:lnTo>
                  <a:lnTo>
                    <a:pt x="235" y="9323"/>
                  </a:lnTo>
                  <a:lnTo>
                    <a:pt x="470" y="9356"/>
                  </a:lnTo>
                  <a:lnTo>
                    <a:pt x="4360" y="9490"/>
                  </a:lnTo>
                  <a:lnTo>
                    <a:pt x="4527" y="9457"/>
                  </a:lnTo>
                  <a:lnTo>
                    <a:pt x="4796" y="9255"/>
                  </a:lnTo>
                  <a:lnTo>
                    <a:pt x="4863" y="9088"/>
                  </a:lnTo>
                  <a:lnTo>
                    <a:pt x="6875" y="671"/>
                  </a:lnTo>
                  <a:lnTo>
                    <a:pt x="6875" y="403"/>
                  </a:lnTo>
                  <a:lnTo>
                    <a:pt x="6606" y="34"/>
                  </a:lnTo>
                  <a:lnTo>
                    <a:pt x="6338" y="0"/>
                  </a:lnTo>
                  <a:close/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8"/>
            <p:cNvSpPr/>
            <p:nvPr/>
          </p:nvSpPr>
          <p:spPr>
            <a:xfrm>
              <a:off x="4666652" y="2104017"/>
              <a:ext cx="182732" cy="349776"/>
            </a:xfrm>
            <a:custGeom>
              <a:avLst/>
              <a:gdLst/>
              <a:ahLst/>
              <a:cxnLst/>
              <a:rect l="l" t="t" r="r" b="b"/>
              <a:pathLst>
                <a:path w="8585" h="16433" extrusionOk="0">
                  <a:moveTo>
                    <a:pt x="4796" y="1"/>
                  </a:moveTo>
                  <a:lnTo>
                    <a:pt x="4527" y="34"/>
                  </a:lnTo>
                  <a:lnTo>
                    <a:pt x="4360" y="101"/>
                  </a:lnTo>
                  <a:lnTo>
                    <a:pt x="4259" y="336"/>
                  </a:lnTo>
                  <a:lnTo>
                    <a:pt x="4561" y="873"/>
                  </a:lnTo>
                  <a:lnTo>
                    <a:pt x="4930" y="1241"/>
                  </a:lnTo>
                  <a:lnTo>
                    <a:pt x="5299" y="1811"/>
                  </a:lnTo>
                  <a:lnTo>
                    <a:pt x="5969" y="3723"/>
                  </a:lnTo>
                  <a:lnTo>
                    <a:pt x="6036" y="4025"/>
                  </a:lnTo>
                  <a:lnTo>
                    <a:pt x="4963" y="3790"/>
                  </a:lnTo>
                  <a:lnTo>
                    <a:pt x="2515" y="3354"/>
                  </a:lnTo>
                  <a:lnTo>
                    <a:pt x="1543" y="3119"/>
                  </a:lnTo>
                  <a:lnTo>
                    <a:pt x="503" y="2851"/>
                  </a:lnTo>
                  <a:lnTo>
                    <a:pt x="101" y="2918"/>
                  </a:lnTo>
                  <a:lnTo>
                    <a:pt x="34" y="3119"/>
                  </a:lnTo>
                  <a:lnTo>
                    <a:pt x="0" y="3320"/>
                  </a:lnTo>
                  <a:lnTo>
                    <a:pt x="101" y="3689"/>
                  </a:lnTo>
                  <a:lnTo>
                    <a:pt x="470" y="4092"/>
                  </a:lnTo>
                  <a:lnTo>
                    <a:pt x="772" y="4259"/>
                  </a:lnTo>
                  <a:lnTo>
                    <a:pt x="2951" y="4897"/>
                  </a:lnTo>
                  <a:lnTo>
                    <a:pt x="4762" y="5366"/>
                  </a:lnTo>
                  <a:lnTo>
                    <a:pt x="403" y="4461"/>
                  </a:lnTo>
                  <a:lnTo>
                    <a:pt x="369" y="4561"/>
                  </a:lnTo>
                  <a:lnTo>
                    <a:pt x="302" y="4997"/>
                  </a:lnTo>
                  <a:lnTo>
                    <a:pt x="436" y="5332"/>
                  </a:lnTo>
                  <a:lnTo>
                    <a:pt x="637" y="5433"/>
                  </a:lnTo>
                  <a:lnTo>
                    <a:pt x="2851" y="6271"/>
                  </a:lnTo>
                  <a:lnTo>
                    <a:pt x="4527" y="6808"/>
                  </a:lnTo>
                  <a:lnTo>
                    <a:pt x="3555" y="6909"/>
                  </a:lnTo>
                  <a:lnTo>
                    <a:pt x="1375" y="7043"/>
                  </a:lnTo>
                  <a:lnTo>
                    <a:pt x="939" y="7043"/>
                  </a:lnTo>
                  <a:lnTo>
                    <a:pt x="369" y="7177"/>
                  </a:lnTo>
                  <a:lnTo>
                    <a:pt x="134" y="7378"/>
                  </a:lnTo>
                  <a:lnTo>
                    <a:pt x="235" y="7579"/>
                  </a:lnTo>
                  <a:lnTo>
                    <a:pt x="403" y="7713"/>
                  </a:lnTo>
                  <a:lnTo>
                    <a:pt x="704" y="7814"/>
                  </a:lnTo>
                  <a:lnTo>
                    <a:pt x="1912" y="7881"/>
                  </a:lnTo>
                  <a:lnTo>
                    <a:pt x="4024" y="7814"/>
                  </a:lnTo>
                  <a:lnTo>
                    <a:pt x="4460" y="7780"/>
                  </a:lnTo>
                  <a:lnTo>
                    <a:pt x="4527" y="8082"/>
                  </a:lnTo>
                  <a:lnTo>
                    <a:pt x="4997" y="9558"/>
                  </a:lnTo>
                  <a:lnTo>
                    <a:pt x="5399" y="10396"/>
                  </a:lnTo>
                  <a:lnTo>
                    <a:pt x="5600" y="10564"/>
                  </a:lnTo>
                  <a:lnTo>
                    <a:pt x="6137" y="10865"/>
                  </a:lnTo>
                  <a:lnTo>
                    <a:pt x="5231" y="12374"/>
                  </a:lnTo>
                  <a:lnTo>
                    <a:pt x="4225" y="13816"/>
                  </a:lnTo>
                  <a:lnTo>
                    <a:pt x="4058" y="14085"/>
                  </a:lnTo>
                  <a:lnTo>
                    <a:pt x="3924" y="14789"/>
                  </a:lnTo>
                  <a:lnTo>
                    <a:pt x="4125" y="15493"/>
                  </a:lnTo>
                  <a:lnTo>
                    <a:pt x="4661" y="16097"/>
                  </a:lnTo>
                  <a:lnTo>
                    <a:pt x="5064" y="16298"/>
                  </a:lnTo>
                  <a:lnTo>
                    <a:pt x="5500" y="16432"/>
                  </a:lnTo>
                  <a:lnTo>
                    <a:pt x="6237" y="16398"/>
                  </a:lnTo>
                  <a:lnTo>
                    <a:pt x="6841" y="16097"/>
                  </a:lnTo>
                  <a:lnTo>
                    <a:pt x="7210" y="15728"/>
                  </a:lnTo>
                  <a:lnTo>
                    <a:pt x="7243" y="15527"/>
                  </a:lnTo>
                  <a:lnTo>
                    <a:pt x="7881" y="13380"/>
                  </a:lnTo>
                  <a:lnTo>
                    <a:pt x="8551" y="10933"/>
                  </a:lnTo>
                  <a:lnTo>
                    <a:pt x="8585" y="10597"/>
                  </a:lnTo>
                  <a:lnTo>
                    <a:pt x="8551" y="9994"/>
                  </a:lnTo>
                  <a:lnTo>
                    <a:pt x="8451" y="9658"/>
                  </a:lnTo>
                  <a:lnTo>
                    <a:pt x="8350" y="8954"/>
                  </a:lnTo>
                  <a:lnTo>
                    <a:pt x="7378" y="4058"/>
                  </a:lnTo>
                  <a:lnTo>
                    <a:pt x="6875" y="2382"/>
                  </a:lnTo>
                  <a:lnTo>
                    <a:pt x="6640" y="1778"/>
                  </a:lnTo>
                  <a:lnTo>
                    <a:pt x="6036" y="873"/>
                  </a:lnTo>
                  <a:lnTo>
                    <a:pt x="5399" y="269"/>
                  </a:lnTo>
                  <a:lnTo>
                    <a:pt x="4796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8"/>
            <p:cNvSpPr/>
            <p:nvPr/>
          </p:nvSpPr>
          <p:spPr>
            <a:xfrm>
              <a:off x="4263365" y="2279597"/>
              <a:ext cx="134223" cy="177049"/>
            </a:xfrm>
            <a:custGeom>
              <a:avLst/>
              <a:gdLst/>
              <a:ahLst/>
              <a:cxnLst/>
              <a:rect l="l" t="t" r="r" b="b"/>
              <a:pathLst>
                <a:path w="6306" h="8318" extrusionOk="0">
                  <a:moveTo>
                    <a:pt x="101" y="1"/>
                  </a:moveTo>
                  <a:lnTo>
                    <a:pt x="1" y="7076"/>
                  </a:lnTo>
                  <a:lnTo>
                    <a:pt x="34" y="7278"/>
                  </a:lnTo>
                  <a:lnTo>
                    <a:pt x="370" y="7680"/>
                  </a:lnTo>
                  <a:lnTo>
                    <a:pt x="1040" y="8015"/>
                  </a:lnTo>
                  <a:lnTo>
                    <a:pt x="1912" y="8217"/>
                  </a:lnTo>
                  <a:lnTo>
                    <a:pt x="2415" y="8284"/>
                  </a:lnTo>
                  <a:lnTo>
                    <a:pt x="2952" y="8317"/>
                  </a:lnTo>
                  <a:lnTo>
                    <a:pt x="3857" y="8284"/>
                  </a:lnTo>
                  <a:lnTo>
                    <a:pt x="4561" y="8082"/>
                  </a:lnTo>
                  <a:lnTo>
                    <a:pt x="4964" y="7781"/>
                  </a:lnTo>
                  <a:lnTo>
                    <a:pt x="5031" y="7579"/>
                  </a:lnTo>
                  <a:lnTo>
                    <a:pt x="6305" y="60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8"/>
            <p:cNvSpPr/>
            <p:nvPr/>
          </p:nvSpPr>
          <p:spPr>
            <a:xfrm>
              <a:off x="4265515" y="2279597"/>
              <a:ext cx="132776" cy="53553"/>
            </a:xfrm>
            <a:custGeom>
              <a:avLst/>
              <a:gdLst/>
              <a:ahLst/>
              <a:cxnLst/>
              <a:rect l="l" t="t" r="r" b="b"/>
              <a:pathLst>
                <a:path w="6238" h="2516" extrusionOk="0">
                  <a:moveTo>
                    <a:pt x="0" y="1"/>
                  </a:moveTo>
                  <a:lnTo>
                    <a:pt x="0" y="101"/>
                  </a:lnTo>
                  <a:lnTo>
                    <a:pt x="0" y="1309"/>
                  </a:lnTo>
                  <a:lnTo>
                    <a:pt x="135" y="1510"/>
                  </a:lnTo>
                  <a:lnTo>
                    <a:pt x="671" y="1879"/>
                  </a:lnTo>
                  <a:lnTo>
                    <a:pt x="1878" y="2315"/>
                  </a:lnTo>
                  <a:lnTo>
                    <a:pt x="2918" y="2482"/>
                  </a:lnTo>
                  <a:lnTo>
                    <a:pt x="3991" y="2516"/>
                  </a:lnTo>
                  <a:lnTo>
                    <a:pt x="5265" y="2315"/>
                  </a:lnTo>
                  <a:lnTo>
                    <a:pt x="5835" y="2046"/>
                  </a:lnTo>
                  <a:lnTo>
                    <a:pt x="6003" y="1879"/>
                  </a:lnTo>
                  <a:lnTo>
                    <a:pt x="6238" y="705"/>
                  </a:lnTo>
                  <a:lnTo>
                    <a:pt x="6204" y="638"/>
                  </a:lnTo>
                  <a:lnTo>
                    <a:pt x="6204" y="6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8"/>
            <p:cNvSpPr/>
            <p:nvPr/>
          </p:nvSpPr>
          <p:spPr>
            <a:xfrm>
              <a:off x="4264792" y="2259610"/>
              <a:ext cx="132797" cy="52851"/>
            </a:xfrm>
            <a:custGeom>
              <a:avLst/>
              <a:gdLst/>
              <a:ahLst/>
              <a:cxnLst/>
              <a:rect l="l" t="t" r="r" b="b"/>
              <a:pathLst>
                <a:path w="6239" h="2483" extrusionOk="0">
                  <a:moveTo>
                    <a:pt x="2617" y="1"/>
                  </a:moveTo>
                  <a:lnTo>
                    <a:pt x="1476" y="68"/>
                  </a:lnTo>
                  <a:lnTo>
                    <a:pt x="605" y="303"/>
                  </a:lnTo>
                  <a:lnTo>
                    <a:pt x="68" y="705"/>
                  </a:lnTo>
                  <a:lnTo>
                    <a:pt x="1" y="940"/>
                  </a:lnTo>
                  <a:lnTo>
                    <a:pt x="34" y="1175"/>
                  </a:lnTo>
                  <a:lnTo>
                    <a:pt x="470" y="1644"/>
                  </a:lnTo>
                  <a:lnTo>
                    <a:pt x="1275" y="2080"/>
                  </a:lnTo>
                  <a:lnTo>
                    <a:pt x="2382" y="2348"/>
                  </a:lnTo>
                  <a:lnTo>
                    <a:pt x="3019" y="2449"/>
                  </a:lnTo>
                  <a:lnTo>
                    <a:pt x="3656" y="2482"/>
                  </a:lnTo>
                  <a:lnTo>
                    <a:pt x="4796" y="2415"/>
                  </a:lnTo>
                  <a:lnTo>
                    <a:pt x="5668" y="2147"/>
                  </a:lnTo>
                  <a:lnTo>
                    <a:pt x="6171" y="1778"/>
                  </a:lnTo>
                  <a:lnTo>
                    <a:pt x="6238" y="1543"/>
                  </a:lnTo>
                  <a:lnTo>
                    <a:pt x="6205" y="1275"/>
                  </a:lnTo>
                  <a:lnTo>
                    <a:pt x="5802" y="806"/>
                  </a:lnTo>
                  <a:lnTo>
                    <a:pt x="4964" y="403"/>
                  </a:lnTo>
                  <a:lnTo>
                    <a:pt x="3891" y="102"/>
                  </a:lnTo>
                  <a:lnTo>
                    <a:pt x="3254" y="34"/>
                  </a:lnTo>
                  <a:lnTo>
                    <a:pt x="2617" y="1"/>
                  </a:lnTo>
                  <a:close/>
                </a:path>
              </a:pathLst>
            </a:custGeom>
            <a:solidFill>
              <a:schemeClr val="accent3"/>
            </a:solidFill>
            <a:ln w="100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8"/>
            <p:cNvSpPr/>
            <p:nvPr/>
          </p:nvSpPr>
          <p:spPr>
            <a:xfrm>
              <a:off x="4279797" y="2256055"/>
              <a:ext cx="104935" cy="42123"/>
            </a:xfrm>
            <a:custGeom>
              <a:avLst/>
              <a:gdLst/>
              <a:ahLst/>
              <a:cxnLst/>
              <a:rect l="l" t="t" r="r" b="b"/>
              <a:pathLst>
                <a:path w="4930" h="1979" extrusionOk="0">
                  <a:moveTo>
                    <a:pt x="1576" y="0"/>
                  </a:moveTo>
                  <a:lnTo>
                    <a:pt x="470" y="235"/>
                  </a:lnTo>
                  <a:lnTo>
                    <a:pt x="67" y="537"/>
                  </a:lnTo>
                  <a:lnTo>
                    <a:pt x="0" y="738"/>
                  </a:lnTo>
                  <a:lnTo>
                    <a:pt x="34" y="939"/>
                  </a:lnTo>
                  <a:lnTo>
                    <a:pt x="369" y="1308"/>
                  </a:lnTo>
                  <a:lnTo>
                    <a:pt x="1409" y="1778"/>
                  </a:lnTo>
                  <a:lnTo>
                    <a:pt x="2381" y="1912"/>
                  </a:lnTo>
                  <a:lnTo>
                    <a:pt x="3353" y="1979"/>
                  </a:lnTo>
                  <a:lnTo>
                    <a:pt x="4460" y="1710"/>
                  </a:lnTo>
                  <a:lnTo>
                    <a:pt x="4862" y="1409"/>
                  </a:lnTo>
                  <a:lnTo>
                    <a:pt x="4930" y="1207"/>
                  </a:lnTo>
                  <a:lnTo>
                    <a:pt x="4896" y="1006"/>
                  </a:lnTo>
                  <a:lnTo>
                    <a:pt x="4561" y="637"/>
                  </a:lnTo>
                  <a:lnTo>
                    <a:pt x="3521" y="168"/>
                  </a:lnTo>
                  <a:lnTo>
                    <a:pt x="2549" y="34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chemeClr val="accent3"/>
            </a:solidFill>
            <a:ln w="109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8"/>
            <p:cNvSpPr/>
            <p:nvPr/>
          </p:nvSpPr>
          <p:spPr>
            <a:xfrm>
              <a:off x="4194147" y="2336704"/>
              <a:ext cx="214148" cy="132073"/>
            </a:xfrm>
            <a:custGeom>
              <a:avLst/>
              <a:gdLst/>
              <a:ahLst/>
              <a:cxnLst/>
              <a:rect l="l" t="t" r="r" b="b"/>
              <a:pathLst>
                <a:path w="10061" h="6205" extrusionOk="0">
                  <a:moveTo>
                    <a:pt x="5030" y="1"/>
                  </a:moveTo>
                  <a:lnTo>
                    <a:pt x="4460" y="34"/>
                  </a:lnTo>
                  <a:lnTo>
                    <a:pt x="4292" y="101"/>
                  </a:lnTo>
                  <a:lnTo>
                    <a:pt x="2683" y="1208"/>
                  </a:lnTo>
                  <a:lnTo>
                    <a:pt x="1744" y="1811"/>
                  </a:lnTo>
                  <a:lnTo>
                    <a:pt x="1308" y="1711"/>
                  </a:lnTo>
                  <a:lnTo>
                    <a:pt x="671" y="1677"/>
                  </a:lnTo>
                  <a:lnTo>
                    <a:pt x="268" y="1878"/>
                  </a:lnTo>
                  <a:lnTo>
                    <a:pt x="67" y="2247"/>
                  </a:lnTo>
                  <a:lnTo>
                    <a:pt x="0" y="2951"/>
                  </a:lnTo>
                  <a:lnTo>
                    <a:pt x="403" y="3924"/>
                  </a:lnTo>
                  <a:lnTo>
                    <a:pt x="738" y="4226"/>
                  </a:lnTo>
                  <a:lnTo>
                    <a:pt x="1576" y="4762"/>
                  </a:lnTo>
                  <a:lnTo>
                    <a:pt x="3722" y="5701"/>
                  </a:lnTo>
                  <a:lnTo>
                    <a:pt x="4527" y="5969"/>
                  </a:lnTo>
                  <a:lnTo>
                    <a:pt x="5298" y="6171"/>
                  </a:lnTo>
                  <a:lnTo>
                    <a:pt x="6975" y="6204"/>
                  </a:lnTo>
                  <a:lnTo>
                    <a:pt x="7813" y="6104"/>
                  </a:lnTo>
                  <a:lnTo>
                    <a:pt x="8048" y="5969"/>
                  </a:lnTo>
                  <a:lnTo>
                    <a:pt x="8115" y="5902"/>
                  </a:lnTo>
                  <a:lnTo>
                    <a:pt x="8082" y="5768"/>
                  </a:lnTo>
                  <a:lnTo>
                    <a:pt x="7746" y="5567"/>
                  </a:lnTo>
                  <a:lnTo>
                    <a:pt x="6707" y="5265"/>
                  </a:lnTo>
                  <a:lnTo>
                    <a:pt x="6472" y="5232"/>
                  </a:lnTo>
                  <a:lnTo>
                    <a:pt x="7210" y="5064"/>
                  </a:lnTo>
                  <a:lnTo>
                    <a:pt x="8283" y="4628"/>
                  </a:lnTo>
                  <a:lnTo>
                    <a:pt x="8417" y="4360"/>
                  </a:lnTo>
                  <a:lnTo>
                    <a:pt x="8316" y="3924"/>
                  </a:lnTo>
                  <a:lnTo>
                    <a:pt x="8283" y="3857"/>
                  </a:lnTo>
                  <a:lnTo>
                    <a:pt x="8484" y="3589"/>
                  </a:lnTo>
                  <a:lnTo>
                    <a:pt x="8719" y="3320"/>
                  </a:lnTo>
                  <a:lnTo>
                    <a:pt x="9021" y="2851"/>
                  </a:lnTo>
                  <a:lnTo>
                    <a:pt x="9121" y="2281"/>
                  </a:lnTo>
                  <a:lnTo>
                    <a:pt x="9557" y="2113"/>
                  </a:lnTo>
                  <a:lnTo>
                    <a:pt x="9960" y="1811"/>
                  </a:lnTo>
                  <a:lnTo>
                    <a:pt x="10060" y="1610"/>
                  </a:lnTo>
                  <a:lnTo>
                    <a:pt x="10027" y="1275"/>
                  </a:lnTo>
                  <a:lnTo>
                    <a:pt x="9859" y="1208"/>
                  </a:lnTo>
                  <a:lnTo>
                    <a:pt x="9155" y="1040"/>
                  </a:lnTo>
                  <a:lnTo>
                    <a:pt x="6271" y="235"/>
                  </a:lnTo>
                  <a:lnTo>
                    <a:pt x="5030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8"/>
            <p:cNvSpPr/>
            <p:nvPr/>
          </p:nvSpPr>
          <p:spPr>
            <a:xfrm>
              <a:off x="4289780" y="2370973"/>
              <a:ext cx="98528" cy="14282"/>
            </a:xfrm>
            <a:custGeom>
              <a:avLst/>
              <a:gdLst/>
              <a:ahLst/>
              <a:cxnLst/>
              <a:rect l="l" t="t" r="r" b="b"/>
              <a:pathLst>
                <a:path w="4629" h="671" fill="none" extrusionOk="0">
                  <a:moveTo>
                    <a:pt x="4628" y="671"/>
                  </a:moveTo>
                  <a:lnTo>
                    <a:pt x="2750" y="369"/>
                  </a:lnTo>
                  <a:lnTo>
                    <a:pt x="1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8"/>
            <p:cNvSpPr/>
            <p:nvPr/>
          </p:nvSpPr>
          <p:spPr>
            <a:xfrm>
              <a:off x="4289078" y="2412372"/>
              <a:ext cx="81373" cy="6428"/>
            </a:xfrm>
            <a:custGeom>
              <a:avLst/>
              <a:gdLst/>
              <a:ahLst/>
              <a:cxnLst/>
              <a:rect l="l" t="t" r="r" b="b"/>
              <a:pathLst>
                <a:path w="3823" h="302" fill="none" extrusionOk="0">
                  <a:moveTo>
                    <a:pt x="3823" y="302"/>
                  </a:moveTo>
                  <a:lnTo>
                    <a:pt x="1911" y="235"/>
                  </a:lnTo>
                  <a:lnTo>
                    <a:pt x="0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8"/>
            <p:cNvSpPr/>
            <p:nvPr/>
          </p:nvSpPr>
          <p:spPr>
            <a:xfrm>
              <a:off x="4284076" y="2444491"/>
              <a:ext cx="47849" cy="3576"/>
            </a:xfrm>
            <a:custGeom>
              <a:avLst/>
              <a:gdLst/>
              <a:ahLst/>
              <a:cxnLst/>
              <a:rect l="l" t="t" r="r" b="b"/>
              <a:pathLst>
                <a:path w="2248" h="168" fill="none" extrusionOk="0">
                  <a:moveTo>
                    <a:pt x="2247" y="168"/>
                  </a:moveTo>
                  <a:lnTo>
                    <a:pt x="1107" y="134"/>
                  </a:lnTo>
                  <a:lnTo>
                    <a:pt x="0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0" name="Google Shape;1600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CL" dirty="0"/>
              <a:t>¿Qué es un modelo de negocio?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37" name="Google Shape;1542;p48"/>
          <p:cNvSpPr/>
          <p:nvPr/>
        </p:nvSpPr>
        <p:spPr>
          <a:xfrm>
            <a:off x="6272935" y="2533125"/>
            <a:ext cx="119700" cy="11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542;p48"/>
          <p:cNvSpPr/>
          <p:nvPr/>
        </p:nvSpPr>
        <p:spPr>
          <a:xfrm>
            <a:off x="6291551" y="3089521"/>
            <a:ext cx="119700" cy="11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509;p48"/>
          <p:cNvSpPr txBox="1"/>
          <p:nvPr/>
        </p:nvSpPr>
        <p:spPr>
          <a:xfrm>
            <a:off x="6351401" y="3003096"/>
            <a:ext cx="2634610" cy="27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latin typeface="Poppins"/>
                <a:ea typeface="Poppins"/>
                <a:cs typeface="Poppins"/>
                <a:sym typeface="Poppins"/>
              </a:rPr>
              <a:t>Relaciones con los clientes.</a:t>
            </a:r>
          </a:p>
        </p:txBody>
      </p:sp>
      <p:sp>
        <p:nvSpPr>
          <p:cNvPr id="140" name="Google Shape;1509;p48"/>
          <p:cNvSpPr txBox="1"/>
          <p:nvPr/>
        </p:nvSpPr>
        <p:spPr>
          <a:xfrm>
            <a:off x="6371675" y="3304135"/>
            <a:ext cx="2634610" cy="27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latin typeface="Poppins"/>
                <a:ea typeface="Poppins"/>
                <a:cs typeface="Poppins"/>
                <a:sym typeface="Poppins"/>
              </a:rPr>
              <a:t>Flujo de ingresos.</a:t>
            </a:r>
          </a:p>
        </p:txBody>
      </p:sp>
      <p:sp>
        <p:nvSpPr>
          <p:cNvPr id="141" name="Google Shape;1509;p48"/>
          <p:cNvSpPr txBox="1"/>
          <p:nvPr/>
        </p:nvSpPr>
        <p:spPr>
          <a:xfrm>
            <a:off x="6411251" y="3664173"/>
            <a:ext cx="2634610" cy="27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latin typeface="Poppins"/>
                <a:ea typeface="Poppins"/>
                <a:cs typeface="Poppins"/>
                <a:sym typeface="Poppins"/>
              </a:rPr>
              <a:t>Estructura de costos.</a:t>
            </a:r>
          </a:p>
        </p:txBody>
      </p:sp>
      <p:sp>
        <p:nvSpPr>
          <p:cNvPr id="142" name="Google Shape;1509;p48"/>
          <p:cNvSpPr txBox="1"/>
          <p:nvPr/>
        </p:nvSpPr>
        <p:spPr>
          <a:xfrm>
            <a:off x="6411251" y="3940936"/>
            <a:ext cx="2634610" cy="27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latin typeface="Poppins"/>
                <a:ea typeface="Poppins"/>
                <a:cs typeface="Poppins"/>
                <a:sym typeface="Poppins"/>
              </a:rPr>
              <a:t>Actividades claves.</a:t>
            </a:r>
          </a:p>
        </p:txBody>
      </p:sp>
      <p:sp>
        <p:nvSpPr>
          <p:cNvPr id="143" name="Google Shape;1542;p48"/>
          <p:cNvSpPr/>
          <p:nvPr/>
        </p:nvSpPr>
        <p:spPr>
          <a:xfrm>
            <a:off x="6303660" y="3734811"/>
            <a:ext cx="119700" cy="11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542;p48"/>
          <p:cNvSpPr/>
          <p:nvPr/>
        </p:nvSpPr>
        <p:spPr>
          <a:xfrm>
            <a:off x="6311825" y="4015689"/>
            <a:ext cx="119700" cy="11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A03C6D8B-AD80-6E06-A10E-261BB9BA71EB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74AD507E-EA05-9D64-A70B-0A4EA0FE2056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06348749-A554-7DB7-9C0F-C71D3B2F97B0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0D5B0492-3383-9D90-84B9-3141A0BF51F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>
            <a:spLocks noGrp="1"/>
          </p:cNvSpPr>
          <p:nvPr>
            <p:ph type="title"/>
          </p:nvPr>
        </p:nvSpPr>
        <p:spPr>
          <a:xfrm>
            <a:off x="1236750" y="138860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467" name="Google Shape;467;p35"/>
          <p:cNvSpPr txBox="1">
            <a:spLocks noGrp="1"/>
          </p:cNvSpPr>
          <p:nvPr>
            <p:ph type="subTitle" idx="1"/>
          </p:nvPr>
        </p:nvSpPr>
        <p:spPr>
          <a:xfrm>
            <a:off x="1645950" y="138860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dirty="0"/>
              <a:t>¿</a:t>
            </a:r>
            <a:r>
              <a:rPr lang="es-CL" dirty="0"/>
              <a:t>Qué?</a:t>
            </a:r>
          </a:p>
        </p:txBody>
      </p:sp>
      <p:sp>
        <p:nvSpPr>
          <p:cNvPr id="468" name="Google Shape;468;p35"/>
          <p:cNvSpPr txBox="1">
            <a:spLocks noGrp="1"/>
          </p:cNvSpPr>
          <p:nvPr>
            <p:ph type="subTitle" idx="2"/>
          </p:nvPr>
        </p:nvSpPr>
        <p:spPr>
          <a:xfrm>
            <a:off x="1236750" y="173600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-CL" b="1" dirty="0"/>
              <a:t>Propuesta de Valor. </a:t>
            </a:r>
            <a:r>
              <a:rPr lang="es-CL" dirty="0"/>
              <a:t>¿Qué necesidades o problemas resuelve?</a:t>
            </a:r>
          </a:p>
        </p:txBody>
      </p:sp>
      <p:sp>
        <p:nvSpPr>
          <p:cNvPr id="469" name="Google Shape;469;p35"/>
          <p:cNvSpPr txBox="1">
            <a:spLocks noGrp="1"/>
          </p:cNvSpPr>
          <p:nvPr>
            <p:ph type="title" idx="4"/>
          </p:nvPr>
        </p:nvSpPr>
        <p:spPr>
          <a:xfrm>
            <a:off x="1236750" y="252925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470" name="Google Shape;470;p35"/>
          <p:cNvSpPr txBox="1">
            <a:spLocks noGrp="1"/>
          </p:cNvSpPr>
          <p:nvPr>
            <p:ph type="subTitle" idx="5"/>
          </p:nvPr>
        </p:nvSpPr>
        <p:spPr>
          <a:xfrm>
            <a:off x="1645950" y="252925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¿</a:t>
            </a:r>
            <a:r>
              <a:rPr lang="es-CL" dirty="0"/>
              <a:t>A quién?</a:t>
            </a:r>
          </a:p>
        </p:txBody>
      </p:sp>
      <p:sp>
        <p:nvSpPr>
          <p:cNvPr id="471" name="Google Shape;471;p35"/>
          <p:cNvSpPr txBox="1">
            <a:spLocks noGrp="1"/>
          </p:cNvSpPr>
          <p:nvPr>
            <p:ph type="subTitle" idx="6"/>
          </p:nvPr>
        </p:nvSpPr>
        <p:spPr>
          <a:xfrm>
            <a:off x="1236750" y="287665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dirty="0"/>
              <a:t>Mercado objetivo</a:t>
            </a:r>
            <a:r>
              <a:rPr lang="es-CL" dirty="0"/>
              <a:t>. ¿A quien va dirigida la propuesta de valor?</a:t>
            </a:r>
          </a:p>
        </p:txBody>
      </p:sp>
      <p:sp>
        <p:nvSpPr>
          <p:cNvPr id="472" name="Google Shape;472;p35"/>
          <p:cNvSpPr txBox="1">
            <a:spLocks noGrp="1"/>
          </p:cNvSpPr>
          <p:nvPr>
            <p:ph type="title" idx="7"/>
          </p:nvPr>
        </p:nvSpPr>
        <p:spPr>
          <a:xfrm>
            <a:off x="4882565" y="1471328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473" name="Google Shape;473;p35"/>
          <p:cNvSpPr txBox="1">
            <a:spLocks noGrp="1"/>
          </p:cNvSpPr>
          <p:nvPr>
            <p:ph type="subTitle" idx="8"/>
          </p:nvPr>
        </p:nvSpPr>
        <p:spPr>
          <a:xfrm>
            <a:off x="5137725" y="1440350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¿Cómo?</a:t>
            </a:r>
          </a:p>
        </p:txBody>
      </p:sp>
      <p:sp>
        <p:nvSpPr>
          <p:cNvPr id="474" name="Google Shape;474;p35"/>
          <p:cNvSpPr txBox="1">
            <a:spLocks noGrp="1"/>
          </p:cNvSpPr>
          <p:nvPr>
            <p:ph type="subTitle" idx="9"/>
          </p:nvPr>
        </p:nvSpPr>
        <p:spPr>
          <a:xfrm>
            <a:off x="5087165" y="1844040"/>
            <a:ext cx="3378793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dirty="0"/>
              <a:t>Operación del modelo de negocio. </a:t>
            </a:r>
            <a:r>
              <a:rPr lang="es-CL" dirty="0"/>
              <a:t>¿Cuales son los recursos, socios y Actividades claves?</a:t>
            </a:r>
          </a:p>
        </p:txBody>
      </p:sp>
      <p:sp>
        <p:nvSpPr>
          <p:cNvPr id="475" name="Google Shape;475;p35"/>
          <p:cNvSpPr txBox="1">
            <a:spLocks noGrp="1"/>
          </p:cNvSpPr>
          <p:nvPr>
            <p:ph type="title" idx="13"/>
          </p:nvPr>
        </p:nvSpPr>
        <p:spPr>
          <a:xfrm>
            <a:off x="4843811" y="2529250"/>
            <a:ext cx="409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4</a:t>
            </a:r>
            <a:endParaRPr dirty="0"/>
          </a:p>
        </p:txBody>
      </p:sp>
      <p:sp>
        <p:nvSpPr>
          <p:cNvPr id="476" name="Google Shape;476;p35"/>
          <p:cNvSpPr txBox="1">
            <a:spLocks noGrp="1"/>
          </p:cNvSpPr>
          <p:nvPr>
            <p:ph type="subTitle" idx="14"/>
          </p:nvPr>
        </p:nvSpPr>
        <p:spPr>
          <a:xfrm>
            <a:off x="5137725" y="2503938"/>
            <a:ext cx="23796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¿Cuánto?</a:t>
            </a:r>
          </a:p>
        </p:txBody>
      </p:sp>
      <p:sp>
        <p:nvSpPr>
          <p:cNvPr id="477" name="Google Shape;477;p35"/>
          <p:cNvSpPr txBox="1">
            <a:spLocks noGrp="1"/>
          </p:cNvSpPr>
          <p:nvPr>
            <p:ph type="subTitle" idx="15"/>
          </p:nvPr>
        </p:nvSpPr>
        <p:spPr>
          <a:xfrm>
            <a:off x="5137725" y="2876650"/>
            <a:ext cx="2788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dirty="0"/>
              <a:t>Viabilidad financiera. </a:t>
            </a:r>
            <a:r>
              <a:rPr lang="es-CL" dirty="0"/>
              <a:t>¿Cómo genera ingresos?</a:t>
            </a:r>
          </a:p>
        </p:txBody>
      </p:sp>
      <p:grpSp>
        <p:nvGrpSpPr>
          <p:cNvPr id="484" name="Google Shape;484;p35"/>
          <p:cNvGrpSpPr/>
          <p:nvPr/>
        </p:nvGrpSpPr>
        <p:grpSpPr>
          <a:xfrm>
            <a:off x="271587" y="1264171"/>
            <a:ext cx="219461" cy="220453"/>
            <a:chOff x="772462" y="98696"/>
            <a:chExt cx="219461" cy="220453"/>
          </a:xfrm>
        </p:grpSpPr>
        <p:sp>
          <p:nvSpPr>
            <p:cNvPr id="485" name="Google Shape;485;p35"/>
            <p:cNvSpPr/>
            <p:nvPr/>
          </p:nvSpPr>
          <p:spPr>
            <a:xfrm>
              <a:off x="876762" y="98696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876762" y="247258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921070" y="202004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772462" y="202004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35"/>
          <p:cNvGrpSpPr/>
          <p:nvPr/>
        </p:nvGrpSpPr>
        <p:grpSpPr>
          <a:xfrm>
            <a:off x="1359168" y="539998"/>
            <a:ext cx="164369" cy="165099"/>
            <a:chOff x="280393" y="263798"/>
            <a:chExt cx="164369" cy="165099"/>
          </a:xfrm>
        </p:grpSpPr>
        <p:sp>
          <p:nvSpPr>
            <p:cNvPr id="490" name="Google Shape;490;p35"/>
            <p:cNvSpPr/>
            <p:nvPr/>
          </p:nvSpPr>
          <p:spPr>
            <a:xfrm>
              <a:off x="358510" y="263798"/>
              <a:ext cx="8878" cy="5383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358510" y="375058"/>
              <a:ext cx="8878" cy="5383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391695" y="341167"/>
              <a:ext cx="53067" cy="9620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280393" y="341167"/>
              <a:ext cx="53101" cy="9620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35"/>
          <p:cNvGrpSpPr/>
          <p:nvPr/>
        </p:nvGrpSpPr>
        <p:grpSpPr>
          <a:xfrm>
            <a:off x="8092812" y="216771"/>
            <a:ext cx="219461" cy="220453"/>
            <a:chOff x="8092812" y="216771"/>
            <a:chExt cx="219461" cy="220453"/>
          </a:xfrm>
        </p:grpSpPr>
        <p:sp>
          <p:nvSpPr>
            <p:cNvPr id="495" name="Google Shape;495;p35"/>
            <p:cNvSpPr/>
            <p:nvPr/>
          </p:nvSpPr>
          <p:spPr>
            <a:xfrm>
              <a:off x="8197112" y="216771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8197112" y="365333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8241420" y="320079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5"/>
            <p:cNvSpPr/>
            <p:nvPr/>
          </p:nvSpPr>
          <p:spPr>
            <a:xfrm>
              <a:off x="8092812" y="320079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5"/>
          <p:cNvGrpSpPr/>
          <p:nvPr/>
        </p:nvGrpSpPr>
        <p:grpSpPr>
          <a:xfrm>
            <a:off x="8503624" y="4528200"/>
            <a:ext cx="283987" cy="285252"/>
            <a:chOff x="8483799" y="954725"/>
            <a:chExt cx="283987" cy="285252"/>
          </a:xfrm>
        </p:grpSpPr>
        <p:sp>
          <p:nvSpPr>
            <p:cNvPr id="500" name="Google Shape;500;p35"/>
            <p:cNvSpPr/>
            <p:nvPr/>
          </p:nvSpPr>
          <p:spPr>
            <a:xfrm>
              <a:off x="8618764" y="954725"/>
              <a:ext cx="15339" cy="9302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8618764" y="1146953"/>
              <a:ext cx="15339" cy="93024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5"/>
            <p:cNvSpPr/>
            <p:nvPr/>
          </p:nvSpPr>
          <p:spPr>
            <a:xfrm>
              <a:off x="8676098" y="1088398"/>
              <a:ext cx="91687" cy="1662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8483799" y="1088398"/>
              <a:ext cx="91745" cy="1662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35"/>
          <p:cNvSpPr txBox="1">
            <a:spLocks noGrp="1"/>
          </p:cNvSpPr>
          <p:nvPr>
            <p:ph type="title" idx="3"/>
          </p:nvPr>
        </p:nvSpPr>
        <p:spPr>
          <a:xfrm>
            <a:off x="763543" y="754924"/>
            <a:ext cx="7704000" cy="4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dirty="0">
                <a:solidFill>
                  <a:schemeClr val="dk2"/>
                </a:solidFill>
              </a:rPr>
              <a:t>Etapa 1: Cuatro preguntas fundamentales del modelo de negocio.</a:t>
            </a:r>
            <a:endParaRPr lang="es-CL" dirty="0">
              <a:solidFill>
                <a:schemeClr val="lt2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DE097B5D-4D1A-8E12-CC40-F96357428BBF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804158CF-33A2-D7CD-CF96-87938E4D9D8C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8DE51C73-2B0E-CAED-1CDC-2A5B0582F519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83C79C0C-13A7-9CD9-D0F4-6D24357F20E5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"/>
          <p:cNvSpPr/>
          <p:nvPr/>
        </p:nvSpPr>
        <p:spPr>
          <a:xfrm>
            <a:off x="7697475" y="205925"/>
            <a:ext cx="1148250" cy="1089950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6"/>
          <p:cNvSpPr txBox="1">
            <a:spLocks noGrp="1"/>
          </p:cNvSpPr>
          <p:nvPr>
            <p:ph type="title"/>
          </p:nvPr>
        </p:nvSpPr>
        <p:spPr>
          <a:xfrm>
            <a:off x="44588" y="1551807"/>
            <a:ext cx="4114883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¿</a:t>
            </a:r>
            <a:r>
              <a:rPr lang="es-CL" dirty="0"/>
              <a:t>Cuál es su enfoque</a:t>
            </a:r>
            <a:r>
              <a:rPr lang="en-GB" dirty="0"/>
              <a:t>? </a:t>
            </a:r>
            <a:endParaRPr dirty="0"/>
          </a:p>
        </p:txBody>
      </p:sp>
      <p:sp>
        <p:nvSpPr>
          <p:cNvPr id="511" name="Google Shape;511;p36"/>
          <p:cNvSpPr txBox="1">
            <a:spLocks noGrp="1"/>
          </p:cNvSpPr>
          <p:nvPr>
            <p:ph type="subTitle" idx="1"/>
          </p:nvPr>
        </p:nvSpPr>
        <p:spPr>
          <a:xfrm>
            <a:off x="44588" y="2320210"/>
            <a:ext cx="4221898" cy="6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El enfoque que mantiene un modelo de negocio es;  lograr que la empresa pueda </a:t>
            </a:r>
            <a:r>
              <a:rPr lang="es-MX" b="1" dirty="0"/>
              <a:t>diferenciarse</a:t>
            </a:r>
            <a:r>
              <a:rPr lang="es-MX" dirty="0"/>
              <a:t> mediante estrategias de </a:t>
            </a:r>
            <a:r>
              <a:rPr lang="es-MX" b="1" dirty="0"/>
              <a:t>sustentabilidad, diversificación y sofisticación </a:t>
            </a:r>
            <a:r>
              <a:rPr lang="es-MX" dirty="0"/>
              <a:t>productiva basada en la exploración de soluciones a problemas que nadie está resolviendo.</a:t>
            </a:r>
            <a:endParaRPr dirty="0"/>
          </a:p>
        </p:txBody>
      </p:sp>
      <p:grpSp>
        <p:nvGrpSpPr>
          <p:cNvPr id="512" name="Google Shape;512;p36"/>
          <p:cNvGrpSpPr/>
          <p:nvPr/>
        </p:nvGrpSpPr>
        <p:grpSpPr>
          <a:xfrm>
            <a:off x="3093536" y="4221850"/>
            <a:ext cx="279251" cy="280502"/>
            <a:chOff x="3245936" y="3278875"/>
            <a:chExt cx="279251" cy="280502"/>
          </a:xfrm>
        </p:grpSpPr>
        <p:sp>
          <p:nvSpPr>
            <p:cNvPr id="513" name="Google Shape;513;p36"/>
            <p:cNvSpPr/>
            <p:nvPr/>
          </p:nvSpPr>
          <p:spPr>
            <a:xfrm>
              <a:off x="3378651" y="32788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3378651" y="3467903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3435029" y="3410323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3245936" y="3410323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6"/>
          <p:cNvGrpSpPr/>
          <p:nvPr/>
        </p:nvGrpSpPr>
        <p:grpSpPr>
          <a:xfrm>
            <a:off x="8356852" y="1992625"/>
            <a:ext cx="217525" cy="218499"/>
            <a:chOff x="6548002" y="3230725"/>
            <a:chExt cx="217525" cy="218499"/>
          </a:xfrm>
        </p:grpSpPr>
        <p:sp>
          <p:nvSpPr>
            <p:cNvPr id="518" name="Google Shape;518;p36"/>
            <p:cNvSpPr/>
            <p:nvPr/>
          </p:nvSpPr>
          <p:spPr>
            <a:xfrm>
              <a:off x="6651382" y="3230725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6651382" y="3377971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6695298" y="3333118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6548002" y="3333118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36"/>
          <p:cNvGrpSpPr/>
          <p:nvPr/>
        </p:nvGrpSpPr>
        <p:grpSpPr>
          <a:xfrm>
            <a:off x="8440752" y="4221850"/>
            <a:ext cx="217525" cy="218499"/>
            <a:chOff x="6591027" y="3544075"/>
            <a:chExt cx="217525" cy="218499"/>
          </a:xfrm>
        </p:grpSpPr>
        <p:sp>
          <p:nvSpPr>
            <p:cNvPr id="523" name="Google Shape;523;p36"/>
            <p:cNvSpPr/>
            <p:nvPr/>
          </p:nvSpPr>
          <p:spPr>
            <a:xfrm>
              <a:off x="6694407" y="3544075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6694407" y="3691321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6738323" y="3646468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6591027" y="3646468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6547165" y="297900"/>
            <a:ext cx="243082" cy="242093"/>
            <a:chOff x="6547165" y="297900"/>
            <a:chExt cx="243082" cy="242093"/>
          </a:xfrm>
        </p:grpSpPr>
        <p:sp>
          <p:nvSpPr>
            <p:cNvPr id="528" name="Google Shape;528;p36"/>
            <p:cNvSpPr/>
            <p:nvPr/>
          </p:nvSpPr>
          <p:spPr>
            <a:xfrm>
              <a:off x="6661093" y="297900"/>
              <a:ext cx="13765" cy="79061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6661093" y="461404"/>
              <a:ext cx="13765" cy="78589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6711163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6547165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6"/>
          <p:cNvGrpSpPr/>
          <p:nvPr/>
        </p:nvGrpSpPr>
        <p:grpSpPr>
          <a:xfrm>
            <a:off x="2815661" y="780875"/>
            <a:ext cx="279251" cy="280502"/>
            <a:chOff x="3245936" y="3278875"/>
            <a:chExt cx="279251" cy="280502"/>
          </a:xfrm>
        </p:grpSpPr>
        <p:sp>
          <p:nvSpPr>
            <p:cNvPr id="533" name="Google Shape;533;p36"/>
            <p:cNvSpPr/>
            <p:nvPr/>
          </p:nvSpPr>
          <p:spPr>
            <a:xfrm>
              <a:off x="3378651" y="32788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3378651" y="3467903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3435029" y="3410323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3245936" y="3410323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36"/>
          <p:cNvGrpSpPr/>
          <p:nvPr/>
        </p:nvGrpSpPr>
        <p:grpSpPr>
          <a:xfrm>
            <a:off x="4206368" y="875250"/>
            <a:ext cx="3681107" cy="3627101"/>
            <a:chOff x="3217100" y="875250"/>
            <a:chExt cx="4670375" cy="3775875"/>
          </a:xfrm>
        </p:grpSpPr>
        <p:sp>
          <p:nvSpPr>
            <p:cNvPr id="538" name="Google Shape;538;p36"/>
            <p:cNvSpPr/>
            <p:nvPr/>
          </p:nvSpPr>
          <p:spPr>
            <a:xfrm>
              <a:off x="3412425" y="875250"/>
              <a:ext cx="4300675" cy="3775875"/>
            </a:xfrm>
            <a:custGeom>
              <a:avLst/>
              <a:gdLst/>
              <a:ahLst/>
              <a:cxnLst/>
              <a:rect l="l" t="t" r="r" b="b"/>
              <a:pathLst>
                <a:path w="172027" h="151035" extrusionOk="0">
                  <a:moveTo>
                    <a:pt x="121928" y="0"/>
                  </a:moveTo>
                  <a:lnTo>
                    <a:pt x="118474" y="403"/>
                  </a:lnTo>
                  <a:lnTo>
                    <a:pt x="115054" y="1140"/>
                  </a:lnTo>
                  <a:lnTo>
                    <a:pt x="111700" y="2281"/>
                  </a:lnTo>
                  <a:lnTo>
                    <a:pt x="110091" y="3018"/>
                  </a:lnTo>
                  <a:lnTo>
                    <a:pt x="106804" y="4661"/>
                  </a:lnTo>
                  <a:lnTo>
                    <a:pt x="100467" y="8250"/>
                  </a:lnTo>
                  <a:lnTo>
                    <a:pt x="95738" y="10899"/>
                  </a:lnTo>
                  <a:lnTo>
                    <a:pt x="92519" y="12542"/>
                  </a:lnTo>
                  <a:lnTo>
                    <a:pt x="89199" y="13984"/>
                  </a:lnTo>
                  <a:lnTo>
                    <a:pt x="85712" y="15157"/>
                  </a:lnTo>
                  <a:lnTo>
                    <a:pt x="83901" y="15593"/>
                  </a:lnTo>
                  <a:lnTo>
                    <a:pt x="82660" y="15862"/>
                  </a:lnTo>
                  <a:lnTo>
                    <a:pt x="80112" y="16197"/>
                  </a:lnTo>
                  <a:lnTo>
                    <a:pt x="77496" y="16365"/>
                  </a:lnTo>
                  <a:lnTo>
                    <a:pt x="74814" y="16365"/>
                  </a:lnTo>
                  <a:lnTo>
                    <a:pt x="70689" y="16063"/>
                  </a:lnTo>
                  <a:lnTo>
                    <a:pt x="65022" y="15225"/>
                  </a:lnTo>
                  <a:lnTo>
                    <a:pt x="56270" y="13347"/>
                  </a:lnTo>
                  <a:lnTo>
                    <a:pt x="47484" y="11234"/>
                  </a:lnTo>
                  <a:lnTo>
                    <a:pt x="41649" y="9960"/>
                  </a:lnTo>
                  <a:lnTo>
                    <a:pt x="35915" y="8987"/>
                  </a:lnTo>
                  <a:lnTo>
                    <a:pt x="30382" y="8451"/>
                  </a:lnTo>
                  <a:lnTo>
                    <a:pt x="26391" y="8451"/>
                  </a:lnTo>
                  <a:lnTo>
                    <a:pt x="23809" y="8686"/>
                  </a:lnTo>
                  <a:lnTo>
                    <a:pt x="21294" y="9088"/>
                  </a:lnTo>
                  <a:lnTo>
                    <a:pt x="18846" y="9725"/>
                  </a:lnTo>
                  <a:lnTo>
                    <a:pt x="16533" y="10630"/>
                  </a:lnTo>
                  <a:lnTo>
                    <a:pt x="14286" y="11771"/>
                  </a:lnTo>
                  <a:lnTo>
                    <a:pt x="12140" y="13213"/>
                  </a:lnTo>
                  <a:lnTo>
                    <a:pt x="10128" y="14923"/>
                  </a:lnTo>
                  <a:lnTo>
                    <a:pt x="8216" y="16968"/>
                  </a:lnTo>
                  <a:lnTo>
                    <a:pt x="6473" y="19383"/>
                  </a:lnTo>
                  <a:lnTo>
                    <a:pt x="4829" y="22132"/>
                  </a:lnTo>
                  <a:lnTo>
                    <a:pt x="3320" y="25251"/>
                  </a:lnTo>
                  <a:lnTo>
                    <a:pt x="2650" y="26995"/>
                  </a:lnTo>
                  <a:lnTo>
                    <a:pt x="2214" y="28202"/>
                  </a:lnTo>
                  <a:lnTo>
                    <a:pt x="1443" y="30717"/>
                  </a:lnTo>
                  <a:lnTo>
                    <a:pt x="839" y="33299"/>
                  </a:lnTo>
                  <a:lnTo>
                    <a:pt x="403" y="35948"/>
                  </a:lnTo>
                  <a:lnTo>
                    <a:pt x="135" y="38631"/>
                  </a:lnTo>
                  <a:lnTo>
                    <a:pt x="1" y="41347"/>
                  </a:lnTo>
                  <a:lnTo>
                    <a:pt x="68" y="44063"/>
                  </a:lnTo>
                  <a:lnTo>
                    <a:pt x="269" y="46813"/>
                  </a:lnTo>
                  <a:lnTo>
                    <a:pt x="638" y="49529"/>
                  </a:lnTo>
                  <a:lnTo>
                    <a:pt x="1174" y="52178"/>
                  </a:lnTo>
                  <a:lnTo>
                    <a:pt x="1878" y="54827"/>
                  </a:lnTo>
                  <a:lnTo>
                    <a:pt x="2717" y="57376"/>
                  </a:lnTo>
                  <a:lnTo>
                    <a:pt x="3756" y="59891"/>
                  </a:lnTo>
                  <a:lnTo>
                    <a:pt x="4930" y="62272"/>
                  </a:lnTo>
                  <a:lnTo>
                    <a:pt x="6271" y="64552"/>
                  </a:lnTo>
                  <a:lnTo>
                    <a:pt x="7780" y="66732"/>
                  </a:lnTo>
                  <a:lnTo>
                    <a:pt x="8619" y="67738"/>
                  </a:lnTo>
                  <a:lnTo>
                    <a:pt x="10832" y="70286"/>
                  </a:lnTo>
                  <a:lnTo>
                    <a:pt x="14219" y="74042"/>
                  </a:lnTo>
                  <a:lnTo>
                    <a:pt x="16231" y="76758"/>
                  </a:lnTo>
                  <a:lnTo>
                    <a:pt x="17069" y="78200"/>
                  </a:lnTo>
                  <a:lnTo>
                    <a:pt x="17572" y="79206"/>
                  </a:lnTo>
                  <a:lnTo>
                    <a:pt x="18343" y="81285"/>
                  </a:lnTo>
                  <a:lnTo>
                    <a:pt x="18813" y="83364"/>
                  </a:lnTo>
                  <a:lnTo>
                    <a:pt x="19048" y="85443"/>
                  </a:lnTo>
                  <a:lnTo>
                    <a:pt x="19048" y="87556"/>
                  </a:lnTo>
                  <a:lnTo>
                    <a:pt x="18813" y="89669"/>
                  </a:lnTo>
                  <a:lnTo>
                    <a:pt x="18209" y="92821"/>
                  </a:lnTo>
                  <a:lnTo>
                    <a:pt x="16868" y="97012"/>
                  </a:lnTo>
                  <a:lnTo>
                    <a:pt x="15191" y="101171"/>
                  </a:lnTo>
                  <a:lnTo>
                    <a:pt x="12475" y="107240"/>
                  </a:lnTo>
                  <a:lnTo>
                    <a:pt x="10966" y="111096"/>
                  </a:lnTo>
                  <a:lnTo>
                    <a:pt x="10564" y="112203"/>
                  </a:lnTo>
                  <a:lnTo>
                    <a:pt x="9994" y="114383"/>
                  </a:lnTo>
                  <a:lnTo>
                    <a:pt x="9658" y="116529"/>
                  </a:lnTo>
                  <a:lnTo>
                    <a:pt x="9524" y="118574"/>
                  </a:lnTo>
                  <a:lnTo>
                    <a:pt x="9591" y="120553"/>
                  </a:lnTo>
                  <a:lnTo>
                    <a:pt x="9859" y="122498"/>
                  </a:lnTo>
                  <a:lnTo>
                    <a:pt x="10329" y="124342"/>
                  </a:lnTo>
                  <a:lnTo>
                    <a:pt x="10966" y="126153"/>
                  </a:lnTo>
                  <a:lnTo>
                    <a:pt x="11771" y="127897"/>
                  </a:lnTo>
                  <a:lnTo>
                    <a:pt x="12710" y="129573"/>
                  </a:lnTo>
                  <a:lnTo>
                    <a:pt x="14420" y="131988"/>
                  </a:lnTo>
                  <a:lnTo>
                    <a:pt x="17136" y="134972"/>
                  </a:lnTo>
                  <a:lnTo>
                    <a:pt x="20322" y="137688"/>
                  </a:lnTo>
                  <a:lnTo>
                    <a:pt x="23843" y="140170"/>
                  </a:lnTo>
                  <a:lnTo>
                    <a:pt x="27632" y="142383"/>
                  </a:lnTo>
                  <a:lnTo>
                    <a:pt x="31623" y="144362"/>
                  </a:lnTo>
                  <a:lnTo>
                    <a:pt x="35714" y="146105"/>
                  </a:lnTo>
                  <a:lnTo>
                    <a:pt x="39838" y="147547"/>
                  </a:lnTo>
                  <a:lnTo>
                    <a:pt x="43862" y="148788"/>
                  </a:lnTo>
                  <a:lnTo>
                    <a:pt x="47786" y="149727"/>
                  </a:lnTo>
                  <a:lnTo>
                    <a:pt x="51441" y="150465"/>
                  </a:lnTo>
                  <a:lnTo>
                    <a:pt x="53151" y="150699"/>
                  </a:lnTo>
                  <a:lnTo>
                    <a:pt x="54559" y="150867"/>
                  </a:lnTo>
                  <a:lnTo>
                    <a:pt x="57309" y="151035"/>
                  </a:lnTo>
                  <a:lnTo>
                    <a:pt x="60025" y="151001"/>
                  </a:lnTo>
                  <a:lnTo>
                    <a:pt x="62708" y="150800"/>
                  </a:lnTo>
                  <a:lnTo>
                    <a:pt x="66732" y="150163"/>
                  </a:lnTo>
                  <a:lnTo>
                    <a:pt x="71963" y="148821"/>
                  </a:lnTo>
                  <a:lnTo>
                    <a:pt x="77161" y="147011"/>
                  </a:lnTo>
                  <a:lnTo>
                    <a:pt x="82292" y="144898"/>
                  </a:lnTo>
                  <a:lnTo>
                    <a:pt x="89937" y="141377"/>
                  </a:lnTo>
                  <a:lnTo>
                    <a:pt x="97516" y="137856"/>
                  </a:lnTo>
                  <a:lnTo>
                    <a:pt x="102613" y="135676"/>
                  </a:lnTo>
                  <a:lnTo>
                    <a:pt x="107676" y="133798"/>
                  </a:lnTo>
                  <a:lnTo>
                    <a:pt x="112807" y="132390"/>
                  </a:lnTo>
                  <a:lnTo>
                    <a:pt x="116697" y="131686"/>
                  </a:lnTo>
                  <a:lnTo>
                    <a:pt x="119279" y="131384"/>
                  </a:lnTo>
                  <a:lnTo>
                    <a:pt x="121928" y="131283"/>
                  </a:lnTo>
                  <a:lnTo>
                    <a:pt x="124544" y="131384"/>
                  </a:lnTo>
                  <a:lnTo>
                    <a:pt x="127226" y="131686"/>
                  </a:lnTo>
                  <a:lnTo>
                    <a:pt x="129909" y="132222"/>
                  </a:lnTo>
                  <a:lnTo>
                    <a:pt x="132592" y="132994"/>
                  </a:lnTo>
                  <a:lnTo>
                    <a:pt x="135341" y="134000"/>
                  </a:lnTo>
                  <a:lnTo>
                    <a:pt x="136716" y="134637"/>
                  </a:lnTo>
                  <a:lnTo>
                    <a:pt x="137689" y="135073"/>
                  </a:lnTo>
                  <a:lnTo>
                    <a:pt x="139600" y="135777"/>
                  </a:lnTo>
                  <a:lnTo>
                    <a:pt x="141478" y="136313"/>
                  </a:lnTo>
                  <a:lnTo>
                    <a:pt x="143356" y="136649"/>
                  </a:lnTo>
                  <a:lnTo>
                    <a:pt x="145167" y="136850"/>
                  </a:lnTo>
                  <a:lnTo>
                    <a:pt x="146977" y="136850"/>
                  </a:lnTo>
                  <a:lnTo>
                    <a:pt x="149627" y="136582"/>
                  </a:lnTo>
                  <a:lnTo>
                    <a:pt x="153013" y="135676"/>
                  </a:lnTo>
                  <a:lnTo>
                    <a:pt x="156233" y="134201"/>
                  </a:lnTo>
                  <a:lnTo>
                    <a:pt x="159217" y="132222"/>
                  </a:lnTo>
                  <a:lnTo>
                    <a:pt x="161967" y="129808"/>
                  </a:lnTo>
                  <a:lnTo>
                    <a:pt x="164448" y="126958"/>
                  </a:lnTo>
                  <a:lnTo>
                    <a:pt x="166628" y="123738"/>
                  </a:lnTo>
                  <a:lnTo>
                    <a:pt x="168472" y="120217"/>
                  </a:lnTo>
                  <a:lnTo>
                    <a:pt x="169948" y="116395"/>
                  </a:lnTo>
                  <a:lnTo>
                    <a:pt x="171088" y="112404"/>
                  </a:lnTo>
                  <a:lnTo>
                    <a:pt x="171759" y="108213"/>
                  </a:lnTo>
                  <a:lnTo>
                    <a:pt x="172027" y="103920"/>
                  </a:lnTo>
                  <a:lnTo>
                    <a:pt x="171826" y="99527"/>
                  </a:lnTo>
                  <a:lnTo>
                    <a:pt x="171524" y="97348"/>
                  </a:lnTo>
                  <a:lnTo>
                    <a:pt x="171256" y="95906"/>
                  </a:lnTo>
                  <a:lnTo>
                    <a:pt x="170585" y="93022"/>
                  </a:lnTo>
                  <a:lnTo>
                    <a:pt x="169244" y="88730"/>
                  </a:lnTo>
                  <a:lnTo>
                    <a:pt x="165756" y="80246"/>
                  </a:lnTo>
                  <a:lnTo>
                    <a:pt x="162034" y="71728"/>
                  </a:lnTo>
                  <a:lnTo>
                    <a:pt x="159854" y="66061"/>
                  </a:lnTo>
                  <a:lnTo>
                    <a:pt x="158647" y="61769"/>
                  </a:lnTo>
                  <a:lnTo>
                    <a:pt x="158077" y="58885"/>
                  </a:lnTo>
                  <a:lnTo>
                    <a:pt x="157708" y="55968"/>
                  </a:lnTo>
                  <a:lnTo>
                    <a:pt x="157641" y="53050"/>
                  </a:lnTo>
                  <a:lnTo>
                    <a:pt x="157708" y="51608"/>
                  </a:lnTo>
                  <a:lnTo>
                    <a:pt x="157775" y="50770"/>
                  </a:lnTo>
                  <a:lnTo>
                    <a:pt x="157842" y="49965"/>
                  </a:lnTo>
                  <a:lnTo>
                    <a:pt x="158245" y="46310"/>
                  </a:lnTo>
                  <a:lnTo>
                    <a:pt x="159083" y="39100"/>
                  </a:lnTo>
                  <a:lnTo>
                    <a:pt x="159351" y="33735"/>
                  </a:lnTo>
                  <a:lnTo>
                    <a:pt x="159217" y="30214"/>
                  </a:lnTo>
                  <a:lnTo>
                    <a:pt x="158714" y="26659"/>
                  </a:lnTo>
                  <a:lnTo>
                    <a:pt x="157742" y="23138"/>
                  </a:lnTo>
                  <a:lnTo>
                    <a:pt x="157037" y="21361"/>
                  </a:lnTo>
                  <a:lnTo>
                    <a:pt x="156333" y="19752"/>
                  </a:lnTo>
                  <a:lnTo>
                    <a:pt x="154623" y="16700"/>
                  </a:lnTo>
                  <a:lnTo>
                    <a:pt x="152577" y="13850"/>
                  </a:lnTo>
                  <a:lnTo>
                    <a:pt x="150297" y="11234"/>
                  </a:lnTo>
                  <a:lnTo>
                    <a:pt x="147749" y="8853"/>
                  </a:lnTo>
                  <a:lnTo>
                    <a:pt x="144965" y="6707"/>
                  </a:lnTo>
                  <a:lnTo>
                    <a:pt x="142014" y="4863"/>
                  </a:lnTo>
                  <a:lnTo>
                    <a:pt x="138896" y="3287"/>
                  </a:lnTo>
                  <a:lnTo>
                    <a:pt x="135643" y="1979"/>
                  </a:lnTo>
                  <a:lnTo>
                    <a:pt x="132290" y="1006"/>
                  </a:lnTo>
                  <a:lnTo>
                    <a:pt x="128869" y="336"/>
                  </a:lnTo>
                  <a:lnTo>
                    <a:pt x="1254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3468600" y="1560175"/>
              <a:ext cx="724350" cy="724325"/>
            </a:xfrm>
            <a:custGeom>
              <a:avLst/>
              <a:gdLst/>
              <a:ahLst/>
              <a:cxnLst/>
              <a:rect l="l" t="t" r="r" b="b"/>
              <a:pathLst>
                <a:path w="28974" h="28973" extrusionOk="0">
                  <a:moveTo>
                    <a:pt x="14487" y="0"/>
                  </a:moveTo>
                  <a:lnTo>
                    <a:pt x="13011" y="67"/>
                  </a:lnTo>
                  <a:lnTo>
                    <a:pt x="10161" y="637"/>
                  </a:lnTo>
                  <a:lnTo>
                    <a:pt x="7579" y="1744"/>
                  </a:lnTo>
                  <a:lnTo>
                    <a:pt x="5265" y="3320"/>
                  </a:lnTo>
                  <a:lnTo>
                    <a:pt x="3320" y="5265"/>
                  </a:lnTo>
                  <a:lnTo>
                    <a:pt x="1744" y="7579"/>
                  </a:lnTo>
                  <a:lnTo>
                    <a:pt x="637" y="10161"/>
                  </a:lnTo>
                  <a:lnTo>
                    <a:pt x="67" y="13011"/>
                  </a:lnTo>
                  <a:lnTo>
                    <a:pt x="0" y="14487"/>
                  </a:lnTo>
                  <a:lnTo>
                    <a:pt x="67" y="15962"/>
                  </a:lnTo>
                  <a:lnTo>
                    <a:pt x="637" y="18812"/>
                  </a:lnTo>
                  <a:lnTo>
                    <a:pt x="1744" y="21394"/>
                  </a:lnTo>
                  <a:lnTo>
                    <a:pt x="3320" y="23708"/>
                  </a:lnTo>
                  <a:lnTo>
                    <a:pt x="5265" y="25687"/>
                  </a:lnTo>
                  <a:lnTo>
                    <a:pt x="7579" y="27229"/>
                  </a:lnTo>
                  <a:lnTo>
                    <a:pt x="10161" y="28336"/>
                  </a:lnTo>
                  <a:lnTo>
                    <a:pt x="13011" y="28906"/>
                  </a:lnTo>
                  <a:lnTo>
                    <a:pt x="14487" y="28973"/>
                  </a:lnTo>
                  <a:lnTo>
                    <a:pt x="15962" y="28906"/>
                  </a:lnTo>
                  <a:lnTo>
                    <a:pt x="18813" y="28336"/>
                  </a:lnTo>
                  <a:lnTo>
                    <a:pt x="21395" y="27229"/>
                  </a:lnTo>
                  <a:lnTo>
                    <a:pt x="23708" y="25687"/>
                  </a:lnTo>
                  <a:lnTo>
                    <a:pt x="25687" y="23708"/>
                  </a:lnTo>
                  <a:lnTo>
                    <a:pt x="27229" y="21394"/>
                  </a:lnTo>
                  <a:lnTo>
                    <a:pt x="28336" y="18812"/>
                  </a:lnTo>
                  <a:lnTo>
                    <a:pt x="28906" y="15962"/>
                  </a:lnTo>
                  <a:lnTo>
                    <a:pt x="28973" y="14487"/>
                  </a:lnTo>
                  <a:lnTo>
                    <a:pt x="28906" y="13011"/>
                  </a:lnTo>
                  <a:lnTo>
                    <a:pt x="28336" y="10161"/>
                  </a:lnTo>
                  <a:lnTo>
                    <a:pt x="27229" y="7579"/>
                  </a:lnTo>
                  <a:lnTo>
                    <a:pt x="25687" y="5265"/>
                  </a:lnTo>
                  <a:lnTo>
                    <a:pt x="23708" y="3320"/>
                  </a:lnTo>
                  <a:lnTo>
                    <a:pt x="21395" y="1744"/>
                  </a:lnTo>
                  <a:lnTo>
                    <a:pt x="18813" y="637"/>
                  </a:lnTo>
                  <a:lnTo>
                    <a:pt x="15962" y="67"/>
                  </a:lnTo>
                  <a:lnTo>
                    <a:pt x="14487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3441775" y="1524950"/>
              <a:ext cx="724350" cy="723525"/>
            </a:xfrm>
            <a:custGeom>
              <a:avLst/>
              <a:gdLst/>
              <a:ahLst/>
              <a:cxnLst/>
              <a:rect l="l" t="t" r="r" b="b"/>
              <a:pathLst>
                <a:path w="28974" h="28941" extrusionOk="0">
                  <a:moveTo>
                    <a:pt x="14487" y="1"/>
                  </a:moveTo>
                  <a:lnTo>
                    <a:pt x="13011" y="34"/>
                  </a:lnTo>
                  <a:lnTo>
                    <a:pt x="10161" y="604"/>
                  </a:lnTo>
                  <a:lnTo>
                    <a:pt x="7579" y="1711"/>
                  </a:lnTo>
                  <a:lnTo>
                    <a:pt x="5265" y="3287"/>
                  </a:lnTo>
                  <a:lnTo>
                    <a:pt x="3287" y="5232"/>
                  </a:lnTo>
                  <a:lnTo>
                    <a:pt x="1744" y="7546"/>
                  </a:lnTo>
                  <a:lnTo>
                    <a:pt x="637" y="10161"/>
                  </a:lnTo>
                  <a:lnTo>
                    <a:pt x="67" y="12978"/>
                  </a:lnTo>
                  <a:lnTo>
                    <a:pt x="0" y="14454"/>
                  </a:lnTo>
                  <a:lnTo>
                    <a:pt x="67" y="15963"/>
                  </a:lnTo>
                  <a:lnTo>
                    <a:pt x="637" y="18779"/>
                  </a:lnTo>
                  <a:lnTo>
                    <a:pt x="1744" y="21361"/>
                  </a:lnTo>
                  <a:lnTo>
                    <a:pt x="3287" y="23675"/>
                  </a:lnTo>
                  <a:lnTo>
                    <a:pt x="5265" y="25654"/>
                  </a:lnTo>
                  <a:lnTo>
                    <a:pt x="7579" y="27196"/>
                  </a:lnTo>
                  <a:lnTo>
                    <a:pt x="10161" y="28303"/>
                  </a:lnTo>
                  <a:lnTo>
                    <a:pt x="13011" y="28873"/>
                  </a:lnTo>
                  <a:lnTo>
                    <a:pt x="14487" y="28940"/>
                  </a:lnTo>
                  <a:lnTo>
                    <a:pt x="15962" y="28873"/>
                  </a:lnTo>
                  <a:lnTo>
                    <a:pt x="18813" y="28303"/>
                  </a:lnTo>
                  <a:lnTo>
                    <a:pt x="21395" y="27196"/>
                  </a:lnTo>
                  <a:lnTo>
                    <a:pt x="23708" y="25654"/>
                  </a:lnTo>
                  <a:lnTo>
                    <a:pt x="25687" y="23675"/>
                  </a:lnTo>
                  <a:lnTo>
                    <a:pt x="27229" y="21361"/>
                  </a:lnTo>
                  <a:lnTo>
                    <a:pt x="28336" y="18779"/>
                  </a:lnTo>
                  <a:lnTo>
                    <a:pt x="28906" y="15963"/>
                  </a:lnTo>
                  <a:lnTo>
                    <a:pt x="28973" y="14454"/>
                  </a:lnTo>
                  <a:lnTo>
                    <a:pt x="28906" y="12978"/>
                  </a:lnTo>
                  <a:lnTo>
                    <a:pt x="28336" y="10161"/>
                  </a:lnTo>
                  <a:lnTo>
                    <a:pt x="27229" y="7546"/>
                  </a:lnTo>
                  <a:lnTo>
                    <a:pt x="25687" y="5232"/>
                  </a:lnTo>
                  <a:lnTo>
                    <a:pt x="23708" y="3287"/>
                  </a:lnTo>
                  <a:lnTo>
                    <a:pt x="21395" y="1711"/>
                  </a:lnTo>
                  <a:lnTo>
                    <a:pt x="18813" y="604"/>
                  </a:lnTo>
                  <a:lnTo>
                    <a:pt x="15962" y="34"/>
                  </a:lnTo>
                  <a:lnTo>
                    <a:pt x="14487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3477825" y="1561000"/>
              <a:ext cx="652250" cy="651425"/>
            </a:xfrm>
            <a:custGeom>
              <a:avLst/>
              <a:gdLst/>
              <a:ahLst/>
              <a:cxnLst/>
              <a:rect l="l" t="t" r="r" b="b"/>
              <a:pathLst>
                <a:path w="26090" h="26057" extrusionOk="0">
                  <a:moveTo>
                    <a:pt x="13045" y="1"/>
                  </a:moveTo>
                  <a:lnTo>
                    <a:pt x="11703" y="34"/>
                  </a:lnTo>
                  <a:lnTo>
                    <a:pt x="9155" y="537"/>
                  </a:lnTo>
                  <a:lnTo>
                    <a:pt x="6807" y="1543"/>
                  </a:lnTo>
                  <a:lnTo>
                    <a:pt x="4728" y="2952"/>
                  </a:lnTo>
                  <a:lnTo>
                    <a:pt x="2985" y="4729"/>
                  </a:lnTo>
                  <a:lnTo>
                    <a:pt x="1576" y="6808"/>
                  </a:lnTo>
                  <a:lnTo>
                    <a:pt x="570" y="9122"/>
                  </a:lnTo>
                  <a:lnTo>
                    <a:pt x="67" y="11670"/>
                  </a:lnTo>
                  <a:lnTo>
                    <a:pt x="0" y="13012"/>
                  </a:lnTo>
                  <a:lnTo>
                    <a:pt x="67" y="14353"/>
                  </a:lnTo>
                  <a:lnTo>
                    <a:pt x="570" y="16901"/>
                  </a:lnTo>
                  <a:lnTo>
                    <a:pt x="1576" y="19249"/>
                  </a:lnTo>
                  <a:lnTo>
                    <a:pt x="2985" y="21328"/>
                  </a:lnTo>
                  <a:lnTo>
                    <a:pt x="4728" y="23105"/>
                  </a:lnTo>
                  <a:lnTo>
                    <a:pt x="6807" y="24514"/>
                  </a:lnTo>
                  <a:lnTo>
                    <a:pt x="9155" y="25486"/>
                  </a:lnTo>
                  <a:lnTo>
                    <a:pt x="11703" y="26023"/>
                  </a:lnTo>
                  <a:lnTo>
                    <a:pt x="13045" y="26056"/>
                  </a:lnTo>
                  <a:lnTo>
                    <a:pt x="14386" y="26023"/>
                  </a:lnTo>
                  <a:lnTo>
                    <a:pt x="16935" y="25486"/>
                  </a:lnTo>
                  <a:lnTo>
                    <a:pt x="19282" y="24514"/>
                  </a:lnTo>
                  <a:lnTo>
                    <a:pt x="21361" y="23105"/>
                  </a:lnTo>
                  <a:lnTo>
                    <a:pt x="23105" y="21328"/>
                  </a:lnTo>
                  <a:lnTo>
                    <a:pt x="24513" y="19249"/>
                  </a:lnTo>
                  <a:lnTo>
                    <a:pt x="25519" y="16901"/>
                  </a:lnTo>
                  <a:lnTo>
                    <a:pt x="26022" y="14353"/>
                  </a:lnTo>
                  <a:lnTo>
                    <a:pt x="26089" y="13012"/>
                  </a:lnTo>
                  <a:lnTo>
                    <a:pt x="26022" y="11670"/>
                  </a:lnTo>
                  <a:lnTo>
                    <a:pt x="25519" y="9122"/>
                  </a:lnTo>
                  <a:lnTo>
                    <a:pt x="24513" y="6808"/>
                  </a:lnTo>
                  <a:lnTo>
                    <a:pt x="23105" y="4729"/>
                  </a:lnTo>
                  <a:lnTo>
                    <a:pt x="21361" y="2952"/>
                  </a:lnTo>
                  <a:lnTo>
                    <a:pt x="19282" y="1543"/>
                  </a:lnTo>
                  <a:lnTo>
                    <a:pt x="16935" y="537"/>
                  </a:lnTo>
                  <a:lnTo>
                    <a:pt x="14386" y="34"/>
                  </a:lnTo>
                  <a:lnTo>
                    <a:pt x="13045" y="1"/>
                  </a:lnTo>
                  <a:close/>
                </a:path>
              </a:pathLst>
            </a:custGeom>
            <a:solidFill>
              <a:srgbClr val="2E353A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3217100" y="1358125"/>
              <a:ext cx="1052125" cy="944825"/>
            </a:xfrm>
            <a:custGeom>
              <a:avLst/>
              <a:gdLst/>
              <a:ahLst/>
              <a:cxnLst/>
              <a:rect l="l" t="t" r="r" b="b"/>
              <a:pathLst>
                <a:path w="42085" h="37793" extrusionOk="0">
                  <a:moveTo>
                    <a:pt x="27699" y="1"/>
                  </a:moveTo>
                  <a:lnTo>
                    <a:pt x="27464" y="135"/>
                  </a:lnTo>
                  <a:lnTo>
                    <a:pt x="25788" y="1543"/>
                  </a:lnTo>
                  <a:lnTo>
                    <a:pt x="24245" y="3287"/>
                  </a:lnTo>
                  <a:lnTo>
                    <a:pt x="23373" y="4494"/>
                  </a:lnTo>
                  <a:lnTo>
                    <a:pt x="22904" y="5265"/>
                  </a:lnTo>
                  <a:lnTo>
                    <a:pt x="22166" y="6908"/>
                  </a:lnTo>
                  <a:lnTo>
                    <a:pt x="21831" y="8652"/>
                  </a:lnTo>
                  <a:lnTo>
                    <a:pt x="21797" y="10429"/>
                  </a:lnTo>
                  <a:lnTo>
                    <a:pt x="21931" y="11335"/>
                  </a:lnTo>
                  <a:lnTo>
                    <a:pt x="21764" y="10899"/>
                  </a:lnTo>
                  <a:lnTo>
                    <a:pt x="20355" y="8283"/>
                  </a:lnTo>
                  <a:lnTo>
                    <a:pt x="18913" y="6204"/>
                  </a:lnTo>
                  <a:lnTo>
                    <a:pt x="18008" y="5232"/>
                  </a:lnTo>
                  <a:lnTo>
                    <a:pt x="17471" y="4762"/>
                  </a:lnTo>
                  <a:lnTo>
                    <a:pt x="15895" y="3890"/>
                  </a:lnTo>
                  <a:lnTo>
                    <a:pt x="12877" y="2784"/>
                  </a:lnTo>
                  <a:lnTo>
                    <a:pt x="6506" y="1275"/>
                  </a:lnTo>
                  <a:lnTo>
                    <a:pt x="5232" y="1074"/>
                  </a:lnTo>
                  <a:lnTo>
                    <a:pt x="6439" y="2314"/>
                  </a:lnTo>
                  <a:lnTo>
                    <a:pt x="8685" y="4896"/>
                  </a:lnTo>
                  <a:lnTo>
                    <a:pt x="9725" y="6305"/>
                  </a:lnTo>
                  <a:lnTo>
                    <a:pt x="10765" y="7646"/>
                  </a:lnTo>
                  <a:lnTo>
                    <a:pt x="13917" y="11067"/>
                  </a:lnTo>
                  <a:lnTo>
                    <a:pt x="18813" y="15996"/>
                  </a:lnTo>
                  <a:lnTo>
                    <a:pt x="19785" y="16901"/>
                  </a:lnTo>
                  <a:lnTo>
                    <a:pt x="19316" y="16499"/>
                  </a:lnTo>
                  <a:lnTo>
                    <a:pt x="16398" y="14588"/>
                  </a:lnTo>
                  <a:lnTo>
                    <a:pt x="14520" y="13783"/>
                  </a:lnTo>
                  <a:lnTo>
                    <a:pt x="13246" y="13414"/>
                  </a:lnTo>
                  <a:lnTo>
                    <a:pt x="12575" y="13313"/>
                  </a:lnTo>
                  <a:lnTo>
                    <a:pt x="11133" y="13246"/>
                  </a:lnTo>
                  <a:lnTo>
                    <a:pt x="7244" y="13615"/>
                  </a:lnTo>
                  <a:lnTo>
                    <a:pt x="1409" y="14521"/>
                  </a:lnTo>
                  <a:lnTo>
                    <a:pt x="0" y="14755"/>
                  </a:lnTo>
                  <a:lnTo>
                    <a:pt x="168" y="14923"/>
                  </a:lnTo>
                  <a:lnTo>
                    <a:pt x="3790" y="16465"/>
                  </a:lnTo>
                  <a:lnTo>
                    <a:pt x="5936" y="17438"/>
                  </a:lnTo>
                  <a:lnTo>
                    <a:pt x="6506" y="17673"/>
                  </a:lnTo>
                  <a:lnTo>
                    <a:pt x="8149" y="18142"/>
                  </a:lnTo>
                  <a:lnTo>
                    <a:pt x="11268" y="18746"/>
                  </a:lnTo>
                  <a:lnTo>
                    <a:pt x="17773" y="19651"/>
                  </a:lnTo>
                  <a:lnTo>
                    <a:pt x="19081" y="19785"/>
                  </a:lnTo>
                  <a:lnTo>
                    <a:pt x="16834" y="20422"/>
                  </a:lnTo>
                  <a:lnTo>
                    <a:pt x="11536" y="22133"/>
                  </a:lnTo>
                  <a:lnTo>
                    <a:pt x="10966" y="22367"/>
                  </a:lnTo>
                  <a:lnTo>
                    <a:pt x="9859" y="23340"/>
                  </a:lnTo>
                  <a:lnTo>
                    <a:pt x="8786" y="24681"/>
                  </a:lnTo>
                  <a:lnTo>
                    <a:pt x="7847" y="26224"/>
                  </a:lnTo>
                  <a:lnTo>
                    <a:pt x="5936" y="30114"/>
                  </a:lnTo>
                  <a:lnTo>
                    <a:pt x="5600" y="31120"/>
                  </a:lnTo>
                  <a:lnTo>
                    <a:pt x="6070" y="30650"/>
                  </a:lnTo>
                  <a:lnTo>
                    <a:pt x="9121" y="28437"/>
                  </a:lnTo>
                  <a:lnTo>
                    <a:pt x="10999" y="27364"/>
                  </a:lnTo>
                  <a:lnTo>
                    <a:pt x="12307" y="26794"/>
                  </a:lnTo>
                  <a:lnTo>
                    <a:pt x="12944" y="26626"/>
                  </a:lnTo>
                  <a:lnTo>
                    <a:pt x="18813" y="24916"/>
                  </a:lnTo>
                  <a:lnTo>
                    <a:pt x="21227" y="24111"/>
                  </a:lnTo>
                  <a:lnTo>
                    <a:pt x="20858" y="24513"/>
                  </a:lnTo>
                  <a:lnTo>
                    <a:pt x="18947" y="26995"/>
                  </a:lnTo>
                  <a:lnTo>
                    <a:pt x="17807" y="28940"/>
                  </a:lnTo>
                  <a:lnTo>
                    <a:pt x="17471" y="29845"/>
                  </a:lnTo>
                  <a:lnTo>
                    <a:pt x="17236" y="30818"/>
                  </a:lnTo>
                  <a:lnTo>
                    <a:pt x="17069" y="33333"/>
                  </a:lnTo>
                  <a:lnTo>
                    <a:pt x="17203" y="36921"/>
                  </a:lnTo>
                  <a:lnTo>
                    <a:pt x="17270" y="37591"/>
                  </a:lnTo>
                  <a:lnTo>
                    <a:pt x="17471" y="36954"/>
                  </a:lnTo>
                  <a:lnTo>
                    <a:pt x="18846" y="33668"/>
                  </a:lnTo>
                  <a:lnTo>
                    <a:pt x="20154" y="31421"/>
                  </a:lnTo>
                  <a:lnTo>
                    <a:pt x="20858" y="30583"/>
                  </a:lnTo>
                  <a:lnTo>
                    <a:pt x="21629" y="29778"/>
                  </a:lnTo>
                  <a:lnTo>
                    <a:pt x="23071" y="28001"/>
                  </a:lnTo>
                  <a:lnTo>
                    <a:pt x="24714" y="25620"/>
                  </a:lnTo>
                  <a:lnTo>
                    <a:pt x="25016" y="25218"/>
                  </a:lnTo>
                  <a:lnTo>
                    <a:pt x="25720" y="26425"/>
                  </a:lnTo>
                  <a:lnTo>
                    <a:pt x="27095" y="28940"/>
                  </a:lnTo>
                  <a:lnTo>
                    <a:pt x="27699" y="30248"/>
                  </a:lnTo>
                  <a:lnTo>
                    <a:pt x="28235" y="31421"/>
                  </a:lnTo>
                  <a:lnTo>
                    <a:pt x="29074" y="33970"/>
                  </a:lnTo>
                  <a:lnTo>
                    <a:pt x="29912" y="37223"/>
                  </a:lnTo>
                  <a:lnTo>
                    <a:pt x="30046" y="37793"/>
                  </a:lnTo>
                  <a:lnTo>
                    <a:pt x="30315" y="37156"/>
                  </a:lnTo>
                  <a:lnTo>
                    <a:pt x="31589" y="33735"/>
                  </a:lnTo>
                  <a:lnTo>
                    <a:pt x="32058" y="31857"/>
                  </a:lnTo>
                  <a:lnTo>
                    <a:pt x="32192" y="30717"/>
                  </a:lnTo>
                  <a:lnTo>
                    <a:pt x="32192" y="30248"/>
                  </a:lnTo>
                  <a:lnTo>
                    <a:pt x="32058" y="29242"/>
                  </a:lnTo>
                  <a:lnTo>
                    <a:pt x="31220" y="26894"/>
                  </a:lnTo>
                  <a:lnTo>
                    <a:pt x="29644" y="23776"/>
                  </a:lnTo>
                  <a:lnTo>
                    <a:pt x="29309" y="23206"/>
                  </a:lnTo>
                  <a:lnTo>
                    <a:pt x="29543" y="23072"/>
                  </a:lnTo>
                  <a:lnTo>
                    <a:pt x="31186" y="22602"/>
                  </a:lnTo>
                  <a:lnTo>
                    <a:pt x="32830" y="22703"/>
                  </a:lnTo>
                  <a:lnTo>
                    <a:pt x="33802" y="23038"/>
                  </a:lnTo>
                  <a:lnTo>
                    <a:pt x="34875" y="23541"/>
                  </a:lnTo>
                  <a:lnTo>
                    <a:pt x="37323" y="25285"/>
                  </a:lnTo>
                  <a:lnTo>
                    <a:pt x="40609" y="28034"/>
                  </a:lnTo>
                  <a:lnTo>
                    <a:pt x="41179" y="28605"/>
                  </a:lnTo>
                  <a:lnTo>
                    <a:pt x="41179" y="28605"/>
                  </a:lnTo>
                  <a:lnTo>
                    <a:pt x="41045" y="27867"/>
                  </a:lnTo>
                  <a:lnTo>
                    <a:pt x="40006" y="23977"/>
                  </a:lnTo>
                  <a:lnTo>
                    <a:pt x="39234" y="21965"/>
                  </a:lnTo>
                  <a:lnTo>
                    <a:pt x="38631" y="20825"/>
                  </a:lnTo>
                  <a:lnTo>
                    <a:pt x="38295" y="20355"/>
                  </a:lnTo>
                  <a:lnTo>
                    <a:pt x="37927" y="19919"/>
                  </a:lnTo>
                  <a:lnTo>
                    <a:pt x="36786" y="19182"/>
                  </a:lnTo>
                  <a:lnTo>
                    <a:pt x="34506" y="18343"/>
                  </a:lnTo>
                  <a:lnTo>
                    <a:pt x="29744" y="17371"/>
                  </a:lnTo>
                  <a:lnTo>
                    <a:pt x="28772" y="17270"/>
                  </a:lnTo>
                  <a:lnTo>
                    <a:pt x="29309" y="16968"/>
                  </a:lnTo>
                  <a:lnTo>
                    <a:pt x="32360" y="15426"/>
                  </a:lnTo>
                  <a:lnTo>
                    <a:pt x="34741" y="14487"/>
                  </a:lnTo>
                  <a:lnTo>
                    <a:pt x="35780" y="14219"/>
                  </a:lnTo>
                  <a:lnTo>
                    <a:pt x="36820" y="14085"/>
                  </a:lnTo>
                  <a:lnTo>
                    <a:pt x="38966" y="14219"/>
                  </a:lnTo>
                  <a:lnTo>
                    <a:pt x="41615" y="14789"/>
                  </a:lnTo>
                  <a:lnTo>
                    <a:pt x="42085" y="14956"/>
                  </a:lnTo>
                  <a:lnTo>
                    <a:pt x="41548" y="14219"/>
                  </a:lnTo>
                  <a:lnTo>
                    <a:pt x="38463" y="10899"/>
                  </a:lnTo>
                  <a:lnTo>
                    <a:pt x="36585" y="9524"/>
                  </a:lnTo>
                  <a:lnTo>
                    <a:pt x="35311" y="8954"/>
                  </a:lnTo>
                  <a:lnTo>
                    <a:pt x="34707" y="8820"/>
                  </a:lnTo>
                  <a:lnTo>
                    <a:pt x="34104" y="8820"/>
                  </a:lnTo>
                  <a:lnTo>
                    <a:pt x="32762" y="9122"/>
                  </a:lnTo>
                  <a:lnTo>
                    <a:pt x="31388" y="9759"/>
                  </a:lnTo>
                  <a:lnTo>
                    <a:pt x="30080" y="10564"/>
                  </a:lnTo>
                  <a:lnTo>
                    <a:pt x="27229" y="12877"/>
                  </a:lnTo>
                  <a:lnTo>
                    <a:pt x="26626" y="13481"/>
                  </a:lnTo>
                  <a:lnTo>
                    <a:pt x="28068" y="6305"/>
                  </a:lnTo>
                  <a:lnTo>
                    <a:pt x="28168" y="5534"/>
                  </a:lnTo>
                  <a:lnTo>
                    <a:pt x="28101" y="3522"/>
                  </a:lnTo>
                  <a:lnTo>
                    <a:pt x="27800" y="571"/>
                  </a:lnTo>
                  <a:lnTo>
                    <a:pt x="27699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3217100" y="1358125"/>
              <a:ext cx="1052125" cy="944825"/>
            </a:xfrm>
            <a:custGeom>
              <a:avLst/>
              <a:gdLst/>
              <a:ahLst/>
              <a:cxnLst/>
              <a:rect l="l" t="t" r="r" b="b"/>
              <a:pathLst>
                <a:path w="42085" h="37793" extrusionOk="0">
                  <a:moveTo>
                    <a:pt x="27699" y="1"/>
                  </a:moveTo>
                  <a:lnTo>
                    <a:pt x="27464" y="135"/>
                  </a:lnTo>
                  <a:lnTo>
                    <a:pt x="25788" y="1543"/>
                  </a:lnTo>
                  <a:lnTo>
                    <a:pt x="24245" y="3287"/>
                  </a:lnTo>
                  <a:lnTo>
                    <a:pt x="23373" y="4494"/>
                  </a:lnTo>
                  <a:lnTo>
                    <a:pt x="22904" y="5265"/>
                  </a:lnTo>
                  <a:lnTo>
                    <a:pt x="22166" y="6908"/>
                  </a:lnTo>
                  <a:lnTo>
                    <a:pt x="21831" y="8652"/>
                  </a:lnTo>
                  <a:lnTo>
                    <a:pt x="21797" y="10429"/>
                  </a:lnTo>
                  <a:lnTo>
                    <a:pt x="21931" y="11335"/>
                  </a:lnTo>
                  <a:lnTo>
                    <a:pt x="21764" y="10899"/>
                  </a:lnTo>
                  <a:lnTo>
                    <a:pt x="20355" y="8283"/>
                  </a:lnTo>
                  <a:lnTo>
                    <a:pt x="18913" y="6204"/>
                  </a:lnTo>
                  <a:lnTo>
                    <a:pt x="18008" y="5232"/>
                  </a:lnTo>
                  <a:lnTo>
                    <a:pt x="17471" y="4762"/>
                  </a:lnTo>
                  <a:lnTo>
                    <a:pt x="15895" y="3890"/>
                  </a:lnTo>
                  <a:lnTo>
                    <a:pt x="12877" y="2784"/>
                  </a:lnTo>
                  <a:lnTo>
                    <a:pt x="6506" y="1275"/>
                  </a:lnTo>
                  <a:lnTo>
                    <a:pt x="5232" y="1074"/>
                  </a:lnTo>
                  <a:lnTo>
                    <a:pt x="6439" y="2314"/>
                  </a:lnTo>
                  <a:lnTo>
                    <a:pt x="8685" y="4896"/>
                  </a:lnTo>
                  <a:lnTo>
                    <a:pt x="9725" y="6305"/>
                  </a:lnTo>
                  <a:lnTo>
                    <a:pt x="10765" y="7646"/>
                  </a:lnTo>
                  <a:lnTo>
                    <a:pt x="13917" y="11067"/>
                  </a:lnTo>
                  <a:lnTo>
                    <a:pt x="18813" y="15996"/>
                  </a:lnTo>
                  <a:lnTo>
                    <a:pt x="19785" y="16901"/>
                  </a:lnTo>
                  <a:lnTo>
                    <a:pt x="19316" y="16499"/>
                  </a:lnTo>
                  <a:lnTo>
                    <a:pt x="16398" y="14588"/>
                  </a:lnTo>
                  <a:lnTo>
                    <a:pt x="14520" y="13783"/>
                  </a:lnTo>
                  <a:lnTo>
                    <a:pt x="13246" y="13414"/>
                  </a:lnTo>
                  <a:lnTo>
                    <a:pt x="12575" y="13313"/>
                  </a:lnTo>
                  <a:lnTo>
                    <a:pt x="11133" y="13246"/>
                  </a:lnTo>
                  <a:lnTo>
                    <a:pt x="7244" y="13615"/>
                  </a:lnTo>
                  <a:lnTo>
                    <a:pt x="1409" y="14521"/>
                  </a:lnTo>
                  <a:lnTo>
                    <a:pt x="0" y="14755"/>
                  </a:lnTo>
                  <a:lnTo>
                    <a:pt x="168" y="14923"/>
                  </a:lnTo>
                  <a:lnTo>
                    <a:pt x="3790" y="16465"/>
                  </a:lnTo>
                  <a:lnTo>
                    <a:pt x="5936" y="17438"/>
                  </a:lnTo>
                  <a:lnTo>
                    <a:pt x="6506" y="17673"/>
                  </a:lnTo>
                  <a:lnTo>
                    <a:pt x="8149" y="18142"/>
                  </a:lnTo>
                  <a:lnTo>
                    <a:pt x="11268" y="18746"/>
                  </a:lnTo>
                  <a:lnTo>
                    <a:pt x="17773" y="19651"/>
                  </a:lnTo>
                  <a:lnTo>
                    <a:pt x="19081" y="19785"/>
                  </a:lnTo>
                  <a:lnTo>
                    <a:pt x="16834" y="20422"/>
                  </a:lnTo>
                  <a:lnTo>
                    <a:pt x="11536" y="22133"/>
                  </a:lnTo>
                  <a:lnTo>
                    <a:pt x="10966" y="22367"/>
                  </a:lnTo>
                  <a:lnTo>
                    <a:pt x="9859" y="23340"/>
                  </a:lnTo>
                  <a:lnTo>
                    <a:pt x="8786" y="24681"/>
                  </a:lnTo>
                  <a:lnTo>
                    <a:pt x="7847" y="26224"/>
                  </a:lnTo>
                  <a:lnTo>
                    <a:pt x="5936" y="30114"/>
                  </a:lnTo>
                  <a:lnTo>
                    <a:pt x="5600" y="31120"/>
                  </a:lnTo>
                  <a:lnTo>
                    <a:pt x="6070" y="30650"/>
                  </a:lnTo>
                  <a:lnTo>
                    <a:pt x="9121" y="28437"/>
                  </a:lnTo>
                  <a:lnTo>
                    <a:pt x="10999" y="27364"/>
                  </a:lnTo>
                  <a:lnTo>
                    <a:pt x="12307" y="26794"/>
                  </a:lnTo>
                  <a:lnTo>
                    <a:pt x="12944" y="26626"/>
                  </a:lnTo>
                  <a:lnTo>
                    <a:pt x="18813" y="24916"/>
                  </a:lnTo>
                  <a:lnTo>
                    <a:pt x="21227" y="24111"/>
                  </a:lnTo>
                  <a:lnTo>
                    <a:pt x="20858" y="24513"/>
                  </a:lnTo>
                  <a:lnTo>
                    <a:pt x="18947" y="26995"/>
                  </a:lnTo>
                  <a:lnTo>
                    <a:pt x="17807" y="28940"/>
                  </a:lnTo>
                  <a:lnTo>
                    <a:pt x="17471" y="29845"/>
                  </a:lnTo>
                  <a:lnTo>
                    <a:pt x="17236" y="30818"/>
                  </a:lnTo>
                  <a:lnTo>
                    <a:pt x="17069" y="33333"/>
                  </a:lnTo>
                  <a:lnTo>
                    <a:pt x="17203" y="36921"/>
                  </a:lnTo>
                  <a:lnTo>
                    <a:pt x="17270" y="37591"/>
                  </a:lnTo>
                  <a:lnTo>
                    <a:pt x="17471" y="36954"/>
                  </a:lnTo>
                  <a:lnTo>
                    <a:pt x="18846" y="33668"/>
                  </a:lnTo>
                  <a:lnTo>
                    <a:pt x="20154" y="31421"/>
                  </a:lnTo>
                  <a:lnTo>
                    <a:pt x="20858" y="30583"/>
                  </a:lnTo>
                  <a:lnTo>
                    <a:pt x="21629" y="29778"/>
                  </a:lnTo>
                  <a:lnTo>
                    <a:pt x="23071" y="28001"/>
                  </a:lnTo>
                  <a:lnTo>
                    <a:pt x="24714" y="25620"/>
                  </a:lnTo>
                  <a:lnTo>
                    <a:pt x="25016" y="25218"/>
                  </a:lnTo>
                  <a:lnTo>
                    <a:pt x="25720" y="26425"/>
                  </a:lnTo>
                  <a:lnTo>
                    <a:pt x="27095" y="28940"/>
                  </a:lnTo>
                  <a:lnTo>
                    <a:pt x="27699" y="30248"/>
                  </a:lnTo>
                  <a:lnTo>
                    <a:pt x="28235" y="31421"/>
                  </a:lnTo>
                  <a:lnTo>
                    <a:pt x="29074" y="33970"/>
                  </a:lnTo>
                  <a:lnTo>
                    <a:pt x="29912" y="37223"/>
                  </a:lnTo>
                  <a:lnTo>
                    <a:pt x="30046" y="37793"/>
                  </a:lnTo>
                  <a:lnTo>
                    <a:pt x="30315" y="37156"/>
                  </a:lnTo>
                  <a:lnTo>
                    <a:pt x="31589" y="33735"/>
                  </a:lnTo>
                  <a:lnTo>
                    <a:pt x="32058" y="31857"/>
                  </a:lnTo>
                  <a:lnTo>
                    <a:pt x="32192" y="30717"/>
                  </a:lnTo>
                  <a:lnTo>
                    <a:pt x="32192" y="30248"/>
                  </a:lnTo>
                  <a:lnTo>
                    <a:pt x="32058" y="29242"/>
                  </a:lnTo>
                  <a:lnTo>
                    <a:pt x="31220" y="26894"/>
                  </a:lnTo>
                  <a:lnTo>
                    <a:pt x="29644" y="23776"/>
                  </a:lnTo>
                  <a:lnTo>
                    <a:pt x="29309" y="23206"/>
                  </a:lnTo>
                  <a:lnTo>
                    <a:pt x="29543" y="23072"/>
                  </a:lnTo>
                  <a:lnTo>
                    <a:pt x="31186" y="22602"/>
                  </a:lnTo>
                  <a:lnTo>
                    <a:pt x="32830" y="22703"/>
                  </a:lnTo>
                  <a:lnTo>
                    <a:pt x="33802" y="23038"/>
                  </a:lnTo>
                  <a:lnTo>
                    <a:pt x="34875" y="23541"/>
                  </a:lnTo>
                  <a:lnTo>
                    <a:pt x="37323" y="25285"/>
                  </a:lnTo>
                  <a:lnTo>
                    <a:pt x="40609" y="28034"/>
                  </a:lnTo>
                  <a:lnTo>
                    <a:pt x="41179" y="28605"/>
                  </a:lnTo>
                  <a:lnTo>
                    <a:pt x="41179" y="28605"/>
                  </a:lnTo>
                  <a:lnTo>
                    <a:pt x="41045" y="27867"/>
                  </a:lnTo>
                  <a:lnTo>
                    <a:pt x="40006" y="23977"/>
                  </a:lnTo>
                  <a:lnTo>
                    <a:pt x="39234" y="21965"/>
                  </a:lnTo>
                  <a:lnTo>
                    <a:pt x="38631" y="20825"/>
                  </a:lnTo>
                  <a:lnTo>
                    <a:pt x="38295" y="20355"/>
                  </a:lnTo>
                  <a:lnTo>
                    <a:pt x="37927" y="19919"/>
                  </a:lnTo>
                  <a:lnTo>
                    <a:pt x="36786" y="19182"/>
                  </a:lnTo>
                  <a:lnTo>
                    <a:pt x="34506" y="18343"/>
                  </a:lnTo>
                  <a:lnTo>
                    <a:pt x="29744" y="17371"/>
                  </a:lnTo>
                  <a:lnTo>
                    <a:pt x="28772" y="17270"/>
                  </a:lnTo>
                  <a:lnTo>
                    <a:pt x="29309" y="16968"/>
                  </a:lnTo>
                  <a:lnTo>
                    <a:pt x="32360" y="15426"/>
                  </a:lnTo>
                  <a:lnTo>
                    <a:pt x="34741" y="14487"/>
                  </a:lnTo>
                  <a:lnTo>
                    <a:pt x="35780" y="14219"/>
                  </a:lnTo>
                  <a:lnTo>
                    <a:pt x="36820" y="14085"/>
                  </a:lnTo>
                  <a:lnTo>
                    <a:pt x="38966" y="14219"/>
                  </a:lnTo>
                  <a:lnTo>
                    <a:pt x="41615" y="14789"/>
                  </a:lnTo>
                  <a:lnTo>
                    <a:pt x="42085" y="14956"/>
                  </a:lnTo>
                  <a:lnTo>
                    <a:pt x="41548" y="14219"/>
                  </a:lnTo>
                  <a:lnTo>
                    <a:pt x="38463" y="10899"/>
                  </a:lnTo>
                  <a:lnTo>
                    <a:pt x="36585" y="9524"/>
                  </a:lnTo>
                  <a:lnTo>
                    <a:pt x="35311" y="8954"/>
                  </a:lnTo>
                  <a:lnTo>
                    <a:pt x="34707" y="8820"/>
                  </a:lnTo>
                  <a:lnTo>
                    <a:pt x="34104" y="8820"/>
                  </a:lnTo>
                  <a:lnTo>
                    <a:pt x="32762" y="9122"/>
                  </a:lnTo>
                  <a:lnTo>
                    <a:pt x="31388" y="9759"/>
                  </a:lnTo>
                  <a:lnTo>
                    <a:pt x="30080" y="10564"/>
                  </a:lnTo>
                  <a:lnTo>
                    <a:pt x="27229" y="12877"/>
                  </a:lnTo>
                  <a:lnTo>
                    <a:pt x="26626" y="13481"/>
                  </a:lnTo>
                  <a:lnTo>
                    <a:pt x="28068" y="6305"/>
                  </a:lnTo>
                  <a:lnTo>
                    <a:pt x="28168" y="5534"/>
                  </a:lnTo>
                  <a:lnTo>
                    <a:pt x="28101" y="3522"/>
                  </a:lnTo>
                  <a:lnTo>
                    <a:pt x="27800" y="571"/>
                  </a:lnTo>
                  <a:lnTo>
                    <a:pt x="276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3854225" y="1466275"/>
              <a:ext cx="10925" cy="38575"/>
            </a:xfrm>
            <a:custGeom>
              <a:avLst/>
              <a:gdLst/>
              <a:ahLst/>
              <a:cxnLst/>
              <a:rect l="l" t="t" r="r" b="b"/>
              <a:pathLst>
                <a:path w="437" h="1543" fill="none" extrusionOk="0">
                  <a:moveTo>
                    <a:pt x="1" y="1543"/>
                  </a:moveTo>
                  <a:lnTo>
                    <a:pt x="202" y="772"/>
                  </a:lnTo>
                  <a:lnTo>
                    <a:pt x="437" y="0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3554100" y="1504825"/>
              <a:ext cx="292600" cy="321125"/>
            </a:xfrm>
            <a:custGeom>
              <a:avLst/>
              <a:gdLst/>
              <a:ahLst/>
              <a:cxnLst/>
              <a:rect l="l" t="t" r="r" b="b"/>
              <a:pathLst>
                <a:path w="11704" h="12845" fill="none" extrusionOk="0">
                  <a:moveTo>
                    <a:pt x="1" y="1"/>
                  </a:moveTo>
                  <a:lnTo>
                    <a:pt x="1309" y="973"/>
                  </a:lnTo>
                  <a:lnTo>
                    <a:pt x="3924" y="3254"/>
                  </a:lnTo>
                  <a:lnTo>
                    <a:pt x="4863" y="4394"/>
                  </a:lnTo>
                  <a:lnTo>
                    <a:pt x="8820" y="9960"/>
                  </a:lnTo>
                  <a:lnTo>
                    <a:pt x="10799" y="12844"/>
                  </a:lnTo>
                  <a:lnTo>
                    <a:pt x="10765" y="9927"/>
                  </a:lnTo>
                  <a:lnTo>
                    <a:pt x="11234" y="4159"/>
                  </a:lnTo>
                  <a:lnTo>
                    <a:pt x="11704" y="1309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3491225" y="1462075"/>
              <a:ext cx="32725" cy="21825"/>
            </a:xfrm>
            <a:custGeom>
              <a:avLst/>
              <a:gdLst/>
              <a:ahLst/>
              <a:cxnLst/>
              <a:rect l="l" t="t" r="r" b="b"/>
              <a:pathLst>
                <a:path w="1309" h="873" fill="none" extrusionOk="0">
                  <a:moveTo>
                    <a:pt x="1" y="1"/>
                  </a:moveTo>
                  <a:lnTo>
                    <a:pt x="269" y="168"/>
                  </a:lnTo>
                  <a:lnTo>
                    <a:pt x="1309" y="873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3824050" y="1639800"/>
              <a:ext cx="378125" cy="186150"/>
            </a:xfrm>
            <a:custGeom>
              <a:avLst/>
              <a:gdLst/>
              <a:ahLst/>
              <a:cxnLst/>
              <a:rect l="l" t="t" r="r" b="b"/>
              <a:pathLst>
                <a:path w="15125" h="7446" fill="none" extrusionOk="0">
                  <a:moveTo>
                    <a:pt x="1" y="7445"/>
                  </a:moveTo>
                  <a:lnTo>
                    <a:pt x="872" y="6573"/>
                  </a:lnTo>
                  <a:lnTo>
                    <a:pt x="5366" y="2616"/>
                  </a:lnTo>
                  <a:lnTo>
                    <a:pt x="7747" y="940"/>
                  </a:lnTo>
                  <a:lnTo>
                    <a:pt x="9155" y="202"/>
                  </a:lnTo>
                  <a:lnTo>
                    <a:pt x="9725" y="68"/>
                  </a:lnTo>
                  <a:lnTo>
                    <a:pt x="10262" y="1"/>
                  </a:lnTo>
                  <a:lnTo>
                    <a:pt x="11268" y="1"/>
                  </a:lnTo>
                  <a:lnTo>
                    <a:pt x="12710" y="336"/>
                  </a:lnTo>
                  <a:lnTo>
                    <a:pt x="14789" y="1409"/>
                  </a:lnTo>
                  <a:lnTo>
                    <a:pt x="15124" y="167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3473625" y="1968425"/>
              <a:ext cx="45300" cy="41950"/>
            </a:xfrm>
            <a:custGeom>
              <a:avLst/>
              <a:gdLst/>
              <a:ahLst/>
              <a:cxnLst/>
              <a:rect l="l" t="t" r="r" b="b"/>
              <a:pathLst>
                <a:path w="1812" h="1678" fill="none" extrusionOk="0">
                  <a:moveTo>
                    <a:pt x="1811" y="1"/>
                  </a:moveTo>
                  <a:lnTo>
                    <a:pt x="738" y="739"/>
                  </a:lnTo>
                  <a:lnTo>
                    <a:pt x="1" y="1610"/>
                  </a:lnTo>
                  <a:lnTo>
                    <a:pt x="1" y="1678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3549075" y="1848550"/>
              <a:ext cx="648050" cy="135000"/>
            </a:xfrm>
            <a:custGeom>
              <a:avLst/>
              <a:gdLst/>
              <a:ahLst/>
              <a:cxnLst/>
              <a:rect l="l" t="t" r="r" b="b"/>
              <a:pathLst>
                <a:path w="25922" h="5400" fill="none" extrusionOk="0">
                  <a:moveTo>
                    <a:pt x="25922" y="5399"/>
                  </a:moveTo>
                  <a:lnTo>
                    <a:pt x="25788" y="5031"/>
                  </a:lnTo>
                  <a:lnTo>
                    <a:pt x="24312" y="3220"/>
                  </a:lnTo>
                  <a:lnTo>
                    <a:pt x="22937" y="2247"/>
                  </a:lnTo>
                  <a:lnTo>
                    <a:pt x="21764" y="1677"/>
                  </a:lnTo>
                  <a:lnTo>
                    <a:pt x="21060" y="1443"/>
                  </a:lnTo>
                  <a:lnTo>
                    <a:pt x="19584" y="973"/>
                  </a:lnTo>
                  <a:lnTo>
                    <a:pt x="16331" y="403"/>
                  </a:lnTo>
                  <a:lnTo>
                    <a:pt x="12106" y="1"/>
                  </a:lnTo>
                  <a:lnTo>
                    <a:pt x="11368" y="1"/>
                  </a:lnTo>
                  <a:lnTo>
                    <a:pt x="10329" y="336"/>
                  </a:lnTo>
                  <a:lnTo>
                    <a:pt x="2951" y="2918"/>
                  </a:lnTo>
                  <a:lnTo>
                    <a:pt x="1" y="4125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3741900" y="1822575"/>
              <a:ext cx="91400" cy="26000"/>
            </a:xfrm>
            <a:custGeom>
              <a:avLst/>
              <a:gdLst/>
              <a:ahLst/>
              <a:cxnLst/>
              <a:rect l="l" t="t" r="r" b="b"/>
              <a:pathLst>
                <a:path w="3656" h="1040" fill="none" extrusionOk="0">
                  <a:moveTo>
                    <a:pt x="0" y="0"/>
                  </a:moveTo>
                  <a:lnTo>
                    <a:pt x="2851" y="805"/>
                  </a:lnTo>
                  <a:lnTo>
                    <a:pt x="3655" y="1040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3425850" y="1742925"/>
              <a:ext cx="284200" cy="70450"/>
            </a:xfrm>
            <a:custGeom>
              <a:avLst/>
              <a:gdLst/>
              <a:ahLst/>
              <a:cxnLst/>
              <a:rect l="l" t="t" r="r" b="b"/>
              <a:pathLst>
                <a:path w="11368" h="2818" fill="none" extrusionOk="0">
                  <a:moveTo>
                    <a:pt x="0" y="0"/>
                  </a:moveTo>
                  <a:lnTo>
                    <a:pt x="1543" y="101"/>
                  </a:lnTo>
                  <a:lnTo>
                    <a:pt x="3924" y="436"/>
                  </a:lnTo>
                  <a:lnTo>
                    <a:pt x="5298" y="772"/>
                  </a:lnTo>
                  <a:lnTo>
                    <a:pt x="5868" y="973"/>
                  </a:lnTo>
                  <a:lnTo>
                    <a:pt x="8115" y="1811"/>
                  </a:lnTo>
                  <a:lnTo>
                    <a:pt x="11368" y="281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3357100" y="1740400"/>
              <a:ext cx="40275" cy="875"/>
            </a:xfrm>
            <a:custGeom>
              <a:avLst/>
              <a:gdLst/>
              <a:ahLst/>
              <a:cxnLst/>
              <a:rect l="l" t="t" r="r" b="b"/>
              <a:pathLst>
                <a:path w="1611" h="35" fill="none" extrusionOk="0">
                  <a:moveTo>
                    <a:pt x="0" y="1"/>
                  </a:moveTo>
                  <a:lnTo>
                    <a:pt x="302" y="1"/>
                  </a:lnTo>
                  <a:lnTo>
                    <a:pt x="1610" y="34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3679850" y="1875375"/>
              <a:ext cx="144225" cy="314400"/>
            </a:xfrm>
            <a:custGeom>
              <a:avLst/>
              <a:gdLst/>
              <a:ahLst/>
              <a:cxnLst/>
              <a:rect l="l" t="t" r="r" b="b"/>
              <a:pathLst>
                <a:path w="5769" h="12576" fill="none" extrusionOk="0">
                  <a:moveTo>
                    <a:pt x="5769" y="1"/>
                  </a:moveTo>
                  <a:lnTo>
                    <a:pt x="5131" y="940"/>
                  </a:lnTo>
                  <a:lnTo>
                    <a:pt x="2214" y="5601"/>
                  </a:lnTo>
                  <a:lnTo>
                    <a:pt x="671" y="8485"/>
                  </a:lnTo>
                  <a:lnTo>
                    <a:pt x="370" y="9356"/>
                  </a:lnTo>
                  <a:lnTo>
                    <a:pt x="101" y="10966"/>
                  </a:lnTo>
                  <a:lnTo>
                    <a:pt x="1" y="12576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3880225" y="1934900"/>
              <a:ext cx="96425" cy="232250"/>
            </a:xfrm>
            <a:custGeom>
              <a:avLst/>
              <a:gdLst/>
              <a:ahLst/>
              <a:cxnLst/>
              <a:rect l="l" t="t" r="r" b="b"/>
              <a:pathLst>
                <a:path w="3857" h="9290" fill="none" extrusionOk="0">
                  <a:moveTo>
                    <a:pt x="0" y="1"/>
                  </a:moveTo>
                  <a:lnTo>
                    <a:pt x="738" y="973"/>
                  </a:lnTo>
                  <a:lnTo>
                    <a:pt x="2146" y="3220"/>
                  </a:lnTo>
                  <a:lnTo>
                    <a:pt x="2616" y="4259"/>
                  </a:lnTo>
                  <a:lnTo>
                    <a:pt x="3018" y="5500"/>
                  </a:lnTo>
                  <a:lnTo>
                    <a:pt x="3655" y="8015"/>
                  </a:lnTo>
                  <a:lnTo>
                    <a:pt x="3857" y="9289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3842500" y="1888800"/>
              <a:ext cx="23500" cy="27675"/>
            </a:xfrm>
            <a:custGeom>
              <a:avLst/>
              <a:gdLst/>
              <a:ahLst/>
              <a:cxnLst/>
              <a:rect l="l" t="t" r="r" b="b"/>
              <a:pathLst>
                <a:path w="940" h="1107" fill="none" extrusionOk="0">
                  <a:moveTo>
                    <a:pt x="0" y="0"/>
                  </a:moveTo>
                  <a:lnTo>
                    <a:pt x="201" y="235"/>
                  </a:lnTo>
                  <a:lnTo>
                    <a:pt x="939" y="110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3352075" y="1228175"/>
              <a:ext cx="977525" cy="1106625"/>
            </a:xfrm>
            <a:custGeom>
              <a:avLst/>
              <a:gdLst/>
              <a:ahLst/>
              <a:cxnLst/>
              <a:rect l="l" t="t" r="r" b="b"/>
              <a:pathLst>
                <a:path w="39101" h="44265" extrusionOk="0">
                  <a:moveTo>
                    <a:pt x="21864" y="1"/>
                  </a:moveTo>
                  <a:lnTo>
                    <a:pt x="20959" y="906"/>
                  </a:lnTo>
                  <a:lnTo>
                    <a:pt x="16666" y="5836"/>
                  </a:lnTo>
                  <a:lnTo>
                    <a:pt x="14856" y="8518"/>
                  </a:lnTo>
                  <a:lnTo>
                    <a:pt x="14084" y="10128"/>
                  </a:lnTo>
                  <a:lnTo>
                    <a:pt x="13917" y="10799"/>
                  </a:lnTo>
                  <a:lnTo>
                    <a:pt x="13749" y="12140"/>
                  </a:lnTo>
                  <a:lnTo>
                    <a:pt x="13749" y="14655"/>
                  </a:lnTo>
                  <a:lnTo>
                    <a:pt x="14151" y="17606"/>
                  </a:lnTo>
                  <a:lnTo>
                    <a:pt x="14252" y="18075"/>
                  </a:lnTo>
                  <a:lnTo>
                    <a:pt x="13849" y="17271"/>
                  </a:lnTo>
                  <a:lnTo>
                    <a:pt x="12810" y="15829"/>
                  </a:lnTo>
                  <a:lnTo>
                    <a:pt x="11469" y="14621"/>
                  </a:lnTo>
                  <a:lnTo>
                    <a:pt x="9960" y="13716"/>
                  </a:lnTo>
                  <a:lnTo>
                    <a:pt x="9088" y="13381"/>
                  </a:lnTo>
                  <a:lnTo>
                    <a:pt x="7679" y="12911"/>
                  </a:lnTo>
                  <a:lnTo>
                    <a:pt x="5433" y="12408"/>
                  </a:lnTo>
                  <a:lnTo>
                    <a:pt x="3253" y="12207"/>
                  </a:lnTo>
                  <a:lnTo>
                    <a:pt x="2985" y="12274"/>
                  </a:lnTo>
                  <a:lnTo>
                    <a:pt x="3219" y="12777"/>
                  </a:lnTo>
                  <a:lnTo>
                    <a:pt x="4695" y="15359"/>
                  </a:lnTo>
                  <a:lnTo>
                    <a:pt x="5835" y="17036"/>
                  </a:lnTo>
                  <a:lnTo>
                    <a:pt x="6338" y="17572"/>
                  </a:lnTo>
                  <a:lnTo>
                    <a:pt x="11703" y="22569"/>
                  </a:lnTo>
                  <a:lnTo>
                    <a:pt x="10865" y="22435"/>
                  </a:lnTo>
                  <a:lnTo>
                    <a:pt x="7210" y="22234"/>
                  </a:lnTo>
                  <a:lnTo>
                    <a:pt x="5634" y="22301"/>
                  </a:lnTo>
                  <a:lnTo>
                    <a:pt x="4158" y="22602"/>
                  </a:lnTo>
                  <a:lnTo>
                    <a:pt x="2918" y="23105"/>
                  </a:lnTo>
                  <a:lnTo>
                    <a:pt x="2415" y="23508"/>
                  </a:lnTo>
                  <a:lnTo>
                    <a:pt x="1979" y="23944"/>
                  </a:lnTo>
                  <a:lnTo>
                    <a:pt x="1274" y="25151"/>
                  </a:lnTo>
                  <a:lnTo>
                    <a:pt x="570" y="27398"/>
                  </a:lnTo>
                  <a:lnTo>
                    <a:pt x="0" y="31891"/>
                  </a:lnTo>
                  <a:lnTo>
                    <a:pt x="0" y="32763"/>
                  </a:lnTo>
                  <a:lnTo>
                    <a:pt x="268" y="32361"/>
                  </a:lnTo>
                  <a:lnTo>
                    <a:pt x="2079" y="30349"/>
                  </a:lnTo>
                  <a:lnTo>
                    <a:pt x="3756" y="29007"/>
                  </a:lnTo>
                  <a:lnTo>
                    <a:pt x="4695" y="28504"/>
                  </a:lnTo>
                  <a:lnTo>
                    <a:pt x="5701" y="28102"/>
                  </a:lnTo>
                  <a:lnTo>
                    <a:pt x="8149" y="27498"/>
                  </a:lnTo>
                  <a:lnTo>
                    <a:pt x="11536" y="26962"/>
                  </a:lnTo>
                  <a:lnTo>
                    <a:pt x="12173" y="26895"/>
                  </a:lnTo>
                  <a:lnTo>
                    <a:pt x="11435" y="27532"/>
                  </a:lnTo>
                  <a:lnTo>
                    <a:pt x="8115" y="31120"/>
                  </a:lnTo>
                  <a:lnTo>
                    <a:pt x="6774" y="33132"/>
                  </a:lnTo>
                  <a:lnTo>
                    <a:pt x="6271" y="34373"/>
                  </a:lnTo>
                  <a:lnTo>
                    <a:pt x="6204" y="34943"/>
                  </a:lnTo>
                  <a:lnTo>
                    <a:pt x="6204" y="35513"/>
                  </a:lnTo>
                  <a:lnTo>
                    <a:pt x="6405" y="36821"/>
                  </a:lnTo>
                  <a:lnTo>
                    <a:pt x="6942" y="38900"/>
                  </a:lnTo>
                  <a:lnTo>
                    <a:pt x="8384" y="42655"/>
                  </a:lnTo>
                  <a:lnTo>
                    <a:pt x="8685" y="43326"/>
                  </a:lnTo>
                  <a:lnTo>
                    <a:pt x="8853" y="42521"/>
                  </a:lnTo>
                  <a:lnTo>
                    <a:pt x="9859" y="38363"/>
                  </a:lnTo>
                  <a:lnTo>
                    <a:pt x="10865" y="35546"/>
                  </a:lnTo>
                  <a:lnTo>
                    <a:pt x="11435" y="34507"/>
                  </a:lnTo>
                  <a:lnTo>
                    <a:pt x="12039" y="33668"/>
                  </a:lnTo>
                  <a:lnTo>
                    <a:pt x="13313" y="32629"/>
                  </a:lnTo>
                  <a:lnTo>
                    <a:pt x="14923" y="32025"/>
                  </a:lnTo>
                  <a:lnTo>
                    <a:pt x="15191" y="32025"/>
                  </a:lnTo>
                  <a:lnTo>
                    <a:pt x="15258" y="32696"/>
                  </a:lnTo>
                  <a:lnTo>
                    <a:pt x="15794" y="36116"/>
                  </a:lnTo>
                  <a:lnTo>
                    <a:pt x="16499" y="38497"/>
                  </a:lnTo>
                  <a:lnTo>
                    <a:pt x="16968" y="39403"/>
                  </a:lnTo>
                  <a:lnTo>
                    <a:pt x="17236" y="39805"/>
                  </a:lnTo>
                  <a:lnTo>
                    <a:pt x="18008" y="40643"/>
                  </a:lnTo>
                  <a:lnTo>
                    <a:pt x="19483" y="41884"/>
                  </a:lnTo>
                  <a:lnTo>
                    <a:pt x="22501" y="43930"/>
                  </a:lnTo>
                  <a:lnTo>
                    <a:pt x="23105" y="44265"/>
                  </a:lnTo>
                  <a:lnTo>
                    <a:pt x="22870" y="43762"/>
                  </a:lnTo>
                  <a:lnTo>
                    <a:pt x="21663" y="40643"/>
                  </a:lnTo>
                  <a:lnTo>
                    <a:pt x="20858" y="38061"/>
                  </a:lnTo>
                  <a:lnTo>
                    <a:pt x="20590" y="36787"/>
                  </a:lnTo>
                  <a:lnTo>
                    <a:pt x="20355" y="35379"/>
                  </a:lnTo>
                  <a:lnTo>
                    <a:pt x="19986" y="32528"/>
                  </a:lnTo>
                  <a:lnTo>
                    <a:pt x="19852" y="31120"/>
                  </a:lnTo>
                  <a:lnTo>
                    <a:pt x="20321" y="31321"/>
                  </a:lnTo>
                  <a:lnTo>
                    <a:pt x="23071" y="32260"/>
                  </a:lnTo>
                  <a:lnTo>
                    <a:pt x="25284" y="32897"/>
                  </a:lnTo>
                  <a:lnTo>
                    <a:pt x="26357" y="33098"/>
                  </a:lnTo>
                  <a:lnTo>
                    <a:pt x="27431" y="33333"/>
                  </a:lnTo>
                  <a:lnTo>
                    <a:pt x="29811" y="34406"/>
                  </a:lnTo>
                  <a:lnTo>
                    <a:pt x="32829" y="36284"/>
                  </a:lnTo>
                  <a:lnTo>
                    <a:pt x="33366" y="36686"/>
                  </a:lnTo>
                  <a:lnTo>
                    <a:pt x="33031" y="36083"/>
                  </a:lnTo>
                  <a:lnTo>
                    <a:pt x="31052" y="33098"/>
                  </a:lnTo>
                  <a:lnTo>
                    <a:pt x="29476" y="31153"/>
                  </a:lnTo>
                  <a:lnTo>
                    <a:pt x="28705" y="30516"/>
                  </a:lnTo>
                  <a:lnTo>
                    <a:pt x="27900" y="29946"/>
                  </a:lnTo>
                  <a:lnTo>
                    <a:pt x="25821" y="29041"/>
                  </a:lnTo>
                  <a:lnTo>
                    <a:pt x="22836" y="28135"/>
                  </a:lnTo>
                  <a:lnTo>
                    <a:pt x="22300" y="28035"/>
                  </a:lnTo>
                  <a:lnTo>
                    <a:pt x="24748" y="27264"/>
                  </a:lnTo>
                  <a:lnTo>
                    <a:pt x="30482" y="25252"/>
                  </a:lnTo>
                  <a:lnTo>
                    <a:pt x="31119" y="25017"/>
                  </a:lnTo>
                  <a:lnTo>
                    <a:pt x="32494" y="24715"/>
                  </a:lnTo>
                  <a:lnTo>
                    <a:pt x="34674" y="24480"/>
                  </a:lnTo>
                  <a:lnTo>
                    <a:pt x="38429" y="24514"/>
                  </a:lnTo>
                  <a:lnTo>
                    <a:pt x="39100" y="24614"/>
                  </a:lnTo>
                  <a:lnTo>
                    <a:pt x="38228" y="24011"/>
                  </a:lnTo>
                  <a:lnTo>
                    <a:pt x="34405" y="21932"/>
                  </a:lnTo>
                  <a:lnTo>
                    <a:pt x="32729" y="21228"/>
                  </a:lnTo>
                  <a:lnTo>
                    <a:pt x="31086" y="20758"/>
                  </a:lnTo>
                  <a:lnTo>
                    <a:pt x="29644" y="20624"/>
                  </a:lnTo>
                  <a:lnTo>
                    <a:pt x="29040" y="20758"/>
                  </a:lnTo>
                  <a:lnTo>
                    <a:pt x="23708" y="22468"/>
                  </a:lnTo>
                  <a:lnTo>
                    <a:pt x="21529" y="23273"/>
                  </a:lnTo>
                  <a:lnTo>
                    <a:pt x="21529" y="23273"/>
                  </a:lnTo>
                  <a:lnTo>
                    <a:pt x="22501" y="22401"/>
                  </a:lnTo>
                  <a:lnTo>
                    <a:pt x="27263" y="17874"/>
                  </a:lnTo>
                  <a:lnTo>
                    <a:pt x="29443" y="15527"/>
                  </a:lnTo>
                  <a:lnTo>
                    <a:pt x="30516" y="14219"/>
                  </a:lnTo>
                  <a:lnTo>
                    <a:pt x="30817" y="13716"/>
                  </a:lnTo>
                  <a:lnTo>
                    <a:pt x="32025" y="11671"/>
                  </a:lnTo>
                  <a:lnTo>
                    <a:pt x="34070" y="8284"/>
                  </a:lnTo>
                  <a:lnTo>
                    <a:pt x="34070" y="8049"/>
                  </a:lnTo>
                  <a:lnTo>
                    <a:pt x="32796" y="8686"/>
                  </a:lnTo>
                  <a:lnTo>
                    <a:pt x="27531" y="11335"/>
                  </a:lnTo>
                  <a:lnTo>
                    <a:pt x="24144" y="13314"/>
                  </a:lnTo>
                  <a:lnTo>
                    <a:pt x="23004" y="14219"/>
                  </a:lnTo>
                  <a:lnTo>
                    <a:pt x="22535" y="14689"/>
                  </a:lnTo>
                  <a:lnTo>
                    <a:pt x="21730" y="15728"/>
                  </a:lnTo>
                  <a:lnTo>
                    <a:pt x="20690" y="17505"/>
                  </a:lnTo>
                  <a:lnTo>
                    <a:pt x="19416" y="20758"/>
                  </a:lnTo>
                  <a:lnTo>
                    <a:pt x="19282" y="21362"/>
                  </a:lnTo>
                  <a:lnTo>
                    <a:pt x="19517" y="20054"/>
                  </a:lnTo>
                  <a:lnTo>
                    <a:pt x="20657" y="13213"/>
                  </a:lnTo>
                  <a:lnTo>
                    <a:pt x="21193" y="8552"/>
                  </a:lnTo>
                  <a:lnTo>
                    <a:pt x="21260" y="6875"/>
                  </a:lnTo>
                  <a:lnTo>
                    <a:pt x="21294" y="5132"/>
                  </a:lnTo>
                  <a:lnTo>
                    <a:pt x="21596" y="1711"/>
                  </a:lnTo>
                  <a:lnTo>
                    <a:pt x="21864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3526450" y="1595375"/>
              <a:ext cx="30200" cy="25175"/>
            </a:xfrm>
            <a:custGeom>
              <a:avLst/>
              <a:gdLst/>
              <a:ahLst/>
              <a:cxnLst/>
              <a:rect l="l" t="t" r="r" b="b"/>
              <a:pathLst>
                <a:path w="1208" h="1007" fill="none" extrusionOk="0">
                  <a:moveTo>
                    <a:pt x="1207" y="1007"/>
                  </a:moveTo>
                  <a:lnTo>
                    <a:pt x="604" y="504"/>
                  </a:lnTo>
                  <a:lnTo>
                    <a:pt x="0" y="1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3581775" y="1445325"/>
              <a:ext cx="218825" cy="418350"/>
            </a:xfrm>
            <a:custGeom>
              <a:avLst/>
              <a:gdLst/>
              <a:ahLst/>
              <a:cxnLst/>
              <a:rect l="l" t="t" r="r" b="b"/>
              <a:pathLst>
                <a:path w="8753" h="16734" fill="none" extrusionOk="0">
                  <a:moveTo>
                    <a:pt x="8753" y="0"/>
                  </a:moveTo>
                  <a:lnTo>
                    <a:pt x="8250" y="1576"/>
                  </a:lnTo>
                  <a:lnTo>
                    <a:pt x="7646" y="4125"/>
                  </a:lnTo>
                  <a:lnTo>
                    <a:pt x="7378" y="5701"/>
                  </a:lnTo>
                  <a:lnTo>
                    <a:pt x="7378" y="6438"/>
                  </a:lnTo>
                  <a:lnTo>
                    <a:pt x="7411" y="13246"/>
                  </a:lnTo>
                  <a:lnTo>
                    <a:pt x="7478" y="16733"/>
                  </a:lnTo>
                  <a:lnTo>
                    <a:pt x="6640" y="15560"/>
                  </a:lnTo>
                  <a:lnTo>
                    <a:pt x="4896" y="13246"/>
                  </a:lnTo>
                  <a:lnTo>
                    <a:pt x="3018" y="11033"/>
                  </a:lnTo>
                  <a:lnTo>
                    <a:pt x="1040" y="8920"/>
                  </a:lnTo>
                  <a:lnTo>
                    <a:pt x="0" y="7914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3812325" y="1374050"/>
              <a:ext cx="14275" cy="36925"/>
            </a:xfrm>
            <a:custGeom>
              <a:avLst/>
              <a:gdLst/>
              <a:ahLst/>
              <a:cxnLst/>
              <a:rect l="l" t="t" r="r" b="b"/>
              <a:pathLst>
                <a:path w="571" h="1477" fill="none" extrusionOk="0">
                  <a:moveTo>
                    <a:pt x="570" y="1"/>
                  </a:moveTo>
                  <a:lnTo>
                    <a:pt x="436" y="303"/>
                  </a:lnTo>
                  <a:lnTo>
                    <a:pt x="0" y="1476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3378050" y="1844350"/>
              <a:ext cx="390700" cy="123275"/>
            </a:xfrm>
            <a:custGeom>
              <a:avLst/>
              <a:gdLst/>
              <a:ahLst/>
              <a:cxnLst/>
              <a:rect l="l" t="t" r="r" b="b"/>
              <a:pathLst>
                <a:path w="15628" h="4931" fill="none" extrusionOk="0">
                  <a:moveTo>
                    <a:pt x="15627" y="772"/>
                  </a:moveTo>
                  <a:lnTo>
                    <a:pt x="14420" y="605"/>
                  </a:lnTo>
                  <a:lnTo>
                    <a:pt x="8451" y="1"/>
                  </a:lnTo>
                  <a:lnTo>
                    <a:pt x="5534" y="34"/>
                  </a:lnTo>
                  <a:lnTo>
                    <a:pt x="3991" y="236"/>
                  </a:lnTo>
                  <a:lnTo>
                    <a:pt x="3455" y="470"/>
                  </a:lnTo>
                  <a:lnTo>
                    <a:pt x="2952" y="705"/>
                  </a:lnTo>
                  <a:lnTo>
                    <a:pt x="2147" y="1342"/>
                  </a:lnTo>
                  <a:lnTo>
                    <a:pt x="1174" y="2415"/>
                  </a:lnTo>
                  <a:lnTo>
                    <a:pt x="101" y="4528"/>
                  </a:lnTo>
                  <a:lnTo>
                    <a:pt x="1" y="4930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4099850" y="1801600"/>
              <a:ext cx="61225" cy="7575"/>
            </a:xfrm>
            <a:custGeom>
              <a:avLst/>
              <a:gdLst/>
              <a:ahLst/>
              <a:cxnLst/>
              <a:rect l="l" t="t" r="r" b="b"/>
              <a:pathLst>
                <a:path w="2449" h="303" fill="none" extrusionOk="0">
                  <a:moveTo>
                    <a:pt x="1" y="1"/>
                  </a:moveTo>
                  <a:lnTo>
                    <a:pt x="1309" y="1"/>
                  </a:lnTo>
                  <a:lnTo>
                    <a:pt x="2382" y="269"/>
                  </a:lnTo>
                  <a:lnTo>
                    <a:pt x="2449" y="303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3554950" y="1805800"/>
              <a:ext cx="510575" cy="403250"/>
            </a:xfrm>
            <a:custGeom>
              <a:avLst/>
              <a:gdLst/>
              <a:ahLst/>
              <a:cxnLst/>
              <a:rect l="l" t="t" r="r" b="b"/>
              <a:pathLst>
                <a:path w="20423" h="16130" fill="none" extrusionOk="0">
                  <a:moveTo>
                    <a:pt x="101" y="16130"/>
                  </a:moveTo>
                  <a:lnTo>
                    <a:pt x="0" y="15795"/>
                  </a:lnTo>
                  <a:lnTo>
                    <a:pt x="168" y="13447"/>
                  </a:lnTo>
                  <a:lnTo>
                    <a:pt x="704" y="11871"/>
                  </a:lnTo>
                  <a:lnTo>
                    <a:pt x="1308" y="10698"/>
                  </a:lnTo>
                  <a:lnTo>
                    <a:pt x="1744" y="10094"/>
                  </a:lnTo>
                  <a:lnTo>
                    <a:pt x="2683" y="8887"/>
                  </a:lnTo>
                  <a:lnTo>
                    <a:pt x="4997" y="6506"/>
                  </a:lnTo>
                  <a:lnTo>
                    <a:pt x="8182" y="3723"/>
                  </a:lnTo>
                  <a:lnTo>
                    <a:pt x="8786" y="3287"/>
                  </a:lnTo>
                  <a:lnTo>
                    <a:pt x="9826" y="2951"/>
                  </a:lnTo>
                  <a:lnTo>
                    <a:pt x="17337" y="738"/>
                  </a:lnTo>
                  <a:lnTo>
                    <a:pt x="20422" y="0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3774600" y="1813350"/>
              <a:ext cx="58700" cy="74625"/>
            </a:xfrm>
            <a:custGeom>
              <a:avLst/>
              <a:gdLst/>
              <a:ahLst/>
              <a:cxnLst/>
              <a:rect l="l" t="t" r="r" b="b"/>
              <a:pathLst>
                <a:path w="2348" h="2985" fill="none" extrusionOk="0">
                  <a:moveTo>
                    <a:pt x="2347" y="0"/>
                  </a:moveTo>
                  <a:lnTo>
                    <a:pt x="537" y="2314"/>
                  </a:lnTo>
                  <a:lnTo>
                    <a:pt x="0" y="2985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3854225" y="1564350"/>
              <a:ext cx="189500" cy="223025"/>
            </a:xfrm>
            <a:custGeom>
              <a:avLst/>
              <a:gdLst/>
              <a:ahLst/>
              <a:cxnLst/>
              <a:rect l="l" t="t" r="r" b="b"/>
              <a:pathLst>
                <a:path w="7580" h="8921" fill="none" extrusionOk="0">
                  <a:moveTo>
                    <a:pt x="7579" y="1"/>
                  </a:moveTo>
                  <a:lnTo>
                    <a:pt x="6406" y="973"/>
                  </a:lnTo>
                  <a:lnTo>
                    <a:pt x="4662" y="2650"/>
                  </a:lnTo>
                  <a:lnTo>
                    <a:pt x="3723" y="3723"/>
                  </a:lnTo>
                  <a:lnTo>
                    <a:pt x="3388" y="4226"/>
                  </a:lnTo>
                  <a:lnTo>
                    <a:pt x="2046" y="6204"/>
                  </a:lnTo>
                  <a:lnTo>
                    <a:pt x="1" y="8921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4066325" y="1521600"/>
              <a:ext cx="31875" cy="25175"/>
            </a:xfrm>
            <a:custGeom>
              <a:avLst/>
              <a:gdLst/>
              <a:ahLst/>
              <a:cxnLst/>
              <a:rect l="l" t="t" r="r" b="b"/>
              <a:pathLst>
                <a:path w="1275" h="1007" fill="none" extrusionOk="0">
                  <a:moveTo>
                    <a:pt x="1275" y="1"/>
                  </a:moveTo>
                  <a:lnTo>
                    <a:pt x="1007" y="202"/>
                  </a:lnTo>
                  <a:lnTo>
                    <a:pt x="1" y="100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3797225" y="1904725"/>
              <a:ext cx="300975" cy="171050"/>
            </a:xfrm>
            <a:custGeom>
              <a:avLst/>
              <a:gdLst/>
              <a:ahLst/>
              <a:cxnLst/>
              <a:rect l="l" t="t" r="r" b="b"/>
              <a:pathLst>
                <a:path w="12039" h="6842" fill="none" extrusionOk="0">
                  <a:moveTo>
                    <a:pt x="0" y="0"/>
                  </a:moveTo>
                  <a:lnTo>
                    <a:pt x="1074" y="369"/>
                  </a:lnTo>
                  <a:lnTo>
                    <a:pt x="6171" y="2482"/>
                  </a:lnTo>
                  <a:lnTo>
                    <a:pt x="9122" y="3890"/>
                  </a:lnTo>
                  <a:lnTo>
                    <a:pt x="9859" y="4427"/>
                  </a:lnTo>
                  <a:lnTo>
                    <a:pt x="10999" y="5567"/>
                  </a:lnTo>
                  <a:lnTo>
                    <a:pt x="12039" y="6841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3785475" y="1985200"/>
              <a:ext cx="58725" cy="245650"/>
            </a:xfrm>
            <a:custGeom>
              <a:avLst/>
              <a:gdLst/>
              <a:ahLst/>
              <a:cxnLst/>
              <a:rect l="l" t="t" r="r" b="b"/>
              <a:pathLst>
                <a:path w="2349" h="9826" fill="none" extrusionOk="0">
                  <a:moveTo>
                    <a:pt x="35" y="1"/>
                  </a:moveTo>
                  <a:lnTo>
                    <a:pt x="1" y="1241"/>
                  </a:lnTo>
                  <a:lnTo>
                    <a:pt x="169" y="3890"/>
                  </a:lnTo>
                  <a:lnTo>
                    <a:pt x="403" y="4997"/>
                  </a:lnTo>
                  <a:lnTo>
                    <a:pt x="806" y="6238"/>
                  </a:lnTo>
                  <a:lnTo>
                    <a:pt x="1778" y="8652"/>
                  </a:lnTo>
                  <a:lnTo>
                    <a:pt x="2348" y="9826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3788000" y="1925675"/>
              <a:ext cx="2550" cy="36925"/>
            </a:xfrm>
            <a:custGeom>
              <a:avLst/>
              <a:gdLst/>
              <a:ahLst/>
              <a:cxnLst/>
              <a:rect l="l" t="t" r="r" b="b"/>
              <a:pathLst>
                <a:path w="102" h="1477" fill="none" extrusionOk="0">
                  <a:moveTo>
                    <a:pt x="101" y="1"/>
                  </a:moveTo>
                  <a:lnTo>
                    <a:pt x="68" y="269"/>
                  </a:lnTo>
                  <a:lnTo>
                    <a:pt x="1" y="1476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4296025" y="2160425"/>
              <a:ext cx="2598875" cy="1774775"/>
            </a:xfrm>
            <a:custGeom>
              <a:avLst/>
              <a:gdLst/>
              <a:ahLst/>
              <a:cxnLst/>
              <a:rect l="l" t="t" r="r" b="b"/>
              <a:pathLst>
                <a:path w="103955" h="70991" extrusionOk="0">
                  <a:moveTo>
                    <a:pt x="4025" y="0"/>
                  </a:moveTo>
                  <a:lnTo>
                    <a:pt x="3153" y="201"/>
                  </a:lnTo>
                  <a:lnTo>
                    <a:pt x="2348" y="537"/>
                  </a:lnTo>
                  <a:lnTo>
                    <a:pt x="1610" y="1006"/>
                  </a:lnTo>
                  <a:lnTo>
                    <a:pt x="1007" y="1610"/>
                  </a:lnTo>
                  <a:lnTo>
                    <a:pt x="537" y="2347"/>
                  </a:lnTo>
                  <a:lnTo>
                    <a:pt x="202" y="3152"/>
                  </a:lnTo>
                  <a:lnTo>
                    <a:pt x="1" y="4024"/>
                  </a:lnTo>
                  <a:lnTo>
                    <a:pt x="1" y="4460"/>
                  </a:lnTo>
                  <a:lnTo>
                    <a:pt x="1" y="66094"/>
                  </a:lnTo>
                  <a:lnTo>
                    <a:pt x="34" y="66597"/>
                  </a:lnTo>
                  <a:lnTo>
                    <a:pt x="202" y="67536"/>
                  </a:lnTo>
                  <a:lnTo>
                    <a:pt x="571" y="68408"/>
                  </a:lnTo>
                  <a:lnTo>
                    <a:pt x="1107" y="69213"/>
                  </a:lnTo>
                  <a:lnTo>
                    <a:pt x="1778" y="69850"/>
                  </a:lnTo>
                  <a:lnTo>
                    <a:pt x="2549" y="70387"/>
                  </a:lnTo>
                  <a:lnTo>
                    <a:pt x="3421" y="70755"/>
                  </a:lnTo>
                  <a:lnTo>
                    <a:pt x="4394" y="70957"/>
                  </a:lnTo>
                  <a:lnTo>
                    <a:pt x="4897" y="70990"/>
                  </a:lnTo>
                  <a:lnTo>
                    <a:pt x="99058" y="70990"/>
                  </a:lnTo>
                  <a:lnTo>
                    <a:pt x="99561" y="70957"/>
                  </a:lnTo>
                  <a:lnTo>
                    <a:pt x="100534" y="70755"/>
                  </a:lnTo>
                  <a:lnTo>
                    <a:pt x="101406" y="70387"/>
                  </a:lnTo>
                  <a:lnTo>
                    <a:pt x="102177" y="69850"/>
                  </a:lnTo>
                  <a:lnTo>
                    <a:pt x="102848" y="69213"/>
                  </a:lnTo>
                  <a:lnTo>
                    <a:pt x="103384" y="68408"/>
                  </a:lnTo>
                  <a:lnTo>
                    <a:pt x="103753" y="67536"/>
                  </a:lnTo>
                  <a:lnTo>
                    <a:pt x="103954" y="66597"/>
                  </a:lnTo>
                  <a:lnTo>
                    <a:pt x="103954" y="66094"/>
                  </a:lnTo>
                  <a:lnTo>
                    <a:pt x="103954" y="4460"/>
                  </a:lnTo>
                  <a:lnTo>
                    <a:pt x="103954" y="4024"/>
                  </a:lnTo>
                  <a:lnTo>
                    <a:pt x="103753" y="3152"/>
                  </a:lnTo>
                  <a:lnTo>
                    <a:pt x="103418" y="2347"/>
                  </a:lnTo>
                  <a:lnTo>
                    <a:pt x="102948" y="1610"/>
                  </a:lnTo>
                  <a:lnTo>
                    <a:pt x="102345" y="1006"/>
                  </a:lnTo>
                  <a:lnTo>
                    <a:pt x="101607" y="537"/>
                  </a:lnTo>
                  <a:lnTo>
                    <a:pt x="100802" y="201"/>
                  </a:lnTo>
                  <a:lnTo>
                    <a:pt x="99930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5131025" y="2334775"/>
              <a:ext cx="145875" cy="96450"/>
            </a:xfrm>
            <a:custGeom>
              <a:avLst/>
              <a:gdLst/>
              <a:ahLst/>
              <a:cxnLst/>
              <a:rect l="l" t="t" r="r" b="b"/>
              <a:pathLst>
                <a:path w="5835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835" y="3857"/>
                  </a:lnTo>
                  <a:lnTo>
                    <a:pt x="58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4667425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2" y="5399"/>
                  </a:lnTo>
                  <a:lnTo>
                    <a:pt x="5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5265975" y="2453825"/>
              <a:ext cx="137525" cy="135000"/>
            </a:xfrm>
            <a:custGeom>
              <a:avLst/>
              <a:gdLst/>
              <a:ahLst/>
              <a:cxnLst/>
              <a:rect l="l" t="t" r="r" b="b"/>
              <a:pathLst>
                <a:path w="5501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500" y="5400"/>
                  </a:lnTo>
                  <a:lnTo>
                    <a:pt x="55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4961675" y="2334775"/>
              <a:ext cx="145900" cy="96450"/>
            </a:xfrm>
            <a:custGeom>
              <a:avLst/>
              <a:gdLst/>
              <a:ahLst/>
              <a:cxnLst/>
              <a:rect l="l" t="t" r="r" b="b"/>
              <a:pathLst>
                <a:path w="5836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835" y="3857"/>
                  </a:lnTo>
                  <a:lnTo>
                    <a:pt x="58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5426100" y="2453825"/>
              <a:ext cx="137525" cy="135000"/>
            </a:xfrm>
            <a:custGeom>
              <a:avLst/>
              <a:gdLst/>
              <a:ahLst/>
              <a:cxnLst/>
              <a:rect l="l" t="t" r="r" b="b"/>
              <a:pathLst>
                <a:path w="5501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500" y="5400"/>
                  </a:lnTo>
                  <a:lnTo>
                    <a:pt x="55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5300350" y="2334775"/>
              <a:ext cx="145900" cy="96450"/>
            </a:xfrm>
            <a:custGeom>
              <a:avLst/>
              <a:gdLst/>
              <a:ahLst/>
              <a:cxnLst/>
              <a:rect l="l" t="t" r="r" b="b"/>
              <a:pathLst>
                <a:path w="5836" h="3858" extrusionOk="0">
                  <a:moveTo>
                    <a:pt x="1" y="1"/>
                  </a:moveTo>
                  <a:lnTo>
                    <a:pt x="1" y="3857"/>
                  </a:lnTo>
                  <a:lnTo>
                    <a:pt x="5836" y="3857"/>
                  </a:lnTo>
                  <a:lnTo>
                    <a:pt x="58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4463700" y="2769875"/>
              <a:ext cx="257400" cy="135000"/>
            </a:xfrm>
            <a:custGeom>
              <a:avLst/>
              <a:gdLst/>
              <a:ahLst/>
              <a:cxnLst/>
              <a:rect l="l" t="t" r="r" b="b"/>
              <a:pathLst>
                <a:path w="10296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10295" y="5400"/>
                  </a:lnTo>
                  <a:lnTo>
                    <a:pt x="10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4946575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67" y="5400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4463700" y="2927500"/>
              <a:ext cx="180275" cy="134975"/>
            </a:xfrm>
            <a:custGeom>
              <a:avLst/>
              <a:gdLst/>
              <a:ahLst/>
              <a:cxnLst/>
              <a:rect l="l" t="t" r="r" b="b"/>
              <a:pathLst>
                <a:path w="7211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7210" y="5399"/>
                  </a:lnTo>
                  <a:lnTo>
                    <a:pt x="7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5469700" y="2334775"/>
              <a:ext cx="146725" cy="96450"/>
            </a:xfrm>
            <a:custGeom>
              <a:avLst/>
              <a:gdLst/>
              <a:ahLst/>
              <a:cxnLst/>
              <a:rect l="l" t="t" r="r" b="b"/>
              <a:pathLst>
                <a:path w="5869" h="3858" extrusionOk="0">
                  <a:moveTo>
                    <a:pt x="1" y="1"/>
                  </a:moveTo>
                  <a:lnTo>
                    <a:pt x="1" y="3857"/>
                  </a:lnTo>
                  <a:lnTo>
                    <a:pt x="5869" y="3857"/>
                  </a:lnTo>
                  <a:lnTo>
                    <a:pt x="5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4626325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67" y="5400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4622975" y="2334775"/>
              <a:ext cx="145900" cy="96450"/>
            </a:xfrm>
            <a:custGeom>
              <a:avLst/>
              <a:gdLst/>
              <a:ahLst/>
              <a:cxnLst/>
              <a:rect l="l" t="t" r="r" b="b"/>
              <a:pathLst>
                <a:path w="5836" h="3858" extrusionOk="0">
                  <a:moveTo>
                    <a:pt x="1" y="1"/>
                  </a:moveTo>
                  <a:lnTo>
                    <a:pt x="1" y="3857"/>
                  </a:lnTo>
                  <a:lnTo>
                    <a:pt x="5836" y="3857"/>
                  </a:lnTo>
                  <a:lnTo>
                    <a:pt x="58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4792325" y="2334775"/>
              <a:ext cx="145900" cy="96450"/>
            </a:xfrm>
            <a:custGeom>
              <a:avLst/>
              <a:gdLst/>
              <a:ahLst/>
              <a:cxnLst/>
              <a:rect l="l" t="t" r="r" b="b"/>
              <a:pathLst>
                <a:path w="5836" h="3858" extrusionOk="0">
                  <a:moveTo>
                    <a:pt x="1" y="1"/>
                  </a:moveTo>
                  <a:lnTo>
                    <a:pt x="1" y="3857"/>
                  </a:lnTo>
                  <a:lnTo>
                    <a:pt x="5835" y="3857"/>
                  </a:lnTo>
                  <a:lnTo>
                    <a:pt x="58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4786450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67" y="5400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5106700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66" y="5400"/>
                  </a:lnTo>
                  <a:lnTo>
                    <a:pt x="5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6147075" y="2334775"/>
              <a:ext cx="146725" cy="96450"/>
            </a:xfrm>
            <a:custGeom>
              <a:avLst/>
              <a:gdLst/>
              <a:ahLst/>
              <a:cxnLst/>
              <a:rect l="l" t="t" r="r" b="b"/>
              <a:pathLst>
                <a:path w="5869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869" y="3857"/>
                  </a:lnTo>
                  <a:lnTo>
                    <a:pt x="5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6316425" y="2334775"/>
              <a:ext cx="146725" cy="96450"/>
            </a:xfrm>
            <a:custGeom>
              <a:avLst/>
              <a:gdLst/>
              <a:ahLst/>
              <a:cxnLst/>
              <a:rect l="l" t="t" r="r" b="b"/>
              <a:pathLst>
                <a:path w="5869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869" y="3857"/>
                  </a:lnTo>
                  <a:lnTo>
                    <a:pt x="5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6225875" y="2453825"/>
              <a:ext cx="137525" cy="135000"/>
            </a:xfrm>
            <a:custGeom>
              <a:avLst/>
              <a:gdLst/>
              <a:ahLst/>
              <a:cxnLst/>
              <a:rect l="l" t="t" r="r" b="b"/>
              <a:pathLst>
                <a:path w="5501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500" y="5400"/>
                  </a:lnTo>
                  <a:lnTo>
                    <a:pt x="55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6386000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66" y="5400"/>
                  </a:lnTo>
                  <a:lnTo>
                    <a:pt x="5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6574625" y="2927500"/>
              <a:ext cx="201225" cy="134975"/>
            </a:xfrm>
            <a:custGeom>
              <a:avLst/>
              <a:gdLst/>
              <a:ahLst/>
              <a:cxnLst/>
              <a:rect l="l" t="t" r="r" b="b"/>
              <a:pathLst>
                <a:path w="8049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8048" y="5399"/>
                  </a:lnTo>
                  <a:lnTo>
                    <a:pt x="80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6486600" y="2334775"/>
              <a:ext cx="145900" cy="96450"/>
            </a:xfrm>
            <a:custGeom>
              <a:avLst/>
              <a:gdLst/>
              <a:ahLst/>
              <a:cxnLst/>
              <a:rect l="l" t="t" r="r" b="b"/>
              <a:pathLst>
                <a:path w="5836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835" y="3857"/>
                  </a:lnTo>
                  <a:lnTo>
                    <a:pt x="58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4463700" y="2453825"/>
              <a:ext cx="140025" cy="135000"/>
            </a:xfrm>
            <a:custGeom>
              <a:avLst/>
              <a:gdLst/>
              <a:ahLst/>
              <a:cxnLst/>
              <a:rect l="l" t="t" r="r" b="b"/>
              <a:pathLst>
                <a:path w="5601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601" y="5400"/>
                  </a:lnTo>
                  <a:lnTo>
                    <a:pt x="56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5639050" y="2334775"/>
              <a:ext cx="146725" cy="96450"/>
            </a:xfrm>
            <a:custGeom>
              <a:avLst/>
              <a:gdLst/>
              <a:ahLst/>
              <a:cxnLst/>
              <a:rect l="l" t="t" r="r" b="b"/>
              <a:pathLst>
                <a:path w="5869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869" y="3857"/>
                  </a:lnTo>
                  <a:lnTo>
                    <a:pt x="5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5808375" y="2334775"/>
              <a:ext cx="146750" cy="96450"/>
            </a:xfrm>
            <a:custGeom>
              <a:avLst/>
              <a:gdLst/>
              <a:ahLst/>
              <a:cxnLst/>
              <a:rect l="l" t="t" r="r" b="b"/>
              <a:pathLst>
                <a:path w="5870" h="3858" extrusionOk="0">
                  <a:moveTo>
                    <a:pt x="1" y="1"/>
                  </a:moveTo>
                  <a:lnTo>
                    <a:pt x="1" y="3857"/>
                  </a:lnTo>
                  <a:lnTo>
                    <a:pt x="5869" y="3857"/>
                  </a:lnTo>
                  <a:lnTo>
                    <a:pt x="5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5746350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66" y="5400"/>
                  </a:lnTo>
                  <a:lnTo>
                    <a:pt x="5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6066600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66" y="5400"/>
                  </a:lnTo>
                  <a:lnTo>
                    <a:pt x="5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6"/>
            <p:cNvSpPr/>
            <p:nvPr/>
          </p:nvSpPr>
          <p:spPr>
            <a:xfrm>
              <a:off x="5586225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67" y="5400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5906475" y="2453825"/>
              <a:ext cx="136675" cy="135000"/>
            </a:xfrm>
            <a:custGeom>
              <a:avLst/>
              <a:gdLst/>
              <a:ahLst/>
              <a:cxnLst/>
              <a:rect l="l" t="t" r="r" b="b"/>
              <a:pathLst>
                <a:path w="5467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66" y="5400"/>
                  </a:lnTo>
                  <a:lnTo>
                    <a:pt x="5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5977725" y="2334775"/>
              <a:ext cx="146750" cy="96450"/>
            </a:xfrm>
            <a:custGeom>
              <a:avLst/>
              <a:gdLst/>
              <a:ahLst/>
              <a:cxnLst/>
              <a:rect l="l" t="t" r="r" b="b"/>
              <a:pathLst>
                <a:path w="5870" h="3858" extrusionOk="0">
                  <a:moveTo>
                    <a:pt x="1" y="1"/>
                  </a:moveTo>
                  <a:lnTo>
                    <a:pt x="1" y="3857"/>
                  </a:lnTo>
                  <a:lnTo>
                    <a:pt x="5869" y="3857"/>
                  </a:lnTo>
                  <a:lnTo>
                    <a:pt x="5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5779875" y="2927500"/>
              <a:ext cx="135850" cy="134975"/>
            </a:xfrm>
            <a:custGeom>
              <a:avLst/>
              <a:gdLst/>
              <a:ahLst/>
              <a:cxnLst/>
              <a:rect l="l" t="t" r="r" b="b"/>
              <a:pathLst>
                <a:path w="5434" h="5399" extrusionOk="0">
                  <a:moveTo>
                    <a:pt x="1" y="0"/>
                  </a:moveTo>
                  <a:lnTo>
                    <a:pt x="1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6492475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6334025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6415350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6256900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5939175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6097600" y="2927500"/>
              <a:ext cx="135850" cy="134975"/>
            </a:xfrm>
            <a:custGeom>
              <a:avLst/>
              <a:gdLst/>
              <a:ahLst/>
              <a:cxnLst/>
              <a:rect l="l" t="t" r="r" b="b"/>
              <a:pathLst>
                <a:path w="5434" h="5399" extrusionOk="0">
                  <a:moveTo>
                    <a:pt x="1" y="0"/>
                  </a:moveTo>
                  <a:lnTo>
                    <a:pt x="1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6174750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2" y="5400"/>
                  </a:lnTo>
                  <a:lnTo>
                    <a:pt x="54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6015450" y="2769875"/>
              <a:ext cx="135850" cy="135000"/>
            </a:xfrm>
            <a:custGeom>
              <a:avLst/>
              <a:gdLst/>
              <a:ahLst/>
              <a:cxnLst/>
              <a:rect l="l" t="t" r="r" b="b"/>
              <a:pathLst>
                <a:path w="5434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6655950" y="2334775"/>
              <a:ext cx="119900" cy="96450"/>
            </a:xfrm>
            <a:custGeom>
              <a:avLst/>
              <a:gdLst/>
              <a:ahLst/>
              <a:cxnLst/>
              <a:rect l="l" t="t" r="r" b="b"/>
              <a:pathLst>
                <a:path w="4796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4795" y="3857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4463700" y="2334775"/>
              <a:ext cx="135825" cy="96450"/>
            </a:xfrm>
            <a:custGeom>
              <a:avLst/>
              <a:gdLst/>
              <a:ahLst/>
              <a:cxnLst/>
              <a:rect l="l" t="t" r="r" b="b"/>
              <a:pathLst>
                <a:path w="5433" h="3858" extrusionOk="0">
                  <a:moveTo>
                    <a:pt x="0" y="1"/>
                  </a:moveTo>
                  <a:lnTo>
                    <a:pt x="0" y="3857"/>
                  </a:lnTo>
                  <a:lnTo>
                    <a:pt x="5433" y="3857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4463700" y="3085925"/>
              <a:ext cx="2312150" cy="140025"/>
            </a:xfrm>
            <a:custGeom>
              <a:avLst/>
              <a:gdLst/>
              <a:ahLst/>
              <a:cxnLst/>
              <a:rect l="l" t="t" r="r" b="b"/>
              <a:pathLst>
                <a:path w="92486" h="5601" extrusionOk="0">
                  <a:moveTo>
                    <a:pt x="0" y="1"/>
                  </a:moveTo>
                  <a:lnTo>
                    <a:pt x="0" y="5601"/>
                  </a:lnTo>
                  <a:lnTo>
                    <a:pt x="92485" y="5601"/>
                  </a:lnTo>
                  <a:lnTo>
                    <a:pt x="924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6546125" y="2453825"/>
              <a:ext cx="229725" cy="135000"/>
            </a:xfrm>
            <a:custGeom>
              <a:avLst/>
              <a:gdLst/>
              <a:ahLst/>
              <a:cxnLst/>
              <a:rect l="l" t="t" r="r" b="b"/>
              <a:pathLst>
                <a:path w="9189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9188" y="5400"/>
                  </a:lnTo>
                  <a:lnTo>
                    <a:pt x="91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6651750" y="2769875"/>
              <a:ext cx="124100" cy="135000"/>
            </a:xfrm>
            <a:custGeom>
              <a:avLst/>
              <a:gdLst/>
              <a:ahLst/>
              <a:cxnLst/>
              <a:rect l="l" t="t" r="r" b="b"/>
              <a:pathLst>
                <a:path w="4964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4963" y="5400"/>
                  </a:lnTo>
                  <a:lnTo>
                    <a:pt x="49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4463700" y="2612275"/>
              <a:ext cx="2312150" cy="135000"/>
            </a:xfrm>
            <a:custGeom>
              <a:avLst/>
              <a:gdLst/>
              <a:ahLst/>
              <a:cxnLst/>
              <a:rect l="l" t="t" r="r" b="b"/>
              <a:pathLst>
                <a:path w="92486" h="5400" extrusionOk="0">
                  <a:moveTo>
                    <a:pt x="0" y="0"/>
                  </a:moveTo>
                  <a:lnTo>
                    <a:pt x="0" y="5399"/>
                  </a:lnTo>
                  <a:lnTo>
                    <a:pt x="92485" y="5399"/>
                  </a:lnTo>
                  <a:lnTo>
                    <a:pt x="92485" y="0"/>
                  </a:lnTo>
                  <a:lnTo>
                    <a:pt x="85980" y="0"/>
                  </a:lnTo>
                  <a:lnTo>
                    <a:pt x="85980" y="5332"/>
                  </a:lnTo>
                  <a:lnTo>
                    <a:pt x="85041" y="5332"/>
                  </a:lnTo>
                  <a:lnTo>
                    <a:pt x="85041" y="0"/>
                  </a:lnTo>
                  <a:lnTo>
                    <a:pt x="79609" y="0"/>
                  </a:lnTo>
                  <a:lnTo>
                    <a:pt x="79609" y="5332"/>
                  </a:lnTo>
                  <a:lnTo>
                    <a:pt x="78703" y="5332"/>
                  </a:lnTo>
                  <a:lnTo>
                    <a:pt x="78703" y="0"/>
                  </a:lnTo>
                  <a:lnTo>
                    <a:pt x="73271" y="0"/>
                  </a:lnTo>
                  <a:lnTo>
                    <a:pt x="73271" y="5332"/>
                  </a:lnTo>
                  <a:lnTo>
                    <a:pt x="72332" y="5332"/>
                  </a:lnTo>
                  <a:lnTo>
                    <a:pt x="72332" y="0"/>
                  </a:lnTo>
                  <a:lnTo>
                    <a:pt x="66900" y="0"/>
                  </a:lnTo>
                  <a:lnTo>
                    <a:pt x="66900" y="5332"/>
                  </a:lnTo>
                  <a:lnTo>
                    <a:pt x="65994" y="5332"/>
                  </a:lnTo>
                  <a:lnTo>
                    <a:pt x="65994" y="0"/>
                  </a:lnTo>
                  <a:lnTo>
                    <a:pt x="60562" y="0"/>
                  </a:lnTo>
                  <a:lnTo>
                    <a:pt x="60562" y="5332"/>
                  </a:lnTo>
                  <a:lnTo>
                    <a:pt x="59623" y="5332"/>
                  </a:lnTo>
                  <a:lnTo>
                    <a:pt x="59623" y="0"/>
                  </a:lnTo>
                  <a:lnTo>
                    <a:pt x="54190" y="0"/>
                  </a:lnTo>
                  <a:lnTo>
                    <a:pt x="54190" y="5332"/>
                  </a:lnTo>
                  <a:lnTo>
                    <a:pt x="53251" y="5332"/>
                  </a:lnTo>
                  <a:lnTo>
                    <a:pt x="53251" y="0"/>
                  </a:lnTo>
                  <a:lnTo>
                    <a:pt x="47819" y="0"/>
                  </a:lnTo>
                  <a:lnTo>
                    <a:pt x="47819" y="5332"/>
                  </a:lnTo>
                  <a:lnTo>
                    <a:pt x="46914" y="5332"/>
                  </a:lnTo>
                  <a:lnTo>
                    <a:pt x="46914" y="0"/>
                  </a:lnTo>
                  <a:lnTo>
                    <a:pt x="41481" y="0"/>
                  </a:lnTo>
                  <a:lnTo>
                    <a:pt x="41481" y="5332"/>
                  </a:lnTo>
                  <a:lnTo>
                    <a:pt x="40542" y="5332"/>
                  </a:lnTo>
                  <a:lnTo>
                    <a:pt x="40542" y="0"/>
                  </a:lnTo>
                  <a:lnTo>
                    <a:pt x="35110" y="0"/>
                  </a:lnTo>
                  <a:lnTo>
                    <a:pt x="35110" y="5332"/>
                  </a:lnTo>
                  <a:lnTo>
                    <a:pt x="34204" y="5332"/>
                  </a:lnTo>
                  <a:lnTo>
                    <a:pt x="34204" y="0"/>
                  </a:lnTo>
                  <a:lnTo>
                    <a:pt x="28772" y="0"/>
                  </a:lnTo>
                  <a:lnTo>
                    <a:pt x="28772" y="5332"/>
                  </a:lnTo>
                  <a:lnTo>
                    <a:pt x="27833" y="5332"/>
                  </a:lnTo>
                  <a:lnTo>
                    <a:pt x="27833" y="0"/>
                  </a:lnTo>
                  <a:lnTo>
                    <a:pt x="22401" y="0"/>
                  </a:lnTo>
                  <a:lnTo>
                    <a:pt x="22401" y="5332"/>
                  </a:lnTo>
                  <a:lnTo>
                    <a:pt x="21495" y="5332"/>
                  </a:lnTo>
                  <a:lnTo>
                    <a:pt x="21495" y="0"/>
                  </a:lnTo>
                  <a:lnTo>
                    <a:pt x="16063" y="0"/>
                  </a:lnTo>
                  <a:lnTo>
                    <a:pt x="16063" y="5332"/>
                  </a:lnTo>
                  <a:lnTo>
                    <a:pt x="15124" y="5332"/>
                  </a:lnTo>
                  <a:lnTo>
                    <a:pt x="15124" y="0"/>
                  </a:lnTo>
                  <a:lnTo>
                    <a:pt x="9692" y="0"/>
                  </a:lnTo>
                  <a:lnTo>
                    <a:pt x="9692" y="5332"/>
                  </a:lnTo>
                  <a:lnTo>
                    <a:pt x="8753" y="5332"/>
                  </a:lnTo>
                  <a:lnTo>
                    <a:pt x="8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5380000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5857000" y="2769875"/>
              <a:ext cx="135850" cy="135000"/>
            </a:xfrm>
            <a:custGeom>
              <a:avLst/>
              <a:gdLst/>
              <a:ahLst/>
              <a:cxnLst/>
              <a:rect l="l" t="t" r="r" b="b"/>
              <a:pathLst>
                <a:path w="5434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5062275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5144425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1" y="0"/>
                  </a:moveTo>
                  <a:lnTo>
                    <a:pt x="1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5220725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4902975" y="2769875"/>
              <a:ext cx="135850" cy="135000"/>
            </a:xfrm>
            <a:custGeom>
              <a:avLst/>
              <a:gdLst/>
              <a:ahLst/>
              <a:cxnLst/>
              <a:rect l="l" t="t" r="r" b="b"/>
              <a:pathLst>
                <a:path w="5434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4826700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4985150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5539275" y="2769875"/>
              <a:ext cx="135850" cy="135000"/>
            </a:xfrm>
            <a:custGeom>
              <a:avLst/>
              <a:gdLst/>
              <a:ahLst/>
              <a:cxnLst/>
              <a:rect l="l" t="t" r="r" b="b"/>
              <a:pathLst>
                <a:path w="5434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5621450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2" y="5399"/>
                  </a:lnTo>
                  <a:lnTo>
                    <a:pt x="54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5697725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1" y="1"/>
                  </a:moveTo>
                  <a:lnTo>
                    <a:pt x="1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5302875" y="2927500"/>
              <a:ext cx="135825" cy="134975"/>
            </a:xfrm>
            <a:custGeom>
              <a:avLst/>
              <a:gdLst/>
              <a:ahLst/>
              <a:cxnLst/>
              <a:rect l="l" t="t" r="r" b="b"/>
              <a:pathLst>
                <a:path w="5433" h="5399" extrusionOk="0">
                  <a:moveTo>
                    <a:pt x="0" y="0"/>
                  </a:moveTo>
                  <a:lnTo>
                    <a:pt x="0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5462150" y="2927500"/>
              <a:ext cx="135850" cy="134975"/>
            </a:xfrm>
            <a:custGeom>
              <a:avLst/>
              <a:gdLst/>
              <a:ahLst/>
              <a:cxnLst/>
              <a:rect l="l" t="t" r="r" b="b"/>
              <a:pathLst>
                <a:path w="5434" h="5399" extrusionOk="0">
                  <a:moveTo>
                    <a:pt x="1" y="0"/>
                  </a:moveTo>
                  <a:lnTo>
                    <a:pt x="1" y="5399"/>
                  </a:lnTo>
                  <a:lnTo>
                    <a:pt x="5433" y="5399"/>
                  </a:lnTo>
                  <a:lnTo>
                    <a:pt x="54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4744550" y="2769875"/>
              <a:ext cx="135825" cy="135000"/>
            </a:xfrm>
            <a:custGeom>
              <a:avLst/>
              <a:gdLst/>
              <a:ahLst/>
              <a:cxnLst/>
              <a:rect l="l" t="t" r="r" b="b"/>
              <a:pathLst>
                <a:path w="5433" h="5400" extrusionOk="0">
                  <a:moveTo>
                    <a:pt x="0" y="1"/>
                  </a:moveTo>
                  <a:lnTo>
                    <a:pt x="0" y="5400"/>
                  </a:lnTo>
                  <a:lnTo>
                    <a:pt x="5433" y="540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4041175" y="1196325"/>
              <a:ext cx="3095150" cy="1032850"/>
            </a:xfrm>
            <a:custGeom>
              <a:avLst/>
              <a:gdLst/>
              <a:ahLst/>
              <a:cxnLst/>
              <a:rect l="l" t="t" r="r" b="b"/>
              <a:pathLst>
                <a:path w="123806" h="41314" extrusionOk="0">
                  <a:moveTo>
                    <a:pt x="3253" y="1"/>
                  </a:moveTo>
                  <a:lnTo>
                    <a:pt x="2415" y="235"/>
                  </a:lnTo>
                  <a:lnTo>
                    <a:pt x="1644" y="604"/>
                  </a:lnTo>
                  <a:lnTo>
                    <a:pt x="1007" y="1141"/>
                  </a:lnTo>
                  <a:lnTo>
                    <a:pt x="504" y="1778"/>
                  </a:lnTo>
                  <a:lnTo>
                    <a:pt x="168" y="2549"/>
                  </a:lnTo>
                  <a:lnTo>
                    <a:pt x="1" y="3388"/>
                  </a:lnTo>
                  <a:lnTo>
                    <a:pt x="1" y="4226"/>
                  </a:lnTo>
                  <a:lnTo>
                    <a:pt x="101" y="4695"/>
                  </a:lnTo>
                  <a:lnTo>
                    <a:pt x="8619" y="36351"/>
                  </a:lnTo>
                  <a:lnTo>
                    <a:pt x="8820" y="36954"/>
                  </a:lnTo>
                  <a:lnTo>
                    <a:pt x="9491" y="37960"/>
                  </a:lnTo>
                  <a:lnTo>
                    <a:pt x="10430" y="38698"/>
                  </a:lnTo>
                  <a:lnTo>
                    <a:pt x="11570" y="39101"/>
                  </a:lnTo>
                  <a:lnTo>
                    <a:pt x="12207" y="39134"/>
                  </a:lnTo>
                  <a:lnTo>
                    <a:pt x="24078" y="39134"/>
                  </a:lnTo>
                  <a:lnTo>
                    <a:pt x="24078" y="41314"/>
                  </a:lnTo>
                  <a:lnTo>
                    <a:pt x="100265" y="41314"/>
                  </a:lnTo>
                  <a:lnTo>
                    <a:pt x="100265" y="39134"/>
                  </a:lnTo>
                  <a:lnTo>
                    <a:pt x="111566" y="39134"/>
                  </a:lnTo>
                  <a:lnTo>
                    <a:pt x="112203" y="39101"/>
                  </a:lnTo>
                  <a:lnTo>
                    <a:pt x="113343" y="38698"/>
                  </a:lnTo>
                  <a:lnTo>
                    <a:pt x="114282" y="37960"/>
                  </a:lnTo>
                  <a:lnTo>
                    <a:pt x="114953" y="36954"/>
                  </a:lnTo>
                  <a:lnTo>
                    <a:pt x="115154" y="36384"/>
                  </a:lnTo>
                  <a:lnTo>
                    <a:pt x="123672" y="4695"/>
                  </a:lnTo>
                  <a:lnTo>
                    <a:pt x="123772" y="4259"/>
                  </a:lnTo>
                  <a:lnTo>
                    <a:pt x="123806" y="3388"/>
                  </a:lnTo>
                  <a:lnTo>
                    <a:pt x="123638" y="2549"/>
                  </a:lnTo>
                  <a:lnTo>
                    <a:pt x="123269" y="1811"/>
                  </a:lnTo>
                  <a:lnTo>
                    <a:pt x="122766" y="1141"/>
                  </a:lnTo>
                  <a:lnTo>
                    <a:pt x="122129" y="604"/>
                  </a:lnTo>
                  <a:lnTo>
                    <a:pt x="121391" y="235"/>
                  </a:lnTo>
                  <a:lnTo>
                    <a:pt x="120553" y="1"/>
                  </a:lnTo>
                  <a:close/>
                </a:path>
              </a:pathLst>
            </a:custGeom>
            <a:solidFill>
              <a:schemeClr val="dk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4237350" y="1294425"/>
              <a:ext cx="2701975" cy="809850"/>
            </a:xfrm>
            <a:custGeom>
              <a:avLst/>
              <a:gdLst/>
              <a:ahLst/>
              <a:cxnLst/>
              <a:rect l="l" t="t" r="r" b="b"/>
              <a:pathLst>
                <a:path w="108079" h="32394" extrusionOk="0">
                  <a:moveTo>
                    <a:pt x="0" y="0"/>
                  </a:moveTo>
                  <a:lnTo>
                    <a:pt x="9021" y="32393"/>
                  </a:lnTo>
                  <a:lnTo>
                    <a:pt x="99092" y="32393"/>
                  </a:lnTo>
                  <a:lnTo>
                    <a:pt x="108078" y="0"/>
                  </a:lnTo>
                  <a:close/>
                </a:path>
              </a:pathLst>
            </a:custGeom>
            <a:solidFill>
              <a:srgbClr val="6EDBFC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4572675" y="17488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0"/>
                  </a:moveTo>
                  <a:lnTo>
                    <a:pt x="1" y="436"/>
                  </a:lnTo>
                  <a:lnTo>
                    <a:pt x="1577" y="436"/>
                  </a:lnTo>
                  <a:lnTo>
                    <a:pt x="1577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4622150" y="17488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0"/>
                  </a:moveTo>
                  <a:lnTo>
                    <a:pt x="0" y="436"/>
                  </a:lnTo>
                  <a:lnTo>
                    <a:pt x="1576" y="436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4671600" y="17488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0"/>
                  </a:moveTo>
                  <a:lnTo>
                    <a:pt x="1" y="436"/>
                  </a:lnTo>
                  <a:lnTo>
                    <a:pt x="1577" y="436"/>
                  </a:lnTo>
                  <a:lnTo>
                    <a:pt x="1577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4721075" y="17488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0"/>
                  </a:moveTo>
                  <a:lnTo>
                    <a:pt x="0" y="436"/>
                  </a:lnTo>
                  <a:lnTo>
                    <a:pt x="1576" y="436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4769700" y="17488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0"/>
                  </a:moveTo>
                  <a:lnTo>
                    <a:pt x="0" y="436"/>
                  </a:lnTo>
                  <a:lnTo>
                    <a:pt x="1610" y="43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4819150" y="17488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0"/>
                  </a:moveTo>
                  <a:lnTo>
                    <a:pt x="1" y="436"/>
                  </a:lnTo>
                  <a:lnTo>
                    <a:pt x="1610" y="43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4869450" y="17488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0"/>
                  </a:moveTo>
                  <a:lnTo>
                    <a:pt x="1" y="436"/>
                  </a:lnTo>
                  <a:lnTo>
                    <a:pt x="1577" y="436"/>
                  </a:lnTo>
                  <a:lnTo>
                    <a:pt x="1577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4913875" y="1687600"/>
              <a:ext cx="54525" cy="116550"/>
            </a:xfrm>
            <a:custGeom>
              <a:avLst/>
              <a:gdLst/>
              <a:ahLst/>
              <a:cxnLst/>
              <a:rect l="l" t="t" r="r" b="b"/>
              <a:pathLst>
                <a:path w="2181" h="4662" extrusionOk="0">
                  <a:moveTo>
                    <a:pt x="1" y="0"/>
                  </a:moveTo>
                  <a:lnTo>
                    <a:pt x="1745" y="4661"/>
                  </a:lnTo>
                  <a:lnTo>
                    <a:pt x="2181" y="4661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453245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458190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4631375" y="15786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4680825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473030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4814125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4863575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491305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4961675" y="15786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5011125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5060600" y="15786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5110050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519390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524335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5292800" y="1578600"/>
              <a:ext cx="39450" cy="10925"/>
            </a:xfrm>
            <a:custGeom>
              <a:avLst/>
              <a:gdLst/>
              <a:ahLst/>
              <a:cxnLst/>
              <a:rect l="l" t="t" r="r" b="b"/>
              <a:pathLst>
                <a:path w="1578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5375800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542610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5474725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5660850" y="15786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5710300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5759775" y="15786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5809225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5858675" y="1578600"/>
              <a:ext cx="40275" cy="10925"/>
            </a:xfrm>
            <a:custGeom>
              <a:avLst/>
              <a:gdLst/>
              <a:ahLst/>
              <a:cxnLst/>
              <a:rect l="l" t="t" r="r" b="b"/>
              <a:pathLst>
                <a:path w="1611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611" y="437"/>
                  </a:lnTo>
                  <a:lnTo>
                    <a:pt x="1611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5942525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5991975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6041450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576" y="43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125275" y="1578600"/>
              <a:ext cx="39425" cy="10925"/>
            </a:xfrm>
            <a:custGeom>
              <a:avLst/>
              <a:gdLst/>
              <a:ahLst/>
              <a:cxnLst/>
              <a:rect l="l" t="t" r="r" b="b"/>
              <a:pathLst>
                <a:path w="1577" h="437" extrusionOk="0">
                  <a:moveTo>
                    <a:pt x="1" y="1"/>
                  </a:moveTo>
                  <a:lnTo>
                    <a:pt x="1" y="437"/>
                  </a:lnTo>
                  <a:lnTo>
                    <a:pt x="1577" y="437"/>
                  </a:lnTo>
                  <a:lnTo>
                    <a:pt x="1577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6208275" y="1578600"/>
              <a:ext cx="40250" cy="10925"/>
            </a:xfrm>
            <a:custGeom>
              <a:avLst/>
              <a:gdLst/>
              <a:ahLst/>
              <a:cxnLst/>
              <a:rect l="l" t="t" r="r" b="b"/>
              <a:pathLst>
                <a:path w="1610" h="437" extrusionOk="0">
                  <a:moveTo>
                    <a:pt x="0" y="1"/>
                  </a:moveTo>
                  <a:lnTo>
                    <a:pt x="0" y="437"/>
                  </a:lnTo>
                  <a:lnTo>
                    <a:pt x="1610" y="43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6798450" y="3301375"/>
              <a:ext cx="112375" cy="463625"/>
            </a:xfrm>
            <a:custGeom>
              <a:avLst/>
              <a:gdLst/>
              <a:ahLst/>
              <a:cxnLst/>
              <a:rect l="l" t="t" r="r" b="b"/>
              <a:pathLst>
                <a:path w="4495" h="18545" extrusionOk="0">
                  <a:moveTo>
                    <a:pt x="4494" y="1"/>
                  </a:moveTo>
                  <a:lnTo>
                    <a:pt x="1" y="17304"/>
                  </a:lnTo>
                  <a:lnTo>
                    <a:pt x="4260" y="18545"/>
                  </a:lnTo>
                  <a:lnTo>
                    <a:pt x="4494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6946000" y="2723775"/>
              <a:ext cx="941475" cy="892000"/>
            </a:xfrm>
            <a:custGeom>
              <a:avLst/>
              <a:gdLst/>
              <a:ahLst/>
              <a:cxnLst/>
              <a:rect l="l" t="t" r="r" b="b"/>
              <a:pathLst>
                <a:path w="37659" h="35680" extrusionOk="0">
                  <a:moveTo>
                    <a:pt x="3388" y="0"/>
                  </a:moveTo>
                  <a:lnTo>
                    <a:pt x="2449" y="34"/>
                  </a:lnTo>
                  <a:lnTo>
                    <a:pt x="2382" y="67"/>
                  </a:lnTo>
                  <a:lnTo>
                    <a:pt x="2113" y="135"/>
                  </a:lnTo>
                  <a:lnTo>
                    <a:pt x="906" y="738"/>
                  </a:lnTo>
                  <a:lnTo>
                    <a:pt x="370" y="1342"/>
                  </a:lnTo>
                  <a:lnTo>
                    <a:pt x="135" y="1878"/>
                  </a:lnTo>
                  <a:lnTo>
                    <a:pt x="101" y="2180"/>
                  </a:lnTo>
                  <a:lnTo>
                    <a:pt x="1" y="2851"/>
                  </a:lnTo>
                  <a:lnTo>
                    <a:pt x="269" y="4192"/>
                  </a:lnTo>
                  <a:lnTo>
                    <a:pt x="604" y="4796"/>
                  </a:lnTo>
                  <a:lnTo>
                    <a:pt x="4293" y="8753"/>
                  </a:lnTo>
                  <a:lnTo>
                    <a:pt x="20959" y="26391"/>
                  </a:lnTo>
                  <a:lnTo>
                    <a:pt x="27599" y="33198"/>
                  </a:lnTo>
                  <a:lnTo>
                    <a:pt x="30047" y="35579"/>
                  </a:lnTo>
                  <a:lnTo>
                    <a:pt x="30315" y="35680"/>
                  </a:lnTo>
                  <a:lnTo>
                    <a:pt x="31254" y="32058"/>
                  </a:lnTo>
                  <a:lnTo>
                    <a:pt x="35345" y="17035"/>
                  </a:lnTo>
                  <a:lnTo>
                    <a:pt x="36988" y="10563"/>
                  </a:lnTo>
                  <a:lnTo>
                    <a:pt x="37592" y="7713"/>
                  </a:lnTo>
                  <a:lnTo>
                    <a:pt x="37659" y="7009"/>
                  </a:lnTo>
                  <a:lnTo>
                    <a:pt x="37659" y="6506"/>
                  </a:lnTo>
                  <a:lnTo>
                    <a:pt x="37424" y="5768"/>
                  </a:lnTo>
                  <a:lnTo>
                    <a:pt x="36887" y="5232"/>
                  </a:lnTo>
                  <a:lnTo>
                    <a:pt x="36016" y="4896"/>
                  </a:lnTo>
                  <a:lnTo>
                    <a:pt x="32428" y="4427"/>
                  </a:lnTo>
                  <a:lnTo>
                    <a:pt x="26995" y="3823"/>
                  </a:lnTo>
                  <a:lnTo>
                    <a:pt x="20322" y="2918"/>
                  </a:lnTo>
                  <a:lnTo>
                    <a:pt x="10094" y="1442"/>
                  </a:lnTo>
                  <a:lnTo>
                    <a:pt x="5433" y="638"/>
                  </a:lnTo>
                  <a:lnTo>
                    <a:pt x="4494" y="369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rgbClr val="2E353A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6822775" y="2843650"/>
              <a:ext cx="994275" cy="1136800"/>
            </a:xfrm>
            <a:custGeom>
              <a:avLst/>
              <a:gdLst/>
              <a:ahLst/>
              <a:cxnLst/>
              <a:rect l="l" t="t" r="r" b="b"/>
              <a:pathLst>
                <a:path w="39771" h="45472" extrusionOk="0">
                  <a:moveTo>
                    <a:pt x="5533" y="1"/>
                  </a:moveTo>
                  <a:lnTo>
                    <a:pt x="0" y="40844"/>
                  </a:lnTo>
                  <a:lnTo>
                    <a:pt x="34238" y="45472"/>
                  </a:lnTo>
                  <a:lnTo>
                    <a:pt x="39771" y="4662"/>
                  </a:lnTo>
                  <a:lnTo>
                    <a:pt x="5533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657750" y="3163900"/>
              <a:ext cx="50325" cy="6725"/>
            </a:xfrm>
            <a:custGeom>
              <a:avLst/>
              <a:gdLst/>
              <a:ahLst/>
              <a:cxnLst/>
              <a:rect l="l" t="t" r="r" b="b"/>
              <a:pathLst>
                <a:path w="2013" h="269" fill="none" extrusionOk="0">
                  <a:moveTo>
                    <a:pt x="1" y="0"/>
                  </a:moveTo>
                  <a:lnTo>
                    <a:pt x="2013" y="269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7345900" y="3121150"/>
              <a:ext cx="272475" cy="36900"/>
            </a:xfrm>
            <a:custGeom>
              <a:avLst/>
              <a:gdLst/>
              <a:ahLst/>
              <a:cxnLst/>
              <a:rect l="l" t="t" r="r" b="b"/>
              <a:pathLst>
                <a:path w="10899" h="1476" fill="none" extrusionOk="0">
                  <a:moveTo>
                    <a:pt x="0" y="0"/>
                  </a:moveTo>
                  <a:lnTo>
                    <a:pt x="10899" y="1476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7016425" y="3076700"/>
              <a:ext cx="290925" cy="39450"/>
            </a:xfrm>
            <a:custGeom>
              <a:avLst/>
              <a:gdLst/>
              <a:ahLst/>
              <a:cxnLst/>
              <a:rect l="l" t="t" r="r" b="b"/>
              <a:pathLst>
                <a:path w="11637" h="1578" fill="none" extrusionOk="0">
                  <a:moveTo>
                    <a:pt x="1" y="1"/>
                  </a:moveTo>
                  <a:lnTo>
                    <a:pt x="11637" y="157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7579775" y="3245225"/>
              <a:ext cx="115725" cy="15950"/>
            </a:xfrm>
            <a:custGeom>
              <a:avLst/>
              <a:gdLst/>
              <a:ahLst/>
              <a:cxnLst/>
              <a:rect l="l" t="t" r="r" b="b"/>
              <a:pathLst>
                <a:path w="4629" h="638" fill="none" extrusionOk="0">
                  <a:moveTo>
                    <a:pt x="1" y="0"/>
                  </a:moveTo>
                  <a:lnTo>
                    <a:pt x="4629" y="63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003850" y="3167250"/>
              <a:ext cx="457750" cy="62075"/>
            </a:xfrm>
            <a:custGeom>
              <a:avLst/>
              <a:gdLst/>
              <a:ahLst/>
              <a:cxnLst/>
              <a:rect l="l" t="t" r="r" b="b"/>
              <a:pathLst>
                <a:path w="18310" h="2483" fill="none" extrusionOk="0">
                  <a:moveTo>
                    <a:pt x="1" y="1"/>
                  </a:moveTo>
                  <a:lnTo>
                    <a:pt x="18310" y="2482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7236075" y="3291325"/>
              <a:ext cx="446850" cy="60375"/>
            </a:xfrm>
            <a:custGeom>
              <a:avLst/>
              <a:gdLst/>
              <a:ahLst/>
              <a:cxnLst/>
              <a:rect l="l" t="t" r="r" b="b"/>
              <a:pathLst>
                <a:path w="17874" h="2415" fill="none" extrusionOk="0">
                  <a:moveTo>
                    <a:pt x="0" y="1"/>
                  </a:moveTo>
                  <a:lnTo>
                    <a:pt x="17874" y="2415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6991275" y="3257800"/>
              <a:ext cx="198700" cy="26850"/>
            </a:xfrm>
            <a:custGeom>
              <a:avLst/>
              <a:gdLst/>
              <a:ahLst/>
              <a:cxnLst/>
              <a:rect l="l" t="t" r="r" b="b"/>
              <a:pathLst>
                <a:path w="7948" h="1074" fill="none" extrusionOk="0">
                  <a:moveTo>
                    <a:pt x="1" y="0"/>
                  </a:moveTo>
                  <a:lnTo>
                    <a:pt x="7948" y="1073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385300" y="3403650"/>
              <a:ext cx="285900" cy="38600"/>
            </a:xfrm>
            <a:custGeom>
              <a:avLst/>
              <a:gdLst/>
              <a:ahLst/>
              <a:cxnLst/>
              <a:rect l="l" t="t" r="r" b="b"/>
              <a:pathLst>
                <a:path w="11436" h="1544" fill="none" extrusionOk="0">
                  <a:moveTo>
                    <a:pt x="0" y="1"/>
                  </a:moveTo>
                  <a:lnTo>
                    <a:pt x="11435" y="1544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142175" y="3370975"/>
              <a:ext cx="209600" cy="28525"/>
            </a:xfrm>
            <a:custGeom>
              <a:avLst/>
              <a:gdLst/>
              <a:ahLst/>
              <a:cxnLst/>
              <a:rect l="l" t="t" r="r" b="b"/>
              <a:pathLst>
                <a:path w="8384" h="1141" fill="none" extrusionOk="0">
                  <a:moveTo>
                    <a:pt x="1" y="0"/>
                  </a:moveTo>
                  <a:lnTo>
                    <a:pt x="8384" y="1140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6979550" y="3348325"/>
              <a:ext cx="126600" cy="17625"/>
            </a:xfrm>
            <a:custGeom>
              <a:avLst/>
              <a:gdLst/>
              <a:ahLst/>
              <a:cxnLst/>
              <a:rect l="l" t="t" r="r" b="b"/>
              <a:pathLst>
                <a:path w="5064" h="705" fill="none" extrusionOk="0">
                  <a:moveTo>
                    <a:pt x="0" y="1"/>
                  </a:moveTo>
                  <a:lnTo>
                    <a:pt x="5064" y="705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7556325" y="3519350"/>
              <a:ext cx="102300" cy="13450"/>
            </a:xfrm>
            <a:custGeom>
              <a:avLst/>
              <a:gdLst/>
              <a:ahLst/>
              <a:cxnLst/>
              <a:rect l="l" t="t" r="r" b="b"/>
              <a:pathLst>
                <a:path w="4092" h="538" fill="none" extrusionOk="0">
                  <a:moveTo>
                    <a:pt x="0" y="1"/>
                  </a:moveTo>
                  <a:lnTo>
                    <a:pt x="4091" y="53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6966975" y="3439700"/>
              <a:ext cx="520625" cy="70450"/>
            </a:xfrm>
            <a:custGeom>
              <a:avLst/>
              <a:gdLst/>
              <a:ahLst/>
              <a:cxnLst/>
              <a:rect l="l" t="t" r="r" b="b"/>
              <a:pathLst>
                <a:path w="20825" h="2818" fill="none" extrusionOk="0">
                  <a:moveTo>
                    <a:pt x="0" y="1"/>
                  </a:moveTo>
                  <a:lnTo>
                    <a:pt x="20824" y="2818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7356800" y="3584750"/>
              <a:ext cx="290075" cy="39425"/>
            </a:xfrm>
            <a:custGeom>
              <a:avLst/>
              <a:gdLst/>
              <a:ahLst/>
              <a:cxnLst/>
              <a:rect l="l" t="t" r="r" b="b"/>
              <a:pathLst>
                <a:path w="11603" h="1577" fill="none" extrusionOk="0">
                  <a:moveTo>
                    <a:pt x="0" y="0"/>
                  </a:moveTo>
                  <a:lnTo>
                    <a:pt x="11603" y="1576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6954400" y="3530250"/>
              <a:ext cx="352950" cy="47800"/>
            </a:xfrm>
            <a:custGeom>
              <a:avLst/>
              <a:gdLst/>
              <a:ahLst/>
              <a:cxnLst/>
              <a:rect l="l" t="t" r="r" b="b"/>
              <a:pathLst>
                <a:path w="14118" h="1912" fill="none" extrusionOk="0">
                  <a:moveTo>
                    <a:pt x="0" y="1"/>
                  </a:moveTo>
                  <a:lnTo>
                    <a:pt x="14118" y="1912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446500" y="3689525"/>
              <a:ext cx="187800" cy="25175"/>
            </a:xfrm>
            <a:custGeom>
              <a:avLst/>
              <a:gdLst/>
              <a:ahLst/>
              <a:cxnLst/>
              <a:rect l="l" t="t" r="r" b="b"/>
              <a:pathLst>
                <a:path w="7512" h="1007" fill="none" extrusionOk="0">
                  <a:moveTo>
                    <a:pt x="0" y="1"/>
                  </a:moveTo>
                  <a:lnTo>
                    <a:pt x="7512" y="1007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7065900" y="3637550"/>
              <a:ext cx="334500" cy="45300"/>
            </a:xfrm>
            <a:custGeom>
              <a:avLst/>
              <a:gdLst/>
              <a:ahLst/>
              <a:cxnLst/>
              <a:rect l="l" t="t" r="r" b="b"/>
              <a:pathLst>
                <a:path w="13380" h="1812" fill="none" extrusionOk="0">
                  <a:moveTo>
                    <a:pt x="0" y="1"/>
                  </a:moveTo>
                  <a:lnTo>
                    <a:pt x="13380" y="1812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6942650" y="3620800"/>
              <a:ext cx="83850" cy="11750"/>
            </a:xfrm>
            <a:custGeom>
              <a:avLst/>
              <a:gdLst/>
              <a:ahLst/>
              <a:cxnLst/>
              <a:rect l="l" t="t" r="r" b="b"/>
              <a:pathLst>
                <a:path w="3354" h="470" fill="none" extrusionOk="0">
                  <a:moveTo>
                    <a:pt x="1" y="0"/>
                  </a:moveTo>
                  <a:lnTo>
                    <a:pt x="3354" y="470"/>
                  </a:lnTo>
                </a:path>
              </a:pathLst>
            </a:custGeom>
            <a:noFill/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817025" y="2861250"/>
              <a:ext cx="67100" cy="98950"/>
            </a:xfrm>
            <a:custGeom>
              <a:avLst/>
              <a:gdLst/>
              <a:ahLst/>
              <a:cxnLst/>
              <a:rect l="l" t="t" r="r" b="b"/>
              <a:pathLst>
                <a:path w="2684" h="3958" fill="none" extrusionOk="0">
                  <a:moveTo>
                    <a:pt x="1" y="3958"/>
                  </a:moveTo>
                  <a:lnTo>
                    <a:pt x="68" y="3254"/>
                  </a:lnTo>
                  <a:lnTo>
                    <a:pt x="739" y="973"/>
                  </a:lnTo>
                  <a:lnTo>
                    <a:pt x="1141" y="303"/>
                  </a:lnTo>
                  <a:lnTo>
                    <a:pt x="1678" y="1"/>
                  </a:lnTo>
                  <a:lnTo>
                    <a:pt x="2315" y="169"/>
                  </a:lnTo>
                  <a:lnTo>
                    <a:pt x="2684" y="537"/>
                  </a:lnTo>
                </a:path>
              </a:pathLst>
            </a:custGeom>
            <a:noFill/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262050" y="3344975"/>
              <a:ext cx="264950" cy="801475"/>
            </a:xfrm>
            <a:custGeom>
              <a:avLst/>
              <a:gdLst/>
              <a:ahLst/>
              <a:cxnLst/>
              <a:rect l="l" t="t" r="r" b="b"/>
              <a:pathLst>
                <a:path w="10598" h="32059" extrusionOk="0">
                  <a:moveTo>
                    <a:pt x="2147" y="1"/>
                  </a:moveTo>
                  <a:lnTo>
                    <a:pt x="1" y="638"/>
                  </a:lnTo>
                  <a:lnTo>
                    <a:pt x="8451" y="29108"/>
                  </a:lnTo>
                  <a:lnTo>
                    <a:pt x="10564" y="32059"/>
                  </a:lnTo>
                  <a:lnTo>
                    <a:pt x="10597" y="28437"/>
                  </a:lnTo>
                  <a:lnTo>
                    <a:pt x="2147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262050" y="3341613"/>
              <a:ext cx="237275" cy="721000"/>
            </a:xfrm>
            <a:custGeom>
              <a:avLst/>
              <a:gdLst/>
              <a:ahLst/>
              <a:cxnLst/>
              <a:rect l="l" t="t" r="r" b="b"/>
              <a:pathLst>
                <a:path w="9491" h="28840" extrusionOk="0">
                  <a:moveTo>
                    <a:pt x="1175" y="1"/>
                  </a:moveTo>
                  <a:lnTo>
                    <a:pt x="1" y="336"/>
                  </a:lnTo>
                  <a:lnTo>
                    <a:pt x="8317" y="28840"/>
                  </a:lnTo>
                  <a:lnTo>
                    <a:pt x="9491" y="28504"/>
                  </a:lnTo>
                  <a:lnTo>
                    <a:pt x="1175" y="1"/>
                  </a:lnTo>
                  <a:close/>
                </a:path>
              </a:pathLst>
            </a:custGeom>
            <a:solidFill>
              <a:schemeClr val="accent3"/>
            </a:solidFill>
            <a:ln w="5025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7473325" y="4056725"/>
              <a:ext cx="53675" cy="89725"/>
            </a:xfrm>
            <a:custGeom>
              <a:avLst/>
              <a:gdLst/>
              <a:ahLst/>
              <a:cxnLst/>
              <a:rect l="l" t="t" r="r" b="b"/>
              <a:pathLst>
                <a:path w="2147" h="3589" fill="none" extrusionOk="0">
                  <a:moveTo>
                    <a:pt x="2146" y="0"/>
                  </a:moveTo>
                  <a:lnTo>
                    <a:pt x="0" y="638"/>
                  </a:lnTo>
                  <a:lnTo>
                    <a:pt x="2113" y="3589"/>
                  </a:lnTo>
                  <a:lnTo>
                    <a:pt x="2146" y="0"/>
                  </a:lnTo>
                  <a:close/>
                </a:path>
              </a:pathLst>
            </a:custGeom>
            <a:noFill/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500150" y="4101150"/>
              <a:ext cx="26850" cy="45300"/>
            </a:xfrm>
            <a:custGeom>
              <a:avLst/>
              <a:gdLst/>
              <a:ahLst/>
              <a:cxnLst/>
              <a:rect l="l" t="t" r="r" b="b"/>
              <a:pathLst>
                <a:path w="1074" h="1812" extrusionOk="0">
                  <a:moveTo>
                    <a:pt x="1073" y="1"/>
                  </a:moveTo>
                  <a:lnTo>
                    <a:pt x="0" y="336"/>
                  </a:lnTo>
                  <a:lnTo>
                    <a:pt x="1040" y="1812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rgbClr val="2E353A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7244450" y="3272050"/>
              <a:ext cx="71275" cy="88875"/>
            </a:xfrm>
            <a:custGeom>
              <a:avLst/>
              <a:gdLst/>
              <a:ahLst/>
              <a:cxnLst/>
              <a:rect l="l" t="t" r="r" b="b"/>
              <a:pathLst>
                <a:path w="2851" h="3555" extrusionOk="0">
                  <a:moveTo>
                    <a:pt x="1040" y="0"/>
                  </a:moveTo>
                  <a:lnTo>
                    <a:pt x="805" y="34"/>
                  </a:lnTo>
                  <a:lnTo>
                    <a:pt x="604" y="101"/>
                  </a:lnTo>
                  <a:lnTo>
                    <a:pt x="269" y="403"/>
                  </a:lnTo>
                  <a:lnTo>
                    <a:pt x="68" y="772"/>
                  </a:lnTo>
                  <a:lnTo>
                    <a:pt x="1" y="1207"/>
                  </a:lnTo>
                  <a:lnTo>
                    <a:pt x="68" y="1442"/>
                  </a:lnTo>
                  <a:lnTo>
                    <a:pt x="705" y="3555"/>
                  </a:lnTo>
                  <a:lnTo>
                    <a:pt x="2851" y="2918"/>
                  </a:lnTo>
                  <a:lnTo>
                    <a:pt x="2214" y="805"/>
                  </a:lnTo>
                  <a:lnTo>
                    <a:pt x="2113" y="570"/>
                  </a:lnTo>
                  <a:lnTo>
                    <a:pt x="1845" y="235"/>
                  </a:lnTo>
                  <a:lnTo>
                    <a:pt x="1476" y="34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7244450" y="3272050"/>
              <a:ext cx="62900" cy="61225"/>
            </a:xfrm>
            <a:custGeom>
              <a:avLst/>
              <a:gdLst/>
              <a:ahLst/>
              <a:cxnLst/>
              <a:rect l="l" t="t" r="r" b="b"/>
              <a:pathLst>
                <a:path w="2516" h="2449" extrusionOk="0">
                  <a:moveTo>
                    <a:pt x="1040" y="0"/>
                  </a:moveTo>
                  <a:lnTo>
                    <a:pt x="805" y="34"/>
                  </a:lnTo>
                  <a:lnTo>
                    <a:pt x="604" y="101"/>
                  </a:lnTo>
                  <a:lnTo>
                    <a:pt x="269" y="403"/>
                  </a:lnTo>
                  <a:lnTo>
                    <a:pt x="68" y="772"/>
                  </a:lnTo>
                  <a:lnTo>
                    <a:pt x="1" y="1207"/>
                  </a:lnTo>
                  <a:lnTo>
                    <a:pt x="68" y="1442"/>
                  </a:lnTo>
                  <a:lnTo>
                    <a:pt x="370" y="2448"/>
                  </a:lnTo>
                  <a:lnTo>
                    <a:pt x="2516" y="1811"/>
                  </a:lnTo>
                  <a:lnTo>
                    <a:pt x="2214" y="805"/>
                  </a:lnTo>
                  <a:lnTo>
                    <a:pt x="2113" y="570"/>
                  </a:lnTo>
                  <a:lnTo>
                    <a:pt x="1845" y="235"/>
                  </a:lnTo>
                  <a:lnTo>
                    <a:pt x="1476" y="34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2E353A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2080F8BA-9AF0-D524-B277-152A43B275E3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0D6A1766-131B-434A-51E4-8C06C9FDCB43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E813B86C-B1A4-4733-A6D1-4184B93BC2D5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4E04F651-6E0C-E853-732E-F242C8CD16B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9" name="Google Shape;899;p40"/>
          <p:cNvGrpSpPr/>
          <p:nvPr/>
        </p:nvGrpSpPr>
        <p:grpSpPr>
          <a:xfrm>
            <a:off x="3535679" y="1392644"/>
            <a:ext cx="2528367" cy="2023417"/>
            <a:chOff x="3332355" y="1394529"/>
            <a:chExt cx="2479552" cy="2078776"/>
          </a:xfrm>
        </p:grpSpPr>
        <p:sp>
          <p:nvSpPr>
            <p:cNvPr id="900" name="Google Shape;900;p40"/>
            <p:cNvSpPr/>
            <p:nvPr/>
          </p:nvSpPr>
          <p:spPr>
            <a:xfrm>
              <a:off x="3650793" y="1394529"/>
              <a:ext cx="1886170" cy="1618978"/>
            </a:xfrm>
            <a:custGeom>
              <a:avLst/>
              <a:gdLst/>
              <a:ahLst/>
              <a:cxnLst/>
              <a:rect l="l" t="t" r="r" b="b"/>
              <a:pathLst>
                <a:path w="158635" h="136163" extrusionOk="0">
                  <a:moveTo>
                    <a:pt x="108892" y="0"/>
                  </a:moveTo>
                  <a:lnTo>
                    <a:pt x="106737" y="164"/>
                  </a:lnTo>
                  <a:lnTo>
                    <a:pt x="104581" y="392"/>
                  </a:lnTo>
                  <a:lnTo>
                    <a:pt x="100629" y="1241"/>
                  </a:lnTo>
                  <a:lnTo>
                    <a:pt x="97069" y="2580"/>
                  </a:lnTo>
                  <a:lnTo>
                    <a:pt x="93803" y="4311"/>
                  </a:lnTo>
                  <a:lnTo>
                    <a:pt x="90831" y="6402"/>
                  </a:lnTo>
                  <a:lnTo>
                    <a:pt x="88087" y="8753"/>
                  </a:lnTo>
                  <a:lnTo>
                    <a:pt x="85540" y="11366"/>
                  </a:lnTo>
                  <a:lnTo>
                    <a:pt x="83155" y="14175"/>
                  </a:lnTo>
                  <a:lnTo>
                    <a:pt x="79759" y="18617"/>
                  </a:lnTo>
                  <a:lnTo>
                    <a:pt x="75382" y="24757"/>
                  </a:lnTo>
                  <a:lnTo>
                    <a:pt x="71985" y="29232"/>
                  </a:lnTo>
                  <a:lnTo>
                    <a:pt x="69634" y="32040"/>
                  </a:lnTo>
                  <a:lnTo>
                    <a:pt x="67119" y="34719"/>
                  </a:lnTo>
                  <a:lnTo>
                    <a:pt x="64441" y="37135"/>
                  </a:lnTo>
                  <a:lnTo>
                    <a:pt x="63004" y="38213"/>
                  </a:lnTo>
                  <a:lnTo>
                    <a:pt x="62220" y="38769"/>
                  </a:lnTo>
                  <a:lnTo>
                    <a:pt x="60456" y="39618"/>
                  </a:lnTo>
                  <a:lnTo>
                    <a:pt x="58497" y="40271"/>
                  </a:lnTo>
                  <a:lnTo>
                    <a:pt x="56341" y="40695"/>
                  </a:lnTo>
                  <a:lnTo>
                    <a:pt x="52879" y="41087"/>
                  </a:lnTo>
                  <a:lnTo>
                    <a:pt x="47882" y="41185"/>
                  </a:lnTo>
                  <a:lnTo>
                    <a:pt x="42754" y="41087"/>
                  </a:lnTo>
                  <a:lnTo>
                    <a:pt x="37692" y="40989"/>
                  </a:lnTo>
                  <a:lnTo>
                    <a:pt x="32956" y="41185"/>
                  </a:lnTo>
                  <a:lnTo>
                    <a:pt x="29788" y="41708"/>
                  </a:lnTo>
                  <a:lnTo>
                    <a:pt x="27893" y="42231"/>
                  </a:lnTo>
                  <a:lnTo>
                    <a:pt x="27011" y="42590"/>
                  </a:lnTo>
                  <a:lnTo>
                    <a:pt x="25672" y="43210"/>
                  </a:lnTo>
                  <a:lnTo>
                    <a:pt x="23125" y="44582"/>
                  </a:lnTo>
                  <a:lnTo>
                    <a:pt x="20708" y="46085"/>
                  </a:lnTo>
                  <a:lnTo>
                    <a:pt x="18422" y="47750"/>
                  </a:lnTo>
                  <a:lnTo>
                    <a:pt x="16266" y="49547"/>
                  </a:lnTo>
                  <a:lnTo>
                    <a:pt x="14241" y="51474"/>
                  </a:lnTo>
                  <a:lnTo>
                    <a:pt x="12379" y="53499"/>
                  </a:lnTo>
                  <a:lnTo>
                    <a:pt x="10616" y="55654"/>
                  </a:lnTo>
                  <a:lnTo>
                    <a:pt x="9015" y="57908"/>
                  </a:lnTo>
                  <a:lnTo>
                    <a:pt x="7546" y="60259"/>
                  </a:lnTo>
                  <a:lnTo>
                    <a:pt x="5553" y="63885"/>
                  </a:lnTo>
                  <a:lnTo>
                    <a:pt x="3398" y="68980"/>
                  </a:lnTo>
                  <a:lnTo>
                    <a:pt x="1765" y="74271"/>
                  </a:lnTo>
                  <a:lnTo>
                    <a:pt x="654" y="79692"/>
                  </a:lnTo>
                  <a:lnTo>
                    <a:pt x="66" y="85114"/>
                  </a:lnTo>
                  <a:lnTo>
                    <a:pt x="1" y="90536"/>
                  </a:lnTo>
                  <a:lnTo>
                    <a:pt x="458" y="95827"/>
                  </a:lnTo>
                  <a:lnTo>
                    <a:pt x="1405" y="100955"/>
                  </a:lnTo>
                  <a:lnTo>
                    <a:pt x="2875" y="105821"/>
                  </a:lnTo>
                  <a:lnTo>
                    <a:pt x="4312" y="109218"/>
                  </a:lnTo>
                  <a:lnTo>
                    <a:pt x="5423" y="111406"/>
                  </a:lnTo>
                  <a:lnTo>
                    <a:pt x="6631" y="113464"/>
                  </a:lnTo>
                  <a:lnTo>
                    <a:pt x="8003" y="115391"/>
                  </a:lnTo>
                  <a:lnTo>
                    <a:pt x="8721" y="116338"/>
                  </a:lnTo>
                  <a:lnTo>
                    <a:pt x="10028" y="117873"/>
                  </a:lnTo>
                  <a:lnTo>
                    <a:pt x="12739" y="120780"/>
                  </a:lnTo>
                  <a:lnTo>
                    <a:pt x="15613" y="123425"/>
                  </a:lnTo>
                  <a:lnTo>
                    <a:pt x="18650" y="125809"/>
                  </a:lnTo>
                  <a:lnTo>
                    <a:pt x="21851" y="127965"/>
                  </a:lnTo>
                  <a:lnTo>
                    <a:pt x="25248" y="129827"/>
                  </a:lnTo>
                  <a:lnTo>
                    <a:pt x="28808" y="131460"/>
                  </a:lnTo>
                  <a:lnTo>
                    <a:pt x="32531" y="132864"/>
                  </a:lnTo>
                  <a:lnTo>
                    <a:pt x="36450" y="134007"/>
                  </a:lnTo>
                  <a:lnTo>
                    <a:pt x="40533" y="134922"/>
                  </a:lnTo>
                  <a:lnTo>
                    <a:pt x="44812" y="135575"/>
                  </a:lnTo>
                  <a:lnTo>
                    <a:pt x="49286" y="136000"/>
                  </a:lnTo>
                  <a:lnTo>
                    <a:pt x="53957" y="136163"/>
                  </a:lnTo>
                  <a:lnTo>
                    <a:pt x="58790" y="136098"/>
                  </a:lnTo>
                  <a:lnTo>
                    <a:pt x="63853" y="135804"/>
                  </a:lnTo>
                  <a:lnTo>
                    <a:pt x="69111" y="135281"/>
                  </a:lnTo>
                  <a:lnTo>
                    <a:pt x="71822" y="134922"/>
                  </a:lnTo>
                  <a:lnTo>
                    <a:pt x="77179" y="134171"/>
                  </a:lnTo>
                  <a:lnTo>
                    <a:pt x="87369" y="132733"/>
                  </a:lnTo>
                  <a:lnTo>
                    <a:pt x="96906" y="131068"/>
                  </a:lnTo>
                  <a:lnTo>
                    <a:pt x="103764" y="129467"/>
                  </a:lnTo>
                  <a:lnTo>
                    <a:pt x="108206" y="128161"/>
                  </a:lnTo>
                  <a:lnTo>
                    <a:pt x="112550" y="126659"/>
                  </a:lnTo>
                  <a:lnTo>
                    <a:pt x="116861" y="124895"/>
                  </a:lnTo>
                  <a:lnTo>
                    <a:pt x="121107" y="122837"/>
                  </a:lnTo>
                  <a:lnTo>
                    <a:pt x="125321" y="120453"/>
                  </a:lnTo>
                  <a:lnTo>
                    <a:pt x="129534" y="117710"/>
                  </a:lnTo>
                  <a:lnTo>
                    <a:pt x="133715" y="114541"/>
                  </a:lnTo>
                  <a:lnTo>
                    <a:pt x="137928" y="110949"/>
                  </a:lnTo>
                  <a:lnTo>
                    <a:pt x="142174" y="106866"/>
                  </a:lnTo>
                  <a:lnTo>
                    <a:pt x="144329" y="104613"/>
                  </a:lnTo>
                  <a:lnTo>
                    <a:pt x="145374" y="103437"/>
                  </a:lnTo>
                  <a:lnTo>
                    <a:pt x="147334" y="101053"/>
                  </a:lnTo>
                  <a:lnTo>
                    <a:pt x="149130" y="98603"/>
                  </a:lnTo>
                  <a:lnTo>
                    <a:pt x="150763" y="96088"/>
                  </a:lnTo>
                  <a:lnTo>
                    <a:pt x="152201" y="93508"/>
                  </a:lnTo>
                  <a:lnTo>
                    <a:pt x="153507" y="90830"/>
                  </a:lnTo>
                  <a:lnTo>
                    <a:pt x="154650" y="88119"/>
                  </a:lnTo>
                  <a:lnTo>
                    <a:pt x="155630" y="85375"/>
                  </a:lnTo>
                  <a:lnTo>
                    <a:pt x="156871" y="81162"/>
                  </a:lnTo>
                  <a:lnTo>
                    <a:pt x="157982" y="75414"/>
                  </a:lnTo>
                  <a:lnTo>
                    <a:pt x="158569" y="69568"/>
                  </a:lnTo>
                  <a:lnTo>
                    <a:pt x="158635" y="63656"/>
                  </a:lnTo>
                  <a:lnTo>
                    <a:pt x="158210" y="57712"/>
                  </a:lnTo>
                  <a:lnTo>
                    <a:pt x="157361" y="51767"/>
                  </a:lnTo>
                  <a:lnTo>
                    <a:pt x="156120" y="45921"/>
                  </a:lnTo>
                  <a:lnTo>
                    <a:pt x="154487" y="40173"/>
                  </a:lnTo>
                  <a:lnTo>
                    <a:pt x="152495" y="34555"/>
                  </a:lnTo>
                  <a:lnTo>
                    <a:pt x="150208" y="29134"/>
                  </a:lnTo>
                  <a:lnTo>
                    <a:pt x="147661" y="23941"/>
                  </a:lnTo>
                  <a:lnTo>
                    <a:pt x="144852" y="19009"/>
                  </a:lnTo>
                  <a:lnTo>
                    <a:pt x="143349" y="16657"/>
                  </a:lnTo>
                  <a:lnTo>
                    <a:pt x="142925" y="16102"/>
                  </a:lnTo>
                  <a:lnTo>
                    <a:pt x="139561" y="12477"/>
                  </a:lnTo>
                  <a:lnTo>
                    <a:pt x="136001" y="9341"/>
                  </a:lnTo>
                  <a:lnTo>
                    <a:pt x="132539" y="6859"/>
                  </a:lnTo>
                  <a:lnTo>
                    <a:pt x="129926" y="5291"/>
                  </a:lnTo>
                  <a:lnTo>
                    <a:pt x="127052" y="3789"/>
                  </a:lnTo>
                  <a:lnTo>
                    <a:pt x="123916" y="2482"/>
                  </a:lnTo>
                  <a:lnTo>
                    <a:pt x="120520" y="1405"/>
                  </a:lnTo>
                  <a:lnTo>
                    <a:pt x="116861" y="588"/>
                  </a:lnTo>
                  <a:lnTo>
                    <a:pt x="113008" y="98"/>
                  </a:lnTo>
                  <a:lnTo>
                    <a:pt x="108892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3650793" y="1394529"/>
              <a:ext cx="1886170" cy="1618978"/>
            </a:xfrm>
            <a:custGeom>
              <a:avLst/>
              <a:gdLst/>
              <a:ahLst/>
              <a:cxnLst/>
              <a:rect l="l" t="t" r="r" b="b"/>
              <a:pathLst>
                <a:path w="158635" h="136163" extrusionOk="0">
                  <a:moveTo>
                    <a:pt x="108892" y="0"/>
                  </a:moveTo>
                  <a:lnTo>
                    <a:pt x="106737" y="164"/>
                  </a:lnTo>
                  <a:lnTo>
                    <a:pt x="104581" y="392"/>
                  </a:lnTo>
                  <a:lnTo>
                    <a:pt x="100629" y="1241"/>
                  </a:lnTo>
                  <a:lnTo>
                    <a:pt x="97069" y="2580"/>
                  </a:lnTo>
                  <a:lnTo>
                    <a:pt x="93803" y="4311"/>
                  </a:lnTo>
                  <a:lnTo>
                    <a:pt x="90831" y="6402"/>
                  </a:lnTo>
                  <a:lnTo>
                    <a:pt x="88087" y="8753"/>
                  </a:lnTo>
                  <a:lnTo>
                    <a:pt x="85540" y="11366"/>
                  </a:lnTo>
                  <a:lnTo>
                    <a:pt x="83155" y="14175"/>
                  </a:lnTo>
                  <a:lnTo>
                    <a:pt x="79759" y="18617"/>
                  </a:lnTo>
                  <a:lnTo>
                    <a:pt x="75382" y="24757"/>
                  </a:lnTo>
                  <a:lnTo>
                    <a:pt x="71985" y="29232"/>
                  </a:lnTo>
                  <a:lnTo>
                    <a:pt x="69634" y="32040"/>
                  </a:lnTo>
                  <a:lnTo>
                    <a:pt x="67119" y="34719"/>
                  </a:lnTo>
                  <a:lnTo>
                    <a:pt x="64441" y="37135"/>
                  </a:lnTo>
                  <a:lnTo>
                    <a:pt x="63004" y="38213"/>
                  </a:lnTo>
                  <a:lnTo>
                    <a:pt x="62220" y="38769"/>
                  </a:lnTo>
                  <a:lnTo>
                    <a:pt x="60456" y="39618"/>
                  </a:lnTo>
                  <a:lnTo>
                    <a:pt x="58497" y="40271"/>
                  </a:lnTo>
                  <a:lnTo>
                    <a:pt x="56341" y="40695"/>
                  </a:lnTo>
                  <a:lnTo>
                    <a:pt x="52879" y="41087"/>
                  </a:lnTo>
                  <a:lnTo>
                    <a:pt x="47882" y="41185"/>
                  </a:lnTo>
                  <a:lnTo>
                    <a:pt x="42754" y="41087"/>
                  </a:lnTo>
                  <a:lnTo>
                    <a:pt x="37692" y="40989"/>
                  </a:lnTo>
                  <a:lnTo>
                    <a:pt x="32956" y="41185"/>
                  </a:lnTo>
                  <a:lnTo>
                    <a:pt x="29788" y="41708"/>
                  </a:lnTo>
                  <a:lnTo>
                    <a:pt x="27893" y="42231"/>
                  </a:lnTo>
                  <a:lnTo>
                    <a:pt x="27011" y="42590"/>
                  </a:lnTo>
                  <a:lnTo>
                    <a:pt x="25672" y="43210"/>
                  </a:lnTo>
                  <a:lnTo>
                    <a:pt x="23125" y="44582"/>
                  </a:lnTo>
                  <a:lnTo>
                    <a:pt x="20708" y="46085"/>
                  </a:lnTo>
                  <a:lnTo>
                    <a:pt x="18422" y="47750"/>
                  </a:lnTo>
                  <a:lnTo>
                    <a:pt x="16266" y="49547"/>
                  </a:lnTo>
                  <a:lnTo>
                    <a:pt x="14241" y="51474"/>
                  </a:lnTo>
                  <a:lnTo>
                    <a:pt x="12379" y="53499"/>
                  </a:lnTo>
                  <a:lnTo>
                    <a:pt x="10616" y="55654"/>
                  </a:lnTo>
                  <a:lnTo>
                    <a:pt x="9015" y="57908"/>
                  </a:lnTo>
                  <a:lnTo>
                    <a:pt x="7546" y="60259"/>
                  </a:lnTo>
                  <a:lnTo>
                    <a:pt x="5553" y="63885"/>
                  </a:lnTo>
                  <a:lnTo>
                    <a:pt x="3398" y="68980"/>
                  </a:lnTo>
                  <a:lnTo>
                    <a:pt x="1765" y="74271"/>
                  </a:lnTo>
                  <a:lnTo>
                    <a:pt x="654" y="79692"/>
                  </a:lnTo>
                  <a:lnTo>
                    <a:pt x="66" y="85114"/>
                  </a:lnTo>
                  <a:lnTo>
                    <a:pt x="1" y="90536"/>
                  </a:lnTo>
                  <a:lnTo>
                    <a:pt x="458" y="95827"/>
                  </a:lnTo>
                  <a:lnTo>
                    <a:pt x="1405" y="100955"/>
                  </a:lnTo>
                  <a:lnTo>
                    <a:pt x="2875" y="105821"/>
                  </a:lnTo>
                  <a:lnTo>
                    <a:pt x="4312" y="109218"/>
                  </a:lnTo>
                  <a:lnTo>
                    <a:pt x="5423" y="111406"/>
                  </a:lnTo>
                  <a:lnTo>
                    <a:pt x="6631" y="113464"/>
                  </a:lnTo>
                  <a:lnTo>
                    <a:pt x="8003" y="115391"/>
                  </a:lnTo>
                  <a:lnTo>
                    <a:pt x="8721" y="116338"/>
                  </a:lnTo>
                  <a:lnTo>
                    <a:pt x="10028" y="117873"/>
                  </a:lnTo>
                  <a:lnTo>
                    <a:pt x="12739" y="120780"/>
                  </a:lnTo>
                  <a:lnTo>
                    <a:pt x="15613" y="123425"/>
                  </a:lnTo>
                  <a:lnTo>
                    <a:pt x="18650" y="125809"/>
                  </a:lnTo>
                  <a:lnTo>
                    <a:pt x="21851" y="127965"/>
                  </a:lnTo>
                  <a:lnTo>
                    <a:pt x="25248" y="129827"/>
                  </a:lnTo>
                  <a:lnTo>
                    <a:pt x="28808" y="131460"/>
                  </a:lnTo>
                  <a:lnTo>
                    <a:pt x="32531" y="132864"/>
                  </a:lnTo>
                  <a:lnTo>
                    <a:pt x="36450" y="134007"/>
                  </a:lnTo>
                  <a:lnTo>
                    <a:pt x="40533" y="134922"/>
                  </a:lnTo>
                  <a:lnTo>
                    <a:pt x="44812" y="135575"/>
                  </a:lnTo>
                  <a:lnTo>
                    <a:pt x="49286" y="136000"/>
                  </a:lnTo>
                  <a:lnTo>
                    <a:pt x="53957" y="136163"/>
                  </a:lnTo>
                  <a:lnTo>
                    <a:pt x="58790" y="136098"/>
                  </a:lnTo>
                  <a:lnTo>
                    <a:pt x="63853" y="135804"/>
                  </a:lnTo>
                  <a:lnTo>
                    <a:pt x="69111" y="135281"/>
                  </a:lnTo>
                  <a:lnTo>
                    <a:pt x="71822" y="134922"/>
                  </a:lnTo>
                  <a:lnTo>
                    <a:pt x="77179" y="134171"/>
                  </a:lnTo>
                  <a:lnTo>
                    <a:pt x="87369" y="132733"/>
                  </a:lnTo>
                  <a:lnTo>
                    <a:pt x="96906" y="131068"/>
                  </a:lnTo>
                  <a:lnTo>
                    <a:pt x="103764" y="129467"/>
                  </a:lnTo>
                  <a:lnTo>
                    <a:pt x="108206" y="128161"/>
                  </a:lnTo>
                  <a:lnTo>
                    <a:pt x="112550" y="126659"/>
                  </a:lnTo>
                  <a:lnTo>
                    <a:pt x="116861" y="124895"/>
                  </a:lnTo>
                  <a:lnTo>
                    <a:pt x="121107" y="122837"/>
                  </a:lnTo>
                  <a:lnTo>
                    <a:pt x="125321" y="120453"/>
                  </a:lnTo>
                  <a:lnTo>
                    <a:pt x="129534" y="117710"/>
                  </a:lnTo>
                  <a:lnTo>
                    <a:pt x="133715" y="114541"/>
                  </a:lnTo>
                  <a:lnTo>
                    <a:pt x="137928" y="110949"/>
                  </a:lnTo>
                  <a:lnTo>
                    <a:pt x="142174" y="106866"/>
                  </a:lnTo>
                  <a:lnTo>
                    <a:pt x="144329" y="104613"/>
                  </a:lnTo>
                  <a:lnTo>
                    <a:pt x="145374" y="103437"/>
                  </a:lnTo>
                  <a:lnTo>
                    <a:pt x="147334" y="101053"/>
                  </a:lnTo>
                  <a:lnTo>
                    <a:pt x="149130" y="98603"/>
                  </a:lnTo>
                  <a:lnTo>
                    <a:pt x="150763" y="96088"/>
                  </a:lnTo>
                  <a:lnTo>
                    <a:pt x="152201" y="93508"/>
                  </a:lnTo>
                  <a:lnTo>
                    <a:pt x="153507" y="90830"/>
                  </a:lnTo>
                  <a:lnTo>
                    <a:pt x="154650" y="88119"/>
                  </a:lnTo>
                  <a:lnTo>
                    <a:pt x="155630" y="85375"/>
                  </a:lnTo>
                  <a:lnTo>
                    <a:pt x="156871" y="81162"/>
                  </a:lnTo>
                  <a:lnTo>
                    <a:pt x="157982" y="75414"/>
                  </a:lnTo>
                  <a:lnTo>
                    <a:pt x="158569" y="69568"/>
                  </a:lnTo>
                  <a:lnTo>
                    <a:pt x="158635" y="63656"/>
                  </a:lnTo>
                  <a:lnTo>
                    <a:pt x="158210" y="57712"/>
                  </a:lnTo>
                  <a:lnTo>
                    <a:pt x="157361" y="51767"/>
                  </a:lnTo>
                  <a:lnTo>
                    <a:pt x="156120" y="45921"/>
                  </a:lnTo>
                  <a:lnTo>
                    <a:pt x="154487" y="40173"/>
                  </a:lnTo>
                  <a:lnTo>
                    <a:pt x="152495" y="34555"/>
                  </a:lnTo>
                  <a:lnTo>
                    <a:pt x="150208" y="29134"/>
                  </a:lnTo>
                  <a:lnTo>
                    <a:pt x="147661" y="23941"/>
                  </a:lnTo>
                  <a:lnTo>
                    <a:pt x="144852" y="19009"/>
                  </a:lnTo>
                  <a:lnTo>
                    <a:pt x="143349" y="16657"/>
                  </a:lnTo>
                  <a:lnTo>
                    <a:pt x="142925" y="16102"/>
                  </a:lnTo>
                  <a:lnTo>
                    <a:pt x="139561" y="12477"/>
                  </a:lnTo>
                  <a:lnTo>
                    <a:pt x="136001" y="9341"/>
                  </a:lnTo>
                  <a:lnTo>
                    <a:pt x="132539" y="6859"/>
                  </a:lnTo>
                  <a:lnTo>
                    <a:pt x="129926" y="5291"/>
                  </a:lnTo>
                  <a:lnTo>
                    <a:pt x="127052" y="3789"/>
                  </a:lnTo>
                  <a:lnTo>
                    <a:pt x="123916" y="2482"/>
                  </a:lnTo>
                  <a:lnTo>
                    <a:pt x="120520" y="1405"/>
                  </a:lnTo>
                  <a:lnTo>
                    <a:pt x="116861" y="588"/>
                  </a:lnTo>
                  <a:lnTo>
                    <a:pt x="113008" y="98"/>
                  </a:lnTo>
                  <a:lnTo>
                    <a:pt x="1088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3941658" y="1935869"/>
              <a:ext cx="1318030" cy="5838"/>
            </a:xfrm>
            <a:custGeom>
              <a:avLst/>
              <a:gdLst/>
              <a:ahLst/>
              <a:cxnLst/>
              <a:rect l="l" t="t" r="r" b="b"/>
              <a:pathLst>
                <a:path w="110852" h="491" extrusionOk="0">
                  <a:moveTo>
                    <a:pt x="262" y="0"/>
                  </a:moveTo>
                  <a:lnTo>
                    <a:pt x="66" y="66"/>
                  </a:lnTo>
                  <a:lnTo>
                    <a:pt x="1" y="262"/>
                  </a:lnTo>
                  <a:lnTo>
                    <a:pt x="66" y="458"/>
                  </a:lnTo>
                  <a:lnTo>
                    <a:pt x="262" y="490"/>
                  </a:lnTo>
                  <a:lnTo>
                    <a:pt x="110623" y="490"/>
                  </a:lnTo>
                  <a:lnTo>
                    <a:pt x="110819" y="458"/>
                  </a:lnTo>
                  <a:lnTo>
                    <a:pt x="110852" y="262"/>
                  </a:lnTo>
                  <a:lnTo>
                    <a:pt x="110819" y="66"/>
                  </a:lnTo>
                  <a:lnTo>
                    <a:pt x="110623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3941658" y="1935869"/>
              <a:ext cx="1318030" cy="5838"/>
            </a:xfrm>
            <a:custGeom>
              <a:avLst/>
              <a:gdLst/>
              <a:ahLst/>
              <a:cxnLst/>
              <a:rect l="l" t="t" r="r" b="b"/>
              <a:pathLst>
                <a:path w="110852" h="491" extrusionOk="0">
                  <a:moveTo>
                    <a:pt x="262" y="0"/>
                  </a:moveTo>
                  <a:lnTo>
                    <a:pt x="66" y="66"/>
                  </a:lnTo>
                  <a:lnTo>
                    <a:pt x="1" y="262"/>
                  </a:lnTo>
                  <a:lnTo>
                    <a:pt x="66" y="458"/>
                  </a:lnTo>
                  <a:lnTo>
                    <a:pt x="262" y="490"/>
                  </a:lnTo>
                  <a:lnTo>
                    <a:pt x="110623" y="490"/>
                  </a:lnTo>
                  <a:lnTo>
                    <a:pt x="110819" y="458"/>
                  </a:lnTo>
                  <a:lnTo>
                    <a:pt x="110852" y="262"/>
                  </a:lnTo>
                  <a:lnTo>
                    <a:pt x="110819" y="66"/>
                  </a:lnTo>
                  <a:lnTo>
                    <a:pt x="1106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3938948" y="2456234"/>
              <a:ext cx="1318411" cy="5838"/>
            </a:xfrm>
            <a:custGeom>
              <a:avLst/>
              <a:gdLst/>
              <a:ahLst/>
              <a:cxnLst/>
              <a:rect l="l" t="t" r="r" b="b"/>
              <a:pathLst>
                <a:path w="110884" h="491" extrusionOk="0">
                  <a:moveTo>
                    <a:pt x="262" y="1"/>
                  </a:moveTo>
                  <a:lnTo>
                    <a:pt x="66" y="66"/>
                  </a:lnTo>
                  <a:lnTo>
                    <a:pt x="0" y="262"/>
                  </a:lnTo>
                  <a:lnTo>
                    <a:pt x="66" y="458"/>
                  </a:lnTo>
                  <a:lnTo>
                    <a:pt x="262" y="491"/>
                  </a:lnTo>
                  <a:lnTo>
                    <a:pt x="110623" y="491"/>
                  </a:lnTo>
                  <a:lnTo>
                    <a:pt x="110819" y="458"/>
                  </a:lnTo>
                  <a:lnTo>
                    <a:pt x="110884" y="262"/>
                  </a:lnTo>
                  <a:lnTo>
                    <a:pt x="110819" y="66"/>
                  </a:lnTo>
                  <a:lnTo>
                    <a:pt x="110623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3938948" y="2456234"/>
              <a:ext cx="1318411" cy="5838"/>
            </a:xfrm>
            <a:custGeom>
              <a:avLst/>
              <a:gdLst/>
              <a:ahLst/>
              <a:cxnLst/>
              <a:rect l="l" t="t" r="r" b="b"/>
              <a:pathLst>
                <a:path w="110884" h="491" extrusionOk="0">
                  <a:moveTo>
                    <a:pt x="262" y="1"/>
                  </a:moveTo>
                  <a:lnTo>
                    <a:pt x="66" y="66"/>
                  </a:lnTo>
                  <a:lnTo>
                    <a:pt x="0" y="262"/>
                  </a:lnTo>
                  <a:lnTo>
                    <a:pt x="66" y="458"/>
                  </a:lnTo>
                  <a:lnTo>
                    <a:pt x="262" y="491"/>
                  </a:lnTo>
                  <a:lnTo>
                    <a:pt x="110623" y="491"/>
                  </a:lnTo>
                  <a:lnTo>
                    <a:pt x="110819" y="458"/>
                  </a:lnTo>
                  <a:lnTo>
                    <a:pt x="110884" y="262"/>
                  </a:lnTo>
                  <a:lnTo>
                    <a:pt x="110819" y="66"/>
                  </a:lnTo>
                  <a:lnTo>
                    <a:pt x="1106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3938948" y="2881849"/>
              <a:ext cx="1318411" cy="5838"/>
            </a:xfrm>
            <a:custGeom>
              <a:avLst/>
              <a:gdLst/>
              <a:ahLst/>
              <a:cxnLst/>
              <a:rect l="l" t="t" r="r" b="b"/>
              <a:pathLst>
                <a:path w="110884" h="491" extrusionOk="0">
                  <a:moveTo>
                    <a:pt x="262" y="1"/>
                  </a:moveTo>
                  <a:lnTo>
                    <a:pt x="66" y="34"/>
                  </a:lnTo>
                  <a:lnTo>
                    <a:pt x="0" y="229"/>
                  </a:lnTo>
                  <a:lnTo>
                    <a:pt x="66" y="425"/>
                  </a:lnTo>
                  <a:lnTo>
                    <a:pt x="262" y="491"/>
                  </a:lnTo>
                  <a:lnTo>
                    <a:pt x="110623" y="491"/>
                  </a:lnTo>
                  <a:lnTo>
                    <a:pt x="110819" y="425"/>
                  </a:lnTo>
                  <a:lnTo>
                    <a:pt x="110884" y="229"/>
                  </a:lnTo>
                  <a:lnTo>
                    <a:pt x="110819" y="34"/>
                  </a:lnTo>
                  <a:lnTo>
                    <a:pt x="110623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3938948" y="2881849"/>
              <a:ext cx="1318411" cy="5838"/>
            </a:xfrm>
            <a:custGeom>
              <a:avLst/>
              <a:gdLst/>
              <a:ahLst/>
              <a:cxnLst/>
              <a:rect l="l" t="t" r="r" b="b"/>
              <a:pathLst>
                <a:path w="110884" h="491" extrusionOk="0">
                  <a:moveTo>
                    <a:pt x="262" y="1"/>
                  </a:moveTo>
                  <a:lnTo>
                    <a:pt x="66" y="34"/>
                  </a:lnTo>
                  <a:lnTo>
                    <a:pt x="0" y="229"/>
                  </a:lnTo>
                  <a:lnTo>
                    <a:pt x="66" y="425"/>
                  </a:lnTo>
                  <a:lnTo>
                    <a:pt x="262" y="491"/>
                  </a:lnTo>
                  <a:lnTo>
                    <a:pt x="110623" y="491"/>
                  </a:lnTo>
                  <a:lnTo>
                    <a:pt x="110819" y="425"/>
                  </a:lnTo>
                  <a:lnTo>
                    <a:pt x="110884" y="229"/>
                  </a:lnTo>
                  <a:lnTo>
                    <a:pt x="110819" y="34"/>
                  </a:lnTo>
                  <a:lnTo>
                    <a:pt x="1106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4220883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4284174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1" y="1"/>
                  </a:moveTo>
                  <a:lnTo>
                    <a:pt x="1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4347476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4410778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4474069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1" y="1"/>
                  </a:moveTo>
                  <a:lnTo>
                    <a:pt x="1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4537371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1" y="1"/>
                  </a:moveTo>
                  <a:lnTo>
                    <a:pt x="1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4600674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4663584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4726886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4790176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1" y="1"/>
                  </a:moveTo>
                  <a:lnTo>
                    <a:pt x="1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4853479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1" y="1"/>
                  </a:moveTo>
                  <a:lnTo>
                    <a:pt x="1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4916781" y="2959907"/>
              <a:ext cx="12" cy="442712"/>
            </a:xfrm>
            <a:custGeom>
              <a:avLst/>
              <a:gdLst/>
              <a:ahLst/>
              <a:cxnLst/>
              <a:rect l="l" t="t" r="r" b="b"/>
              <a:pathLst>
                <a:path w="1" h="37234" fill="none" extrusionOk="0">
                  <a:moveTo>
                    <a:pt x="0" y="1"/>
                  </a:moveTo>
                  <a:lnTo>
                    <a:pt x="0" y="37234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4223987" y="3000689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0"/>
                  </a:moveTo>
                  <a:lnTo>
                    <a:pt x="58006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4223987" y="3060877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0"/>
                  </a:moveTo>
                  <a:lnTo>
                    <a:pt x="58006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4223987" y="3121064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1"/>
                  </a:moveTo>
                  <a:lnTo>
                    <a:pt x="58006" y="1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4223987" y="3181263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0"/>
                  </a:moveTo>
                  <a:lnTo>
                    <a:pt x="58006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4223987" y="3241070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0"/>
                  </a:moveTo>
                  <a:lnTo>
                    <a:pt x="58006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4223987" y="3301257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0"/>
                  </a:moveTo>
                  <a:lnTo>
                    <a:pt x="58006" y="0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4223987" y="3361444"/>
              <a:ext cx="689703" cy="12"/>
            </a:xfrm>
            <a:custGeom>
              <a:avLst/>
              <a:gdLst/>
              <a:ahLst/>
              <a:cxnLst/>
              <a:rect l="l" t="t" r="r" b="b"/>
              <a:pathLst>
                <a:path w="58007" h="1" fill="none" extrusionOk="0">
                  <a:moveTo>
                    <a:pt x="0" y="1"/>
                  </a:moveTo>
                  <a:lnTo>
                    <a:pt x="58006" y="1"/>
                  </a:lnTo>
                </a:path>
              </a:pathLst>
            </a:custGeom>
            <a:noFill/>
            <a:ln w="2450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4276410" y="3112527"/>
              <a:ext cx="193795" cy="287762"/>
            </a:xfrm>
            <a:custGeom>
              <a:avLst/>
              <a:gdLst/>
              <a:ahLst/>
              <a:cxnLst/>
              <a:rect l="l" t="t" r="r" b="b"/>
              <a:pathLst>
                <a:path w="16299" h="24202" extrusionOk="0">
                  <a:moveTo>
                    <a:pt x="7904" y="0"/>
                  </a:moveTo>
                  <a:lnTo>
                    <a:pt x="7774" y="229"/>
                  </a:lnTo>
                  <a:lnTo>
                    <a:pt x="1" y="24202"/>
                  </a:lnTo>
                  <a:lnTo>
                    <a:pt x="16298" y="24202"/>
                  </a:lnTo>
                  <a:lnTo>
                    <a:pt x="8525" y="229"/>
                  </a:lnTo>
                  <a:lnTo>
                    <a:pt x="8394" y="0"/>
                  </a:lnTo>
                  <a:close/>
                </a:path>
              </a:pathLst>
            </a:custGeom>
            <a:solidFill>
              <a:schemeClr val="accent3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4422431" y="3017775"/>
              <a:ext cx="255148" cy="382513"/>
            </a:xfrm>
            <a:custGeom>
              <a:avLst/>
              <a:gdLst/>
              <a:ahLst/>
              <a:cxnLst/>
              <a:rect l="l" t="t" r="r" b="b"/>
              <a:pathLst>
                <a:path w="21459" h="32171" extrusionOk="0">
                  <a:moveTo>
                    <a:pt x="10484" y="0"/>
                  </a:moveTo>
                  <a:lnTo>
                    <a:pt x="10354" y="229"/>
                  </a:lnTo>
                  <a:lnTo>
                    <a:pt x="0" y="32171"/>
                  </a:lnTo>
                  <a:lnTo>
                    <a:pt x="21458" y="32171"/>
                  </a:lnTo>
                  <a:lnTo>
                    <a:pt x="11072" y="229"/>
                  </a:lnTo>
                  <a:lnTo>
                    <a:pt x="10941" y="0"/>
                  </a:lnTo>
                  <a:close/>
                </a:path>
              </a:pathLst>
            </a:custGeom>
            <a:solidFill>
              <a:schemeClr val="dk2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4636403" y="3177767"/>
              <a:ext cx="151455" cy="222521"/>
            </a:xfrm>
            <a:custGeom>
              <a:avLst/>
              <a:gdLst/>
              <a:ahLst/>
              <a:cxnLst/>
              <a:rect l="l" t="t" r="r" b="b"/>
              <a:pathLst>
                <a:path w="12738" h="18715" extrusionOk="0">
                  <a:moveTo>
                    <a:pt x="6140" y="0"/>
                  </a:moveTo>
                  <a:lnTo>
                    <a:pt x="6010" y="229"/>
                  </a:lnTo>
                  <a:lnTo>
                    <a:pt x="0" y="18715"/>
                  </a:lnTo>
                  <a:lnTo>
                    <a:pt x="12738" y="18715"/>
                  </a:lnTo>
                  <a:lnTo>
                    <a:pt x="6728" y="229"/>
                  </a:lnTo>
                  <a:lnTo>
                    <a:pt x="6565" y="0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4758727" y="3253102"/>
              <a:ext cx="102527" cy="147186"/>
            </a:xfrm>
            <a:custGeom>
              <a:avLst/>
              <a:gdLst/>
              <a:ahLst/>
              <a:cxnLst/>
              <a:rect l="l" t="t" r="r" b="b"/>
              <a:pathLst>
                <a:path w="8623" h="12379" extrusionOk="0">
                  <a:moveTo>
                    <a:pt x="4083" y="1"/>
                  </a:moveTo>
                  <a:lnTo>
                    <a:pt x="3952" y="229"/>
                  </a:lnTo>
                  <a:lnTo>
                    <a:pt x="0" y="12379"/>
                  </a:lnTo>
                  <a:lnTo>
                    <a:pt x="8623" y="12379"/>
                  </a:lnTo>
                  <a:lnTo>
                    <a:pt x="4671" y="229"/>
                  </a:lnTo>
                  <a:lnTo>
                    <a:pt x="4540" y="1"/>
                  </a:lnTo>
                  <a:close/>
                </a:path>
              </a:pathLst>
            </a:custGeom>
            <a:solidFill>
              <a:schemeClr val="dk2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4072139" y="2538953"/>
              <a:ext cx="280782" cy="280782"/>
            </a:xfrm>
            <a:custGeom>
              <a:avLst/>
              <a:gdLst/>
              <a:ahLst/>
              <a:cxnLst/>
              <a:rect l="l" t="t" r="r" b="b"/>
              <a:pathLst>
                <a:path w="23615" h="23615" extrusionOk="0">
                  <a:moveTo>
                    <a:pt x="12673" y="3495"/>
                  </a:moveTo>
                  <a:lnTo>
                    <a:pt x="14306" y="3854"/>
                  </a:lnTo>
                  <a:lnTo>
                    <a:pt x="15809" y="4475"/>
                  </a:lnTo>
                  <a:lnTo>
                    <a:pt x="17115" y="5389"/>
                  </a:lnTo>
                  <a:lnTo>
                    <a:pt x="18258" y="6500"/>
                  </a:lnTo>
                  <a:lnTo>
                    <a:pt x="19173" y="7839"/>
                  </a:lnTo>
                  <a:lnTo>
                    <a:pt x="19793" y="9341"/>
                  </a:lnTo>
                  <a:lnTo>
                    <a:pt x="20120" y="10974"/>
                  </a:lnTo>
                  <a:lnTo>
                    <a:pt x="20153" y="11824"/>
                  </a:lnTo>
                  <a:lnTo>
                    <a:pt x="20153" y="12509"/>
                  </a:lnTo>
                  <a:lnTo>
                    <a:pt x="19924" y="13816"/>
                  </a:lnTo>
                  <a:lnTo>
                    <a:pt x="19565" y="15024"/>
                  </a:lnTo>
                  <a:lnTo>
                    <a:pt x="19010" y="16102"/>
                  </a:lnTo>
                  <a:lnTo>
                    <a:pt x="18324" y="17082"/>
                  </a:lnTo>
                  <a:lnTo>
                    <a:pt x="17507" y="17964"/>
                  </a:lnTo>
                  <a:lnTo>
                    <a:pt x="16560" y="18682"/>
                  </a:lnTo>
                  <a:lnTo>
                    <a:pt x="15548" y="19270"/>
                  </a:lnTo>
                  <a:lnTo>
                    <a:pt x="14470" y="19728"/>
                  </a:lnTo>
                  <a:lnTo>
                    <a:pt x="13327" y="20021"/>
                  </a:lnTo>
                  <a:lnTo>
                    <a:pt x="12151" y="20152"/>
                  </a:lnTo>
                  <a:lnTo>
                    <a:pt x="10975" y="20152"/>
                  </a:lnTo>
                  <a:lnTo>
                    <a:pt x="9767" y="19923"/>
                  </a:lnTo>
                  <a:lnTo>
                    <a:pt x="8623" y="19532"/>
                  </a:lnTo>
                  <a:lnTo>
                    <a:pt x="7480" y="18976"/>
                  </a:lnTo>
                  <a:lnTo>
                    <a:pt x="6435" y="18192"/>
                  </a:lnTo>
                  <a:lnTo>
                    <a:pt x="5913" y="17703"/>
                  </a:lnTo>
                  <a:lnTo>
                    <a:pt x="5455" y="17213"/>
                  </a:lnTo>
                  <a:lnTo>
                    <a:pt x="4671" y="16135"/>
                  </a:lnTo>
                  <a:lnTo>
                    <a:pt x="4084" y="15024"/>
                  </a:lnTo>
                  <a:lnTo>
                    <a:pt x="3692" y="13881"/>
                  </a:lnTo>
                  <a:lnTo>
                    <a:pt x="3496" y="12673"/>
                  </a:lnTo>
                  <a:lnTo>
                    <a:pt x="3463" y="11497"/>
                  </a:lnTo>
                  <a:lnTo>
                    <a:pt x="3594" y="10321"/>
                  </a:lnTo>
                  <a:lnTo>
                    <a:pt x="3920" y="9178"/>
                  </a:lnTo>
                  <a:lnTo>
                    <a:pt x="4345" y="8100"/>
                  </a:lnTo>
                  <a:lnTo>
                    <a:pt x="4965" y="7088"/>
                  </a:lnTo>
                  <a:lnTo>
                    <a:pt x="5684" y="6141"/>
                  </a:lnTo>
                  <a:lnTo>
                    <a:pt x="6533" y="5324"/>
                  </a:lnTo>
                  <a:lnTo>
                    <a:pt x="7513" y="4638"/>
                  </a:lnTo>
                  <a:lnTo>
                    <a:pt x="8623" y="4083"/>
                  </a:lnTo>
                  <a:lnTo>
                    <a:pt x="9832" y="3691"/>
                  </a:lnTo>
                  <a:lnTo>
                    <a:pt x="11138" y="3495"/>
                  </a:lnTo>
                  <a:close/>
                  <a:moveTo>
                    <a:pt x="12281" y="0"/>
                  </a:moveTo>
                  <a:lnTo>
                    <a:pt x="10583" y="33"/>
                  </a:lnTo>
                  <a:lnTo>
                    <a:pt x="8917" y="327"/>
                  </a:lnTo>
                  <a:lnTo>
                    <a:pt x="7284" y="882"/>
                  </a:lnTo>
                  <a:lnTo>
                    <a:pt x="5684" y="1699"/>
                  </a:lnTo>
                  <a:lnTo>
                    <a:pt x="4182" y="2809"/>
                  </a:lnTo>
                  <a:lnTo>
                    <a:pt x="3463" y="3462"/>
                  </a:lnTo>
                  <a:lnTo>
                    <a:pt x="2810" y="4181"/>
                  </a:lnTo>
                  <a:lnTo>
                    <a:pt x="1699" y="5683"/>
                  </a:lnTo>
                  <a:lnTo>
                    <a:pt x="883" y="7284"/>
                  </a:lnTo>
                  <a:lnTo>
                    <a:pt x="328" y="8917"/>
                  </a:lnTo>
                  <a:lnTo>
                    <a:pt x="34" y="10583"/>
                  </a:lnTo>
                  <a:lnTo>
                    <a:pt x="1" y="12281"/>
                  </a:lnTo>
                  <a:lnTo>
                    <a:pt x="197" y="13947"/>
                  </a:lnTo>
                  <a:lnTo>
                    <a:pt x="621" y="15547"/>
                  </a:lnTo>
                  <a:lnTo>
                    <a:pt x="1242" y="17082"/>
                  </a:lnTo>
                  <a:lnTo>
                    <a:pt x="2091" y="18519"/>
                  </a:lnTo>
                  <a:lnTo>
                    <a:pt x="3136" y="19858"/>
                  </a:lnTo>
                  <a:lnTo>
                    <a:pt x="4345" y="21001"/>
                  </a:lnTo>
                  <a:lnTo>
                    <a:pt x="5749" y="21981"/>
                  </a:lnTo>
                  <a:lnTo>
                    <a:pt x="7284" y="22765"/>
                  </a:lnTo>
                  <a:lnTo>
                    <a:pt x="8983" y="23320"/>
                  </a:lnTo>
                  <a:lnTo>
                    <a:pt x="10844" y="23581"/>
                  </a:lnTo>
                  <a:lnTo>
                    <a:pt x="11824" y="23614"/>
                  </a:lnTo>
                  <a:lnTo>
                    <a:pt x="13033" y="23581"/>
                  </a:lnTo>
                  <a:lnTo>
                    <a:pt x="15319" y="23092"/>
                  </a:lnTo>
                  <a:lnTo>
                    <a:pt x="17442" y="22210"/>
                  </a:lnTo>
                  <a:lnTo>
                    <a:pt x="19336" y="20936"/>
                  </a:lnTo>
                  <a:lnTo>
                    <a:pt x="20937" y="19336"/>
                  </a:lnTo>
                  <a:lnTo>
                    <a:pt x="22210" y="17441"/>
                  </a:lnTo>
                  <a:lnTo>
                    <a:pt x="23092" y="15318"/>
                  </a:lnTo>
                  <a:lnTo>
                    <a:pt x="23582" y="13032"/>
                  </a:lnTo>
                  <a:lnTo>
                    <a:pt x="23615" y="11824"/>
                  </a:lnTo>
                  <a:lnTo>
                    <a:pt x="23582" y="10844"/>
                  </a:lnTo>
                  <a:lnTo>
                    <a:pt x="23321" y="8982"/>
                  </a:lnTo>
                  <a:lnTo>
                    <a:pt x="22766" y="7284"/>
                  </a:lnTo>
                  <a:lnTo>
                    <a:pt x="21982" y="5749"/>
                  </a:lnTo>
                  <a:lnTo>
                    <a:pt x="21002" y="4344"/>
                  </a:lnTo>
                  <a:lnTo>
                    <a:pt x="19859" y="3136"/>
                  </a:lnTo>
                  <a:lnTo>
                    <a:pt x="18520" y="2091"/>
                  </a:lnTo>
                  <a:lnTo>
                    <a:pt x="17083" y="1242"/>
                  </a:lnTo>
                  <a:lnTo>
                    <a:pt x="15548" y="621"/>
                  </a:lnTo>
                  <a:lnTo>
                    <a:pt x="13947" y="196"/>
                  </a:lnTo>
                  <a:lnTo>
                    <a:pt x="12281" y="0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4111364" y="2538953"/>
              <a:ext cx="241557" cy="280782"/>
            </a:xfrm>
            <a:custGeom>
              <a:avLst/>
              <a:gdLst/>
              <a:ahLst/>
              <a:cxnLst/>
              <a:rect l="l" t="t" r="r" b="b"/>
              <a:pathLst>
                <a:path w="20316" h="23615" extrusionOk="0">
                  <a:moveTo>
                    <a:pt x="8525" y="0"/>
                  </a:moveTo>
                  <a:lnTo>
                    <a:pt x="8525" y="3462"/>
                  </a:lnTo>
                  <a:lnTo>
                    <a:pt x="9374" y="3495"/>
                  </a:lnTo>
                  <a:lnTo>
                    <a:pt x="11007" y="3854"/>
                  </a:lnTo>
                  <a:lnTo>
                    <a:pt x="12510" y="4475"/>
                  </a:lnTo>
                  <a:lnTo>
                    <a:pt x="13816" y="5357"/>
                  </a:lnTo>
                  <a:lnTo>
                    <a:pt x="14959" y="6500"/>
                  </a:lnTo>
                  <a:lnTo>
                    <a:pt x="15874" y="7839"/>
                  </a:lnTo>
                  <a:lnTo>
                    <a:pt x="16494" y="9341"/>
                  </a:lnTo>
                  <a:lnTo>
                    <a:pt x="16821" y="10974"/>
                  </a:lnTo>
                  <a:lnTo>
                    <a:pt x="16854" y="11824"/>
                  </a:lnTo>
                  <a:lnTo>
                    <a:pt x="16821" y="12673"/>
                  </a:lnTo>
                  <a:lnTo>
                    <a:pt x="16494" y="14306"/>
                  </a:lnTo>
                  <a:lnTo>
                    <a:pt x="15874" y="15808"/>
                  </a:lnTo>
                  <a:lnTo>
                    <a:pt x="14959" y="17115"/>
                  </a:lnTo>
                  <a:lnTo>
                    <a:pt x="13816" y="18258"/>
                  </a:lnTo>
                  <a:lnTo>
                    <a:pt x="12510" y="19172"/>
                  </a:lnTo>
                  <a:lnTo>
                    <a:pt x="11007" y="19793"/>
                  </a:lnTo>
                  <a:lnTo>
                    <a:pt x="9374" y="20119"/>
                  </a:lnTo>
                  <a:lnTo>
                    <a:pt x="8525" y="20152"/>
                  </a:lnTo>
                  <a:lnTo>
                    <a:pt x="7676" y="20119"/>
                  </a:lnTo>
                  <a:lnTo>
                    <a:pt x="6010" y="19793"/>
                  </a:lnTo>
                  <a:lnTo>
                    <a:pt x="4475" y="19140"/>
                  </a:lnTo>
                  <a:lnTo>
                    <a:pt x="3103" y="18192"/>
                  </a:lnTo>
                  <a:lnTo>
                    <a:pt x="2516" y="17572"/>
                  </a:lnTo>
                  <a:lnTo>
                    <a:pt x="1" y="19989"/>
                  </a:lnTo>
                  <a:lnTo>
                    <a:pt x="850" y="20838"/>
                  </a:lnTo>
                  <a:lnTo>
                    <a:pt x="2810" y="22177"/>
                  </a:lnTo>
                  <a:lnTo>
                    <a:pt x="4998" y="23092"/>
                  </a:lnTo>
                  <a:lnTo>
                    <a:pt x="7317" y="23581"/>
                  </a:lnTo>
                  <a:lnTo>
                    <a:pt x="8525" y="23614"/>
                  </a:lnTo>
                  <a:lnTo>
                    <a:pt x="9734" y="23581"/>
                  </a:lnTo>
                  <a:lnTo>
                    <a:pt x="12020" y="23092"/>
                  </a:lnTo>
                  <a:lnTo>
                    <a:pt x="14143" y="22210"/>
                  </a:lnTo>
                  <a:lnTo>
                    <a:pt x="16037" y="20936"/>
                  </a:lnTo>
                  <a:lnTo>
                    <a:pt x="17638" y="19336"/>
                  </a:lnTo>
                  <a:lnTo>
                    <a:pt x="18911" y="17441"/>
                  </a:lnTo>
                  <a:lnTo>
                    <a:pt x="19793" y="15318"/>
                  </a:lnTo>
                  <a:lnTo>
                    <a:pt x="20283" y="13032"/>
                  </a:lnTo>
                  <a:lnTo>
                    <a:pt x="20316" y="11824"/>
                  </a:lnTo>
                  <a:lnTo>
                    <a:pt x="20283" y="10615"/>
                  </a:lnTo>
                  <a:lnTo>
                    <a:pt x="19793" y="8296"/>
                  </a:lnTo>
                  <a:lnTo>
                    <a:pt x="18911" y="6173"/>
                  </a:lnTo>
                  <a:lnTo>
                    <a:pt x="17638" y="4312"/>
                  </a:lnTo>
                  <a:lnTo>
                    <a:pt x="16037" y="2679"/>
                  </a:lnTo>
                  <a:lnTo>
                    <a:pt x="14143" y="1437"/>
                  </a:lnTo>
                  <a:lnTo>
                    <a:pt x="12020" y="523"/>
                  </a:lnTo>
                  <a:lnTo>
                    <a:pt x="9734" y="66"/>
                  </a:lnTo>
                  <a:lnTo>
                    <a:pt x="8525" y="0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4418150" y="2538953"/>
              <a:ext cx="280782" cy="280782"/>
            </a:xfrm>
            <a:custGeom>
              <a:avLst/>
              <a:gdLst/>
              <a:ahLst/>
              <a:cxnLst/>
              <a:rect l="l" t="t" r="r" b="b"/>
              <a:pathLst>
                <a:path w="23615" h="23615" extrusionOk="0">
                  <a:moveTo>
                    <a:pt x="12673" y="3495"/>
                  </a:moveTo>
                  <a:lnTo>
                    <a:pt x="14306" y="3854"/>
                  </a:lnTo>
                  <a:lnTo>
                    <a:pt x="15809" y="4475"/>
                  </a:lnTo>
                  <a:lnTo>
                    <a:pt x="17148" y="5389"/>
                  </a:lnTo>
                  <a:lnTo>
                    <a:pt x="18258" y="6500"/>
                  </a:lnTo>
                  <a:lnTo>
                    <a:pt x="19173" y="7839"/>
                  </a:lnTo>
                  <a:lnTo>
                    <a:pt x="19793" y="9341"/>
                  </a:lnTo>
                  <a:lnTo>
                    <a:pt x="20153" y="10974"/>
                  </a:lnTo>
                  <a:lnTo>
                    <a:pt x="20185" y="11824"/>
                  </a:lnTo>
                  <a:lnTo>
                    <a:pt x="20153" y="12509"/>
                  </a:lnTo>
                  <a:lnTo>
                    <a:pt x="19957" y="13816"/>
                  </a:lnTo>
                  <a:lnTo>
                    <a:pt x="19565" y="15024"/>
                  </a:lnTo>
                  <a:lnTo>
                    <a:pt x="19009" y="16102"/>
                  </a:lnTo>
                  <a:lnTo>
                    <a:pt x="18324" y="17082"/>
                  </a:lnTo>
                  <a:lnTo>
                    <a:pt x="17507" y="17964"/>
                  </a:lnTo>
                  <a:lnTo>
                    <a:pt x="16592" y="18682"/>
                  </a:lnTo>
                  <a:lnTo>
                    <a:pt x="15547" y="19270"/>
                  </a:lnTo>
                  <a:lnTo>
                    <a:pt x="14470" y="19728"/>
                  </a:lnTo>
                  <a:lnTo>
                    <a:pt x="13326" y="20021"/>
                  </a:lnTo>
                  <a:lnTo>
                    <a:pt x="12151" y="20152"/>
                  </a:lnTo>
                  <a:lnTo>
                    <a:pt x="10975" y="20152"/>
                  </a:lnTo>
                  <a:lnTo>
                    <a:pt x="9799" y="19923"/>
                  </a:lnTo>
                  <a:lnTo>
                    <a:pt x="8623" y="19532"/>
                  </a:lnTo>
                  <a:lnTo>
                    <a:pt x="7513" y="18976"/>
                  </a:lnTo>
                  <a:lnTo>
                    <a:pt x="6435" y="18192"/>
                  </a:lnTo>
                  <a:lnTo>
                    <a:pt x="5945" y="17703"/>
                  </a:lnTo>
                  <a:lnTo>
                    <a:pt x="5455" y="17213"/>
                  </a:lnTo>
                  <a:lnTo>
                    <a:pt x="4671" y="16167"/>
                  </a:lnTo>
                  <a:lnTo>
                    <a:pt x="4116" y="15024"/>
                  </a:lnTo>
                  <a:lnTo>
                    <a:pt x="3724" y="13881"/>
                  </a:lnTo>
                  <a:lnTo>
                    <a:pt x="3495" y="12673"/>
                  </a:lnTo>
                  <a:lnTo>
                    <a:pt x="3495" y="11497"/>
                  </a:lnTo>
                  <a:lnTo>
                    <a:pt x="3626" y="10321"/>
                  </a:lnTo>
                  <a:lnTo>
                    <a:pt x="3920" y="9178"/>
                  </a:lnTo>
                  <a:lnTo>
                    <a:pt x="4377" y="8100"/>
                  </a:lnTo>
                  <a:lnTo>
                    <a:pt x="4965" y="7088"/>
                  </a:lnTo>
                  <a:lnTo>
                    <a:pt x="5684" y="6141"/>
                  </a:lnTo>
                  <a:lnTo>
                    <a:pt x="6566" y="5324"/>
                  </a:lnTo>
                  <a:lnTo>
                    <a:pt x="7545" y="4638"/>
                  </a:lnTo>
                  <a:lnTo>
                    <a:pt x="8623" y="4083"/>
                  </a:lnTo>
                  <a:lnTo>
                    <a:pt x="9832" y="3691"/>
                  </a:lnTo>
                  <a:lnTo>
                    <a:pt x="11138" y="3495"/>
                  </a:lnTo>
                  <a:close/>
                  <a:moveTo>
                    <a:pt x="12281" y="0"/>
                  </a:moveTo>
                  <a:lnTo>
                    <a:pt x="10583" y="33"/>
                  </a:lnTo>
                  <a:lnTo>
                    <a:pt x="8917" y="327"/>
                  </a:lnTo>
                  <a:lnTo>
                    <a:pt x="7284" y="882"/>
                  </a:lnTo>
                  <a:lnTo>
                    <a:pt x="5684" y="1699"/>
                  </a:lnTo>
                  <a:lnTo>
                    <a:pt x="4181" y="2809"/>
                  </a:lnTo>
                  <a:lnTo>
                    <a:pt x="3463" y="3462"/>
                  </a:lnTo>
                  <a:lnTo>
                    <a:pt x="2810" y="4181"/>
                  </a:lnTo>
                  <a:lnTo>
                    <a:pt x="1699" y="5683"/>
                  </a:lnTo>
                  <a:lnTo>
                    <a:pt x="883" y="7284"/>
                  </a:lnTo>
                  <a:lnTo>
                    <a:pt x="327" y="8917"/>
                  </a:lnTo>
                  <a:lnTo>
                    <a:pt x="33" y="10583"/>
                  </a:lnTo>
                  <a:lnTo>
                    <a:pt x="1" y="12281"/>
                  </a:lnTo>
                  <a:lnTo>
                    <a:pt x="197" y="13947"/>
                  </a:lnTo>
                  <a:lnTo>
                    <a:pt x="621" y="15547"/>
                  </a:lnTo>
                  <a:lnTo>
                    <a:pt x="1242" y="17082"/>
                  </a:lnTo>
                  <a:lnTo>
                    <a:pt x="2091" y="18552"/>
                  </a:lnTo>
                  <a:lnTo>
                    <a:pt x="3136" y="19858"/>
                  </a:lnTo>
                  <a:lnTo>
                    <a:pt x="4345" y="21001"/>
                  </a:lnTo>
                  <a:lnTo>
                    <a:pt x="5749" y="21981"/>
                  </a:lnTo>
                  <a:lnTo>
                    <a:pt x="7317" y="22765"/>
                  </a:lnTo>
                  <a:lnTo>
                    <a:pt x="9015" y="23320"/>
                  </a:lnTo>
                  <a:lnTo>
                    <a:pt x="10844" y="23581"/>
                  </a:lnTo>
                  <a:lnTo>
                    <a:pt x="11824" y="23614"/>
                  </a:lnTo>
                  <a:lnTo>
                    <a:pt x="13032" y="23581"/>
                  </a:lnTo>
                  <a:lnTo>
                    <a:pt x="15351" y="23092"/>
                  </a:lnTo>
                  <a:lnTo>
                    <a:pt x="17442" y="22210"/>
                  </a:lnTo>
                  <a:lnTo>
                    <a:pt x="19336" y="20936"/>
                  </a:lnTo>
                  <a:lnTo>
                    <a:pt x="20936" y="19336"/>
                  </a:lnTo>
                  <a:lnTo>
                    <a:pt x="22210" y="17441"/>
                  </a:lnTo>
                  <a:lnTo>
                    <a:pt x="23092" y="15318"/>
                  </a:lnTo>
                  <a:lnTo>
                    <a:pt x="23582" y="13032"/>
                  </a:lnTo>
                  <a:lnTo>
                    <a:pt x="23615" y="11824"/>
                  </a:lnTo>
                  <a:lnTo>
                    <a:pt x="23582" y="10844"/>
                  </a:lnTo>
                  <a:lnTo>
                    <a:pt x="23321" y="8982"/>
                  </a:lnTo>
                  <a:lnTo>
                    <a:pt x="22765" y="7284"/>
                  </a:lnTo>
                  <a:lnTo>
                    <a:pt x="21982" y="5749"/>
                  </a:lnTo>
                  <a:lnTo>
                    <a:pt x="21002" y="4344"/>
                  </a:lnTo>
                  <a:lnTo>
                    <a:pt x="19859" y="3136"/>
                  </a:lnTo>
                  <a:lnTo>
                    <a:pt x="18552" y="2091"/>
                  </a:lnTo>
                  <a:lnTo>
                    <a:pt x="17115" y="1242"/>
                  </a:lnTo>
                  <a:lnTo>
                    <a:pt x="15547" y="621"/>
                  </a:lnTo>
                  <a:lnTo>
                    <a:pt x="13947" y="196"/>
                  </a:lnTo>
                  <a:lnTo>
                    <a:pt x="12281" y="0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4558738" y="2538953"/>
              <a:ext cx="140195" cy="269903"/>
            </a:xfrm>
            <a:custGeom>
              <a:avLst/>
              <a:gdLst/>
              <a:ahLst/>
              <a:cxnLst/>
              <a:rect l="l" t="t" r="r" b="b"/>
              <a:pathLst>
                <a:path w="11791" h="22700" extrusionOk="0">
                  <a:moveTo>
                    <a:pt x="0" y="0"/>
                  </a:moveTo>
                  <a:lnTo>
                    <a:pt x="0" y="3462"/>
                  </a:lnTo>
                  <a:lnTo>
                    <a:pt x="751" y="3495"/>
                  </a:lnTo>
                  <a:lnTo>
                    <a:pt x="2156" y="3756"/>
                  </a:lnTo>
                  <a:lnTo>
                    <a:pt x="3495" y="4246"/>
                  </a:lnTo>
                  <a:lnTo>
                    <a:pt x="4703" y="4932"/>
                  </a:lnTo>
                  <a:lnTo>
                    <a:pt x="5814" y="5814"/>
                  </a:lnTo>
                  <a:lnTo>
                    <a:pt x="6728" y="6892"/>
                  </a:lnTo>
                  <a:lnTo>
                    <a:pt x="7479" y="8100"/>
                  </a:lnTo>
                  <a:lnTo>
                    <a:pt x="8002" y="9439"/>
                  </a:lnTo>
                  <a:lnTo>
                    <a:pt x="8165" y="10158"/>
                  </a:lnTo>
                  <a:lnTo>
                    <a:pt x="8296" y="10876"/>
                  </a:lnTo>
                  <a:lnTo>
                    <a:pt x="8329" y="12346"/>
                  </a:lnTo>
                  <a:lnTo>
                    <a:pt x="8133" y="13751"/>
                  </a:lnTo>
                  <a:lnTo>
                    <a:pt x="7675" y="15090"/>
                  </a:lnTo>
                  <a:lnTo>
                    <a:pt x="7022" y="16331"/>
                  </a:lnTo>
                  <a:lnTo>
                    <a:pt x="6173" y="17441"/>
                  </a:lnTo>
                  <a:lnTo>
                    <a:pt x="5128" y="18388"/>
                  </a:lnTo>
                  <a:lnTo>
                    <a:pt x="3919" y="19205"/>
                  </a:lnTo>
                  <a:lnTo>
                    <a:pt x="3233" y="19499"/>
                  </a:lnTo>
                  <a:lnTo>
                    <a:pt x="4605" y="22700"/>
                  </a:lnTo>
                  <a:lnTo>
                    <a:pt x="5552" y="22242"/>
                  </a:lnTo>
                  <a:lnTo>
                    <a:pt x="7251" y="21132"/>
                  </a:lnTo>
                  <a:lnTo>
                    <a:pt x="8753" y="19760"/>
                  </a:lnTo>
                  <a:lnTo>
                    <a:pt x="9962" y="18192"/>
                  </a:lnTo>
                  <a:lnTo>
                    <a:pt x="10876" y="16429"/>
                  </a:lnTo>
                  <a:lnTo>
                    <a:pt x="11497" y="14534"/>
                  </a:lnTo>
                  <a:lnTo>
                    <a:pt x="11791" y="12542"/>
                  </a:lnTo>
                  <a:lnTo>
                    <a:pt x="11758" y="10517"/>
                  </a:lnTo>
                  <a:lnTo>
                    <a:pt x="11562" y="9472"/>
                  </a:lnTo>
                  <a:lnTo>
                    <a:pt x="11333" y="8460"/>
                  </a:lnTo>
                  <a:lnTo>
                    <a:pt x="10582" y="6533"/>
                  </a:lnTo>
                  <a:lnTo>
                    <a:pt x="9537" y="4834"/>
                  </a:lnTo>
                  <a:lnTo>
                    <a:pt x="8231" y="3332"/>
                  </a:lnTo>
                  <a:lnTo>
                    <a:pt x="6695" y="2058"/>
                  </a:lnTo>
                  <a:lnTo>
                    <a:pt x="4964" y="1078"/>
                  </a:lnTo>
                  <a:lnTo>
                    <a:pt x="3070" y="392"/>
                  </a:lnTo>
                  <a:lnTo>
                    <a:pt x="1045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4764161" y="2538953"/>
              <a:ext cx="281175" cy="280782"/>
            </a:xfrm>
            <a:custGeom>
              <a:avLst/>
              <a:gdLst/>
              <a:ahLst/>
              <a:cxnLst/>
              <a:rect l="l" t="t" r="r" b="b"/>
              <a:pathLst>
                <a:path w="23648" h="23615" extrusionOk="0">
                  <a:moveTo>
                    <a:pt x="12673" y="3495"/>
                  </a:moveTo>
                  <a:lnTo>
                    <a:pt x="14306" y="3854"/>
                  </a:lnTo>
                  <a:lnTo>
                    <a:pt x="15808" y="4475"/>
                  </a:lnTo>
                  <a:lnTo>
                    <a:pt x="17148" y="5389"/>
                  </a:lnTo>
                  <a:lnTo>
                    <a:pt x="18258" y="6500"/>
                  </a:lnTo>
                  <a:lnTo>
                    <a:pt x="19173" y="7839"/>
                  </a:lnTo>
                  <a:lnTo>
                    <a:pt x="19793" y="9341"/>
                  </a:lnTo>
                  <a:lnTo>
                    <a:pt x="20120" y="10974"/>
                  </a:lnTo>
                  <a:lnTo>
                    <a:pt x="20152" y="11824"/>
                  </a:lnTo>
                  <a:lnTo>
                    <a:pt x="20152" y="12509"/>
                  </a:lnTo>
                  <a:lnTo>
                    <a:pt x="19956" y="13816"/>
                  </a:lnTo>
                  <a:lnTo>
                    <a:pt x="19564" y="15024"/>
                  </a:lnTo>
                  <a:lnTo>
                    <a:pt x="19009" y="16102"/>
                  </a:lnTo>
                  <a:lnTo>
                    <a:pt x="18323" y="17082"/>
                  </a:lnTo>
                  <a:lnTo>
                    <a:pt x="17507" y="17964"/>
                  </a:lnTo>
                  <a:lnTo>
                    <a:pt x="16560" y="18682"/>
                  </a:lnTo>
                  <a:lnTo>
                    <a:pt x="15547" y="19270"/>
                  </a:lnTo>
                  <a:lnTo>
                    <a:pt x="14469" y="19728"/>
                  </a:lnTo>
                  <a:lnTo>
                    <a:pt x="13326" y="20021"/>
                  </a:lnTo>
                  <a:lnTo>
                    <a:pt x="12150" y="20152"/>
                  </a:lnTo>
                  <a:lnTo>
                    <a:pt x="10975" y="20152"/>
                  </a:lnTo>
                  <a:lnTo>
                    <a:pt x="9766" y="19923"/>
                  </a:lnTo>
                  <a:lnTo>
                    <a:pt x="8623" y="19532"/>
                  </a:lnTo>
                  <a:lnTo>
                    <a:pt x="7480" y="18976"/>
                  </a:lnTo>
                  <a:lnTo>
                    <a:pt x="6435" y="18192"/>
                  </a:lnTo>
                  <a:lnTo>
                    <a:pt x="5945" y="17703"/>
                  </a:lnTo>
                  <a:lnTo>
                    <a:pt x="5455" y="17213"/>
                  </a:lnTo>
                  <a:lnTo>
                    <a:pt x="4671" y="16135"/>
                  </a:lnTo>
                  <a:lnTo>
                    <a:pt x="4116" y="15024"/>
                  </a:lnTo>
                  <a:lnTo>
                    <a:pt x="3724" y="13849"/>
                  </a:lnTo>
                  <a:lnTo>
                    <a:pt x="3495" y="12673"/>
                  </a:lnTo>
                  <a:lnTo>
                    <a:pt x="3463" y="11497"/>
                  </a:lnTo>
                  <a:lnTo>
                    <a:pt x="3626" y="10321"/>
                  </a:lnTo>
                  <a:lnTo>
                    <a:pt x="3920" y="9178"/>
                  </a:lnTo>
                  <a:lnTo>
                    <a:pt x="4377" y="8100"/>
                  </a:lnTo>
                  <a:lnTo>
                    <a:pt x="4965" y="7055"/>
                  </a:lnTo>
                  <a:lnTo>
                    <a:pt x="5684" y="6141"/>
                  </a:lnTo>
                  <a:lnTo>
                    <a:pt x="6565" y="5324"/>
                  </a:lnTo>
                  <a:lnTo>
                    <a:pt x="7545" y="4638"/>
                  </a:lnTo>
                  <a:lnTo>
                    <a:pt x="8623" y="4083"/>
                  </a:lnTo>
                  <a:lnTo>
                    <a:pt x="9832" y="3691"/>
                  </a:lnTo>
                  <a:lnTo>
                    <a:pt x="11138" y="3495"/>
                  </a:lnTo>
                  <a:close/>
                  <a:moveTo>
                    <a:pt x="12281" y="0"/>
                  </a:moveTo>
                  <a:lnTo>
                    <a:pt x="10615" y="33"/>
                  </a:lnTo>
                  <a:lnTo>
                    <a:pt x="8917" y="327"/>
                  </a:lnTo>
                  <a:lnTo>
                    <a:pt x="7284" y="882"/>
                  </a:lnTo>
                  <a:lnTo>
                    <a:pt x="5684" y="1699"/>
                  </a:lnTo>
                  <a:lnTo>
                    <a:pt x="4181" y="2809"/>
                  </a:lnTo>
                  <a:lnTo>
                    <a:pt x="3495" y="3462"/>
                  </a:lnTo>
                  <a:lnTo>
                    <a:pt x="2809" y="4181"/>
                  </a:lnTo>
                  <a:lnTo>
                    <a:pt x="1699" y="5683"/>
                  </a:lnTo>
                  <a:lnTo>
                    <a:pt x="882" y="7284"/>
                  </a:lnTo>
                  <a:lnTo>
                    <a:pt x="327" y="8917"/>
                  </a:lnTo>
                  <a:lnTo>
                    <a:pt x="33" y="10583"/>
                  </a:lnTo>
                  <a:lnTo>
                    <a:pt x="1" y="12281"/>
                  </a:lnTo>
                  <a:lnTo>
                    <a:pt x="197" y="13947"/>
                  </a:lnTo>
                  <a:lnTo>
                    <a:pt x="621" y="15547"/>
                  </a:lnTo>
                  <a:lnTo>
                    <a:pt x="1274" y="17082"/>
                  </a:lnTo>
                  <a:lnTo>
                    <a:pt x="2091" y="18519"/>
                  </a:lnTo>
                  <a:lnTo>
                    <a:pt x="3136" y="19858"/>
                  </a:lnTo>
                  <a:lnTo>
                    <a:pt x="4345" y="21001"/>
                  </a:lnTo>
                  <a:lnTo>
                    <a:pt x="5749" y="21981"/>
                  </a:lnTo>
                  <a:lnTo>
                    <a:pt x="7317" y="22765"/>
                  </a:lnTo>
                  <a:lnTo>
                    <a:pt x="9015" y="23320"/>
                  </a:lnTo>
                  <a:lnTo>
                    <a:pt x="10844" y="23581"/>
                  </a:lnTo>
                  <a:lnTo>
                    <a:pt x="11824" y="23614"/>
                  </a:lnTo>
                  <a:lnTo>
                    <a:pt x="13032" y="23581"/>
                  </a:lnTo>
                  <a:lnTo>
                    <a:pt x="15351" y="23092"/>
                  </a:lnTo>
                  <a:lnTo>
                    <a:pt x="17474" y="22210"/>
                  </a:lnTo>
                  <a:lnTo>
                    <a:pt x="19336" y="20936"/>
                  </a:lnTo>
                  <a:lnTo>
                    <a:pt x="20936" y="19336"/>
                  </a:lnTo>
                  <a:lnTo>
                    <a:pt x="22210" y="17441"/>
                  </a:lnTo>
                  <a:lnTo>
                    <a:pt x="23125" y="15318"/>
                  </a:lnTo>
                  <a:lnTo>
                    <a:pt x="23582" y="13032"/>
                  </a:lnTo>
                  <a:lnTo>
                    <a:pt x="23647" y="11824"/>
                  </a:lnTo>
                  <a:lnTo>
                    <a:pt x="23614" y="10844"/>
                  </a:lnTo>
                  <a:lnTo>
                    <a:pt x="23320" y="8982"/>
                  </a:lnTo>
                  <a:lnTo>
                    <a:pt x="22765" y="7284"/>
                  </a:lnTo>
                  <a:lnTo>
                    <a:pt x="22014" y="5749"/>
                  </a:lnTo>
                  <a:lnTo>
                    <a:pt x="21034" y="4344"/>
                  </a:lnTo>
                  <a:lnTo>
                    <a:pt x="19858" y="3136"/>
                  </a:lnTo>
                  <a:lnTo>
                    <a:pt x="18552" y="2091"/>
                  </a:lnTo>
                  <a:lnTo>
                    <a:pt x="17115" y="1242"/>
                  </a:lnTo>
                  <a:lnTo>
                    <a:pt x="15580" y="621"/>
                  </a:lnTo>
                  <a:lnTo>
                    <a:pt x="13947" y="196"/>
                  </a:lnTo>
                  <a:lnTo>
                    <a:pt x="12281" y="0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4904737" y="2538953"/>
              <a:ext cx="137876" cy="120779"/>
            </a:xfrm>
            <a:custGeom>
              <a:avLst/>
              <a:gdLst/>
              <a:ahLst/>
              <a:cxnLst/>
              <a:rect l="l" t="t" r="r" b="b"/>
              <a:pathLst>
                <a:path w="11596" h="10158" extrusionOk="0">
                  <a:moveTo>
                    <a:pt x="1" y="0"/>
                  </a:moveTo>
                  <a:lnTo>
                    <a:pt x="1" y="3462"/>
                  </a:lnTo>
                  <a:lnTo>
                    <a:pt x="752" y="3495"/>
                  </a:lnTo>
                  <a:lnTo>
                    <a:pt x="2156" y="3756"/>
                  </a:lnTo>
                  <a:lnTo>
                    <a:pt x="3496" y="4246"/>
                  </a:lnTo>
                  <a:lnTo>
                    <a:pt x="4737" y="4932"/>
                  </a:lnTo>
                  <a:lnTo>
                    <a:pt x="5814" y="5814"/>
                  </a:lnTo>
                  <a:lnTo>
                    <a:pt x="6729" y="6892"/>
                  </a:lnTo>
                  <a:lnTo>
                    <a:pt x="7480" y="8100"/>
                  </a:lnTo>
                  <a:lnTo>
                    <a:pt x="8003" y="9439"/>
                  </a:lnTo>
                  <a:lnTo>
                    <a:pt x="8166" y="10158"/>
                  </a:lnTo>
                  <a:lnTo>
                    <a:pt x="11595" y="9472"/>
                  </a:lnTo>
                  <a:lnTo>
                    <a:pt x="11334" y="8460"/>
                  </a:lnTo>
                  <a:lnTo>
                    <a:pt x="10583" y="6533"/>
                  </a:lnTo>
                  <a:lnTo>
                    <a:pt x="9538" y="4834"/>
                  </a:lnTo>
                  <a:lnTo>
                    <a:pt x="8231" y="3332"/>
                  </a:lnTo>
                  <a:lnTo>
                    <a:pt x="6696" y="2091"/>
                  </a:lnTo>
                  <a:lnTo>
                    <a:pt x="4965" y="1078"/>
                  </a:lnTo>
                  <a:lnTo>
                    <a:pt x="3071" y="392"/>
                  </a:lnTo>
                  <a:lnTo>
                    <a:pt x="1046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4268645" y="2383622"/>
              <a:ext cx="659015" cy="12"/>
            </a:xfrm>
            <a:custGeom>
              <a:avLst/>
              <a:gdLst/>
              <a:ahLst/>
              <a:cxnLst/>
              <a:rect l="l" t="t" r="r" b="b"/>
              <a:pathLst>
                <a:path w="55426" h="1" fill="none" extrusionOk="0">
                  <a:moveTo>
                    <a:pt x="0" y="0"/>
                  </a:moveTo>
                  <a:lnTo>
                    <a:pt x="55426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4268645" y="2369640"/>
              <a:ext cx="12" cy="13995"/>
            </a:xfrm>
            <a:custGeom>
              <a:avLst/>
              <a:gdLst/>
              <a:ahLst/>
              <a:cxnLst/>
              <a:rect l="l" t="t" r="r" b="b"/>
              <a:pathLst>
                <a:path w="1" h="1177" fill="none" extrusionOk="0">
                  <a:moveTo>
                    <a:pt x="0" y="1176"/>
                  </a:moveTo>
                  <a:lnTo>
                    <a:pt x="0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4400291" y="2369640"/>
              <a:ext cx="12" cy="13995"/>
            </a:xfrm>
            <a:custGeom>
              <a:avLst/>
              <a:gdLst/>
              <a:ahLst/>
              <a:cxnLst/>
              <a:rect l="l" t="t" r="r" b="b"/>
              <a:pathLst>
                <a:path w="1" h="1177" fill="none" extrusionOk="0">
                  <a:moveTo>
                    <a:pt x="0" y="1176"/>
                  </a:moveTo>
                  <a:lnTo>
                    <a:pt x="0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4532330" y="2369640"/>
              <a:ext cx="12" cy="13995"/>
            </a:xfrm>
            <a:custGeom>
              <a:avLst/>
              <a:gdLst/>
              <a:ahLst/>
              <a:cxnLst/>
              <a:rect l="l" t="t" r="r" b="b"/>
              <a:pathLst>
                <a:path w="1" h="1177" fill="none" extrusionOk="0">
                  <a:moveTo>
                    <a:pt x="0" y="1176"/>
                  </a:moveTo>
                  <a:lnTo>
                    <a:pt x="0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4663976" y="2369640"/>
              <a:ext cx="12" cy="13995"/>
            </a:xfrm>
            <a:custGeom>
              <a:avLst/>
              <a:gdLst/>
              <a:ahLst/>
              <a:cxnLst/>
              <a:rect l="l" t="t" r="r" b="b"/>
              <a:pathLst>
                <a:path w="1" h="1177" fill="none" extrusionOk="0">
                  <a:moveTo>
                    <a:pt x="0" y="1176"/>
                  </a:moveTo>
                  <a:lnTo>
                    <a:pt x="0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4795622" y="2369640"/>
              <a:ext cx="12" cy="13995"/>
            </a:xfrm>
            <a:custGeom>
              <a:avLst/>
              <a:gdLst/>
              <a:ahLst/>
              <a:cxnLst/>
              <a:rect l="l" t="t" r="r" b="b"/>
              <a:pathLst>
                <a:path w="1" h="1177" fill="none" extrusionOk="0">
                  <a:moveTo>
                    <a:pt x="0" y="1176"/>
                  </a:moveTo>
                  <a:lnTo>
                    <a:pt x="0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4927649" y="2369640"/>
              <a:ext cx="12" cy="13995"/>
            </a:xfrm>
            <a:custGeom>
              <a:avLst/>
              <a:gdLst/>
              <a:ahLst/>
              <a:cxnLst/>
              <a:rect l="l" t="t" r="r" b="b"/>
              <a:pathLst>
                <a:path w="1" h="1177" fill="none" extrusionOk="0">
                  <a:moveTo>
                    <a:pt x="1" y="1176"/>
                  </a:moveTo>
                  <a:lnTo>
                    <a:pt x="1" y="0"/>
                  </a:lnTo>
                </a:path>
              </a:pathLst>
            </a:custGeom>
            <a:noFill/>
            <a:ln w="10625" cap="flat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4286897" y="2196438"/>
              <a:ext cx="95156" cy="112242"/>
            </a:xfrm>
            <a:custGeom>
              <a:avLst/>
              <a:gdLst/>
              <a:ahLst/>
              <a:cxnLst/>
              <a:rect l="l" t="t" r="r" b="b"/>
              <a:pathLst>
                <a:path w="8003" h="9440" extrusionOk="0">
                  <a:moveTo>
                    <a:pt x="0" y="1"/>
                  </a:moveTo>
                  <a:lnTo>
                    <a:pt x="0" y="9440"/>
                  </a:lnTo>
                  <a:lnTo>
                    <a:pt x="8002" y="9440"/>
                  </a:lnTo>
                  <a:lnTo>
                    <a:pt x="8002" y="1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4418935" y="2065184"/>
              <a:ext cx="94763" cy="262139"/>
            </a:xfrm>
            <a:custGeom>
              <a:avLst/>
              <a:gdLst/>
              <a:ahLst/>
              <a:cxnLst/>
              <a:rect l="l" t="t" r="r" b="b"/>
              <a:pathLst>
                <a:path w="7970" h="22047" extrusionOk="0">
                  <a:moveTo>
                    <a:pt x="0" y="0"/>
                  </a:moveTo>
                  <a:lnTo>
                    <a:pt x="0" y="22046"/>
                  </a:lnTo>
                  <a:lnTo>
                    <a:pt x="7969" y="22046"/>
                  </a:lnTo>
                  <a:lnTo>
                    <a:pt x="7969" y="0"/>
                  </a:lnTo>
                  <a:close/>
                </a:path>
              </a:pathLst>
            </a:custGeom>
            <a:solidFill>
              <a:schemeClr val="accent3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4550581" y="1881888"/>
              <a:ext cx="95156" cy="292042"/>
            </a:xfrm>
            <a:custGeom>
              <a:avLst/>
              <a:gdLst/>
              <a:ahLst/>
              <a:cxnLst/>
              <a:rect l="l" t="t" r="r" b="b"/>
              <a:pathLst>
                <a:path w="8003" h="24562" extrusionOk="0">
                  <a:moveTo>
                    <a:pt x="0" y="0"/>
                  </a:moveTo>
                  <a:lnTo>
                    <a:pt x="0" y="24561"/>
                  </a:lnTo>
                  <a:lnTo>
                    <a:pt x="8002" y="24561"/>
                  </a:lnTo>
                  <a:lnTo>
                    <a:pt x="8002" y="0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4682608" y="2155275"/>
              <a:ext cx="94775" cy="56323"/>
            </a:xfrm>
            <a:custGeom>
              <a:avLst/>
              <a:gdLst/>
              <a:ahLst/>
              <a:cxnLst/>
              <a:rect l="l" t="t" r="r" b="b"/>
              <a:pathLst>
                <a:path w="7971" h="4737" extrusionOk="0">
                  <a:moveTo>
                    <a:pt x="1" y="1"/>
                  </a:moveTo>
                  <a:lnTo>
                    <a:pt x="1" y="4736"/>
                  </a:lnTo>
                  <a:lnTo>
                    <a:pt x="7970" y="4736"/>
                  </a:lnTo>
                  <a:lnTo>
                    <a:pt x="7970" y="1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4814254" y="2121495"/>
              <a:ext cx="94775" cy="146021"/>
            </a:xfrm>
            <a:custGeom>
              <a:avLst/>
              <a:gdLst/>
              <a:ahLst/>
              <a:cxnLst/>
              <a:rect l="l" t="t" r="r" b="b"/>
              <a:pathLst>
                <a:path w="7971" h="12281" extrusionOk="0">
                  <a:moveTo>
                    <a:pt x="1" y="0"/>
                  </a:moveTo>
                  <a:lnTo>
                    <a:pt x="1" y="12281"/>
                  </a:lnTo>
                  <a:lnTo>
                    <a:pt x="7970" y="12281"/>
                  </a:lnTo>
                  <a:lnTo>
                    <a:pt x="7970" y="0"/>
                  </a:lnTo>
                  <a:close/>
                </a:path>
              </a:pathLst>
            </a:custGeom>
            <a:solidFill>
              <a:srgbClr val="6EDBFC"/>
            </a:solidFill>
            <a:ln w="10625" cap="flat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4286897" y="2308668"/>
              <a:ext cx="95156" cy="74966"/>
            </a:xfrm>
            <a:custGeom>
              <a:avLst/>
              <a:gdLst/>
              <a:ahLst/>
              <a:cxnLst/>
              <a:rect l="l" t="t" r="r" b="b"/>
              <a:pathLst>
                <a:path w="8003" h="6305" extrusionOk="0">
                  <a:moveTo>
                    <a:pt x="0" y="1"/>
                  </a:moveTo>
                  <a:lnTo>
                    <a:pt x="0" y="6304"/>
                  </a:lnTo>
                  <a:lnTo>
                    <a:pt x="8002" y="6304"/>
                  </a:lnTo>
                  <a:lnTo>
                    <a:pt x="8002" y="1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0"/>
            <p:cNvSpPr/>
            <p:nvPr/>
          </p:nvSpPr>
          <p:spPr>
            <a:xfrm>
              <a:off x="4418935" y="2327692"/>
              <a:ext cx="94763" cy="55942"/>
            </a:xfrm>
            <a:custGeom>
              <a:avLst/>
              <a:gdLst/>
              <a:ahLst/>
              <a:cxnLst/>
              <a:rect l="l" t="t" r="r" b="b"/>
              <a:pathLst>
                <a:path w="7970" h="4705" extrusionOk="0">
                  <a:moveTo>
                    <a:pt x="0" y="1"/>
                  </a:moveTo>
                  <a:lnTo>
                    <a:pt x="0" y="4704"/>
                  </a:lnTo>
                  <a:lnTo>
                    <a:pt x="7969" y="4704"/>
                  </a:lnTo>
                  <a:lnTo>
                    <a:pt x="7969" y="1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4550581" y="2173918"/>
              <a:ext cx="95156" cy="209716"/>
            </a:xfrm>
            <a:custGeom>
              <a:avLst/>
              <a:gdLst/>
              <a:ahLst/>
              <a:cxnLst/>
              <a:rect l="l" t="t" r="r" b="b"/>
              <a:pathLst>
                <a:path w="8003" h="17638" extrusionOk="0">
                  <a:moveTo>
                    <a:pt x="0" y="0"/>
                  </a:moveTo>
                  <a:lnTo>
                    <a:pt x="0" y="17637"/>
                  </a:lnTo>
                  <a:lnTo>
                    <a:pt x="8002" y="17637"/>
                  </a:lnTo>
                  <a:lnTo>
                    <a:pt x="8002" y="0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4682608" y="2211586"/>
              <a:ext cx="94775" cy="172048"/>
            </a:xfrm>
            <a:custGeom>
              <a:avLst/>
              <a:gdLst/>
              <a:ahLst/>
              <a:cxnLst/>
              <a:rect l="l" t="t" r="r" b="b"/>
              <a:pathLst>
                <a:path w="7971" h="14470" extrusionOk="0">
                  <a:moveTo>
                    <a:pt x="1" y="0"/>
                  </a:moveTo>
                  <a:lnTo>
                    <a:pt x="1" y="14469"/>
                  </a:lnTo>
                  <a:lnTo>
                    <a:pt x="7970" y="14469"/>
                  </a:lnTo>
                  <a:lnTo>
                    <a:pt x="7970" y="0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0"/>
            <p:cNvSpPr/>
            <p:nvPr/>
          </p:nvSpPr>
          <p:spPr>
            <a:xfrm>
              <a:off x="4814254" y="2267504"/>
              <a:ext cx="94775" cy="116130"/>
            </a:xfrm>
            <a:custGeom>
              <a:avLst/>
              <a:gdLst/>
              <a:ahLst/>
              <a:cxnLst/>
              <a:rect l="l" t="t" r="r" b="b"/>
              <a:pathLst>
                <a:path w="7971" h="9767" extrusionOk="0">
                  <a:moveTo>
                    <a:pt x="1" y="1"/>
                  </a:moveTo>
                  <a:lnTo>
                    <a:pt x="1" y="9766"/>
                  </a:lnTo>
                  <a:lnTo>
                    <a:pt x="7970" y="9766"/>
                  </a:lnTo>
                  <a:lnTo>
                    <a:pt x="7970" y="1"/>
                  </a:lnTo>
                  <a:close/>
                </a:path>
              </a:pathLst>
            </a:custGeom>
            <a:solidFill>
              <a:schemeClr val="dk1"/>
            </a:solidFill>
            <a:ln w="10625" cap="flat" cmpd="sng">
              <a:solidFill>
                <a:schemeClr val="dk2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0"/>
            <p:cNvSpPr/>
            <p:nvPr/>
          </p:nvSpPr>
          <p:spPr>
            <a:xfrm>
              <a:off x="4051177" y="1505593"/>
              <a:ext cx="1059007" cy="323099"/>
            </a:xfrm>
            <a:custGeom>
              <a:avLst/>
              <a:gdLst/>
              <a:ahLst/>
              <a:cxnLst/>
              <a:rect l="l" t="t" r="r" b="b"/>
              <a:pathLst>
                <a:path w="89067" h="27174" extrusionOk="0">
                  <a:moveTo>
                    <a:pt x="70972" y="0"/>
                  </a:moveTo>
                  <a:lnTo>
                    <a:pt x="53237" y="18911"/>
                  </a:lnTo>
                  <a:lnTo>
                    <a:pt x="35862" y="7577"/>
                  </a:lnTo>
                  <a:lnTo>
                    <a:pt x="17898" y="11758"/>
                  </a:lnTo>
                  <a:lnTo>
                    <a:pt x="196" y="26129"/>
                  </a:lnTo>
                  <a:lnTo>
                    <a:pt x="0" y="26325"/>
                  </a:lnTo>
                  <a:lnTo>
                    <a:pt x="0" y="26782"/>
                  </a:lnTo>
                  <a:lnTo>
                    <a:pt x="262" y="27109"/>
                  </a:lnTo>
                  <a:lnTo>
                    <a:pt x="686" y="27174"/>
                  </a:lnTo>
                  <a:lnTo>
                    <a:pt x="947" y="27043"/>
                  </a:lnTo>
                  <a:lnTo>
                    <a:pt x="18421" y="12836"/>
                  </a:lnTo>
                  <a:lnTo>
                    <a:pt x="35633" y="8851"/>
                  </a:lnTo>
                  <a:lnTo>
                    <a:pt x="53401" y="20446"/>
                  </a:lnTo>
                  <a:lnTo>
                    <a:pt x="70842" y="1862"/>
                  </a:lnTo>
                  <a:lnTo>
                    <a:pt x="87989" y="26913"/>
                  </a:lnTo>
                  <a:lnTo>
                    <a:pt x="88185" y="27141"/>
                  </a:lnTo>
                  <a:lnTo>
                    <a:pt x="88479" y="27174"/>
                  </a:lnTo>
                  <a:lnTo>
                    <a:pt x="88675" y="27141"/>
                  </a:lnTo>
                  <a:lnTo>
                    <a:pt x="88936" y="26978"/>
                  </a:lnTo>
                  <a:lnTo>
                    <a:pt x="89066" y="26717"/>
                  </a:lnTo>
                  <a:lnTo>
                    <a:pt x="89066" y="26390"/>
                  </a:lnTo>
                  <a:lnTo>
                    <a:pt x="88968" y="26259"/>
                  </a:lnTo>
                  <a:lnTo>
                    <a:pt x="709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0"/>
            <p:cNvSpPr/>
            <p:nvPr/>
          </p:nvSpPr>
          <p:spPr>
            <a:xfrm>
              <a:off x="4040690" y="1804222"/>
              <a:ext cx="34957" cy="34957"/>
            </a:xfrm>
            <a:custGeom>
              <a:avLst/>
              <a:gdLst/>
              <a:ahLst/>
              <a:cxnLst/>
              <a:rect l="l" t="t" r="r" b="b"/>
              <a:pathLst>
                <a:path w="2940" h="2940" extrusionOk="0">
                  <a:moveTo>
                    <a:pt x="1470" y="0"/>
                  </a:moveTo>
                  <a:lnTo>
                    <a:pt x="1013" y="66"/>
                  </a:lnTo>
                  <a:lnTo>
                    <a:pt x="327" y="556"/>
                  </a:lnTo>
                  <a:lnTo>
                    <a:pt x="0" y="1307"/>
                  </a:lnTo>
                  <a:lnTo>
                    <a:pt x="131" y="2123"/>
                  </a:lnTo>
                  <a:lnTo>
                    <a:pt x="425" y="2515"/>
                  </a:lnTo>
                  <a:lnTo>
                    <a:pt x="784" y="2809"/>
                  </a:lnTo>
                  <a:lnTo>
                    <a:pt x="1633" y="2940"/>
                  </a:lnTo>
                  <a:lnTo>
                    <a:pt x="2385" y="2613"/>
                  </a:lnTo>
                  <a:lnTo>
                    <a:pt x="2875" y="1927"/>
                  </a:lnTo>
                  <a:lnTo>
                    <a:pt x="2940" y="1470"/>
                  </a:lnTo>
                  <a:lnTo>
                    <a:pt x="2907" y="1176"/>
                  </a:lnTo>
                  <a:lnTo>
                    <a:pt x="2679" y="654"/>
                  </a:lnTo>
                  <a:lnTo>
                    <a:pt x="2287" y="262"/>
                  </a:lnTo>
                  <a:lnTo>
                    <a:pt x="1764" y="33"/>
                  </a:lnTo>
                  <a:lnTo>
                    <a:pt x="14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0"/>
            <p:cNvSpPr/>
            <p:nvPr/>
          </p:nvSpPr>
          <p:spPr>
            <a:xfrm>
              <a:off x="4249609" y="1634517"/>
              <a:ext cx="34576" cy="34576"/>
            </a:xfrm>
            <a:custGeom>
              <a:avLst/>
              <a:gdLst/>
              <a:ahLst/>
              <a:cxnLst/>
              <a:rect l="l" t="t" r="r" b="b"/>
              <a:pathLst>
                <a:path w="2908" h="2908" extrusionOk="0">
                  <a:moveTo>
                    <a:pt x="1471" y="1"/>
                  </a:moveTo>
                  <a:lnTo>
                    <a:pt x="1177" y="33"/>
                  </a:lnTo>
                  <a:lnTo>
                    <a:pt x="654" y="262"/>
                  </a:lnTo>
                  <a:lnTo>
                    <a:pt x="230" y="654"/>
                  </a:lnTo>
                  <a:lnTo>
                    <a:pt x="34" y="1176"/>
                  </a:lnTo>
                  <a:lnTo>
                    <a:pt x="1" y="1470"/>
                  </a:lnTo>
                  <a:lnTo>
                    <a:pt x="34" y="1764"/>
                  </a:lnTo>
                  <a:lnTo>
                    <a:pt x="230" y="2287"/>
                  </a:lnTo>
                  <a:lnTo>
                    <a:pt x="654" y="2679"/>
                  </a:lnTo>
                  <a:lnTo>
                    <a:pt x="1177" y="2907"/>
                  </a:lnTo>
                  <a:lnTo>
                    <a:pt x="1765" y="2907"/>
                  </a:lnTo>
                  <a:lnTo>
                    <a:pt x="2287" y="2679"/>
                  </a:lnTo>
                  <a:lnTo>
                    <a:pt x="2679" y="2287"/>
                  </a:lnTo>
                  <a:lnTo>
                    <a:pt x="2908" y="1764"/>
                  </a:lnTo>
                  <a:lnTo>
                    <a:pt x="2908" y="1470"/>
                  </a:lnTo>
                  <a:lnTo>
                    <a:pt x="2908" y="1176"/>
                  </a:lnTo>
                  <a:lnTo>
                    <a:pt x="2679" y="654"/>
                  </a:lnTo>
                  <a:lnTo>
                    <a:pt x="2287" y="262"/>
                  </a:lnTo>
                  <a:lnTo>
                    <a:pt x="1765" y="33"/>
                  </a:lnTo>
                  <a:lnTo>
                    <a:pt x="1471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4458541" y="1585970"/>
              <a:ext cx="34957" cy="34576"/>
            </a:xfrm>
            <a:custGeom>
              <a:avLst/>
              <a:gdLst/>
              <a:ahLst/>
              <a:cxnLst/>
              <a:rect l="l" t="t" r="r" b="b"/>
              <a:pathLst>
                <a:path w="2940" h="2908" extrusionOk="0">
                  <a:moveTo>
                    <a:pt x="1470" y="1"/>
                  </a:moveTo>
                  <a:lnTo>
                    <a:pt x="1176" y="34"/>
                  </a:lnTo>
                  <a:lnTo>
                    <a:pt x="654" y="262"/>
                  </a:lnTo>
                  <a:lnTo>
                    <a:pt x="262" y="654"/>
                  </a:lnTo>
                  <a:lnTo>
                    <a:pt x="33" y="1177"/>
                  </a:lnTo>
                  <a:lnTo>
                    <a:pt x="1" y="1471"/>
                  </a:lnTo>
                  <a:lnTo>
                    <a:pt x="33" y="1765"/>
                  </a:lnTo>
                  <a:lnTo>
                    <a:pt x="262" y="2287"/>
                  </a:lnTo>
                  <a:lnTo>
                    <a:pt x="654" y="2679"/>
                  </a:lnTo>
                  <a:lnTo>
                    <a:pt x="1176" y="2908"/>
                  </a:lnTo>
                  <a:lnTo>
                    <a:pt x="1764" y="2908"/>
                  </a:lnTo>
                  <a:lnTo>
                    <a:pt x="2287" y="2679"/>
                  </a:lnTo>
                  <a:lnTo>
                    <a:pt x="2679" y="2287"/>
                  </a:lnTo>
                  <a:lnTo>
                    <a:pt x="2907" y="1765"/>
                  </a:lnTo>
                  <a:lnTo>
                    <a:pt x="2940" y="1471"/>
                  </a:lnTo>
                  <a:lnTo>
                    <a:pt x="2907" y="1177"/>
                  </a:lnTo>
                  <a:lnTo>
                    <a:pt x="2679" y="654"/>
                  </a:lnTo>
                  <a:lnTo>
                    <a:pt x="2287" y="262"/>
                  </a:lnTo>
                  <a:lnTo>
                    <a:pt x="1764" y="34"/>
                  </a:lnTo>
                  <a:lnTo>
                    <a:pt x="1470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4667852" y="1722277"/>
              <a:ext cx="34576" cy="34576"/>
            </a:xfrm>
            <a:custGeom>
              <a:avLst/>
              <a:gdLst/>
              <a:ahLst/>
              <a:cxnLst/>
              <a:rect l="l" t="t" r="r" b="b"/>
              <a:pathLst>
                <a:path w="2908" h="2908" extrusionOk="0">
                  <a:moveTo>
                    <a:pt x="1438" y="1"/>
                  </a:moveTo>
                  <a:lnTo>
                    <a:pt x="1144" y="34"/>
                  </a:lnTo>
                  <a:lnTo>
                    <a:pt x="621" y="262"/>
                  </a:lnTo>
                  <a:lnTo>
                    <a:pt x="229" y="654"/>
                  </a:lnTo>
                  <a:lnTo>
                    <a:pt x="1" y="1177"/>
                  </a:lnTo>
                  <a:lnTo>
                    <a:pt x="1" y="1471"/>
                  </a:lnTo>
                  <a:lnTo>
                    <a:pt x="1" y="1765"/>
                  </a:lnTo>
                  <a:lnTo>
                    <a:pt x="229" y="2287"/>
                  </a:lnTo>
                  <a:lnTo>
                    <a:pt x="621" y="2679"/>
                  </a:lnTo>
                  <a:lnTo>
                    <a:pt x="1144" y="2908"/>
                  </a:lnTo>
                  <a:lnTo>
                    <a:pt x="1732" y="2908"/>
                  </a:lnTo>
                  <a:lnTo>
                    <a:pt x="2254" y="2679"/>
                  </a:lnTo>
                  <a:lnTo>
                    <a:pt x="2679" y="2287"/>
                  </a:lnTo>
                  <a:lnTo>
                    <a:pt x="2875" y="1765"/>
                  </a:lnTo>
                  <a:lnTo>
                    <a:pt x="2908" y="1471"/>
                  </a:lnTo>
                  <a:lnTo>
                    <a:pt x="2875" y="1177"/>
                  </a:lnTo>
                  <a:lnTo>
                    <a:pt x="2679" y="654"/>
                  </a:lnTo>
                  <a:lnTo>
                    <a:pt x="2254" y="262"/>
                  </a:lnTo>
                  <a:lnTo>
                    <a:pt x="1732" y="34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4876783" y="1499375"/>
              <a:ext cx="34576" cy="34968"/>
            </a:xfrm>
            <a:custGeom>
              <a:avLst/>
              <a:gdLst/>
              <a:ahLst/>
              <a:cxnLst/>
              <a:rect l="l" t="t" r="r" b="b"/>
              <a:pathLst>
                <a:path w="2908" h="2941" extrusionOk="0">
                  <a:moveTo>
                    <a:pt x="1470" y="1"/>
                  </a:moveTo>
                  <a:lnTo>
                    <a:pt x="980" y="66"/>
                  </a:lnTo>
                  <a:lnTo>
                    <a:pt x="294" y="523"/>
                  </a:lnTo>
                  <a:lnTo>
                    <a:pt x="0" y="1307"/>
                  </a:lnTo>
                  <a:lnTo>
                    <a:pt x="131" y="2124"/>
                  </a:lnTo>
                  <a:lnTo>
                    <a:pt x="425" y="2483"/>
                  </a:lnTo>
                  <a:lnTo>
                    <a:pt x="784" y="2777"/>
                  </a:lnTo>
                  <a:lnTo>
                    <a:pt x="1633" y="2940"/>
                  </a:lnTo>
                  <a:lnTo>
                    <a:pt x="2385" y="2613"/>
                  </a:lnTo>
                  <a:lnTo>
                    <a:pt x="2874" y="1928"/>
                  </a:lnTo>
                  <a:lnTo>
                    <a:pt x="2907" y="1470"/>
                  </a:lnTo>
                  <a:lnTo>
                    <a:pt x="2907" y="1176"/>
                  </a:lnTo>
                  <a:lnTo>
                    <a:pt x="2678" y="654"/>
                  </a:lnTo>
                  <a:lnTo>
                    <a:pt x="2287" y="262"/>
                  </a:lnTo>
                  <a:lnTo>
                    <a:pt x="1764" y="33"/>
                  </a:lnTo>
                  <a:lnTo>
                    <a:pt x="1470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5085702" y="1804222"/>
              <a:ext cx="34968" cy="34957"/>
            </a:xfrm>
            <a:custGeom>
              <a:avLst/>
              <a:gdLst/>
              <a:ahLst/>
              <a:cxnLst/>
              <a:rect l="l" t="t" r="r" b="b"/>
              <a:pathLst>
                <a:path w="2941" h="2940" extrusionOk="0">
                  <a:moveTo>
                    <a:pt x="1471" y="0"/>
                  </a:moveTo>
                  <a:lnTo>
                    <a:pt x="1013" y="66"/>
                  </a:lnTo>
                  <a:lnTo>
                    <a:pt x="327" y="556"/>
                  </a:lnTo>
                  <a:lnTo>
                    <a:pt x="1" y="1307"/>
                  </a:lnTo>
                  <a:lnTo>
                    <a:pt x="164" y="2123"/>
                  </a:lnTo>
                  <a:lnTo>
                    <a:pt x="458" y="2515"/>
                  </a:lnTo>
                  <a:lnTo>
                    <a:pt x="817" y="2809"/>
                  </a:lnTo>
                  <a:lnTo>
                    <a:pt x="1634" y="2940"/>
                  </a:lnTo>
                  <a:lnTo>
                    <a:pt x="2385" y="2613"/>
                  </a:lnTo>
                  <a:lnTo>
                    <a:pt x="2875" y="1927"/>
                  </a:lnTo>
                  <a:lnTo>
                    <a:pt x="2940" y="1470"/>
                  </a:lnTo>
                  <a:lnTo>
                    <a:pt x="2908" y="1176"/>
                  </a:lnTo>
                  <a:lnTo>
                    <a:pt x="2679" y="654"/>
                  </a:lnTo>
                  <a:lnTo>
                    <a:pt x="2287" y="262"/>
                  </a:lnTo>
                  <a:lnTo>
                    <a:pt x="1765" y="33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5142013" y="3383191"/>
              <a:ext cx="669894" cy="90114"/>
            </a:xfrm>
            <a:custGeom>
              <a:avLst/>
              <a:gdLst/>
              <a:ahLst/>
              <a:cxnLst/>
              <a:rect l="l" t="t" r="r" b="b"/>
              <a:pathLst>
                <a:path w="56341" h="7579" extrusionOk="0">
                  <a:moveTo>
                    <a:pt x="28154" y="1"/>
                  </a:moveTo>
                  <a:lnTo>
                    <a:pt x="25280" y="34"/>
                  </a:lnTo>
                  <a:lnTo>
                    <a:pt x="19760" y="197"/>
                  </a:lnTo>
                  <a:lnTo>
                    <a:pt x="14731" y="458"/>
                  </a:lnTo>
                  <a:lnTo>
                    <a:pt x="10223" y="883"/>
                  </a:lnTo>
                  <a:lnTo>
                    <a:pt x="6402" y="1405"/>
                  </a:lnTo>
                  <a:lnTo>
                    <a:pt x="3365" y="1993"/>
                  </a:lnTo>
                  <a:lnTo>
                    <a:pt x="1209" y="2679"/>
                  </a:lnTo>
                  <a:lnTo>
                    <a:pt x="295" y="3234"/>
                  </a:lnTo>
                  <a:lnTo>
                    <a:pt x="33" y="3594"/>
                  </a:lnTo>
                  <a:lnTo>
                    <a:pt x="1" y="3790"/>
                  </a:lnTo>
                  <a:lnTo>
                    <a:pt x="33" y="3985"/>
                  </a:lnTo>
                  <a:lnTo>
                    <a:pt x="295" y="4377"/>
                  </a:lnTo>
                  <a:lnTo>
                    <a:pt x="1209" y="4933"/>
                  </a:lnTo>
                  <a:lnTo>
                    <a:pt x="3365" y="5619"/>
                  </a:lnTo>
                  <a:lnTo>
                    <a:pt x="6402" y="6206"/>
                  </a:lnTo>
                  <a:lnTo>
                    <a:pt x="10223" y="6729"/>
                  </a:lnTo>
                  <a:lnTo>
                    <a:pt x="14731" y="7121"/>
                  </a:lnTo>
                  <a:lnTo>
                    <a:pt x="19760" y="7415"/>
                  </a:lnTo>
                  <a:lnTo>
                    <a:pt x="25280" y="7578"/>
                  </a:lnTo>
                  <a:lnTo>
                    <a:pt x="31061" y="7578"/>
                  </a:lnTo>
                  <a:lnTo>
                    <a:pt x="36581" y="7415"/>
                  </a:lnTo>
                  <a:lnTo>
                    <a:pt x="41611" y="7121"/>
                  </a:lnTo>
                  <a:lnTo>
                    <a:pt x="46118" y="6729"/>
                  </a:lnTo>
                  <a:lnTo>
                    <a:pt x="49939" y="6206"/>
                  </a:lnTo>
                  <a:lnTo>
                    <a:pt x="52977" y="5619"/>
                  </a:lnTo>
                  <a:lnTo>
                    <a:pt x="55132" y="4933"/>
                  </a:lnTo>
                  <a:lnTo>
                    <a:pt x="56047" y="4377"/>
                  </a:lnTo>
                  <a:lnTo>
                    <a:pt x="56308" y="3985"/>
                  </a:lnTo>
                  <a:lnTo>
                    <a:pt x="56341" y="3790"/>
                  </a:lnTo>
                  <a:lnTo>
                    <a:pt x="56308" y="3594"/>
                  </a:lnTo>
                  <a:lnTo>
                    <a:pt x="56047" y="3234"/>
                  </a:lnTo>
                  <a:lnTo>
                    <a:pt x="55132" y="2679"/>
                  </a:lnTo>
                  <a:lnTo>
                    <a:pt x="52977" y="1993"/>
                  </a:lnTo>
                  <a:lnTo>
                    <a:pt x="49939" y="1405"/>
                  </a:lnTo>
                  <a:lnTo>
                    <a:pt x="46118" y="883"/>
                  </a:lnTo>
                  <a:lnTo>
                    <a:pt x="41611" y="458"/>
                  </a:lnTo>
                  <a:lnTo>
                    <a:pt x="36581" y="197"/>
                  </a:lnTo>
                  <a:lnTo>
                    <a:pt x="31061" y="34"/>
                  </a:lnTo>
                  <a:lnTo>
                    <a:pt x="28154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5142013" y="3383191"/>
              <a:ext cx="669894" cy="90114"/>
            </a:xfrm>
            <a:custGeom>
              <a:avLst/>
              <a:gdLst/>
              <a:ahLst/>
              <a:cxnLst/>
              <a:rect l="l" t="t" r="r" b="b"/>
              <a:pathLst>
                <a:path w="56341" h="7579" extrusionOk="0">
                  <a:moveTo>
                    <a:pt x="28154" y="1"/>
                  </a:moveTo>
                  <a:lnTo>
                    <a:pt x="25280" y="34"/>
                  </a:lnTo>
                  <a:lnTo>
                    <a:pt x="19760" y="197"/>
                  </a:lnTo>
                  <a:lnTo>
                    <a:pt x="14731" y="458"/>
                  </a:lnTo>
                  <a:lnTo>
                    <a:pt x="10223" y="883"/>
                  </a:lnTo>
                  <a:lnTo>
                    <a:pt x="6402" y="1405"/>
                  </a:lnTo>
                  <a:lnTo>
                    <a:pt x="3365" y="1993"/>
                  </a:lnTo>
                  <a:lnTo>
                    <a:pt x="1209" y="2679"/>
                  </a:lnTo>
                  <a:lnTo>
                    <a:pt x="295" y="3234"/>
                  </a:lnTo>
                  <a:lnTo>
                    <a:pt x="33" y="3594"/>
                  </a:lnTo>
                  <a:lnTo>
                    <a:pt x="1" y="3790"/>
                  </a:lnTo>
                  <a:lnTo>
                    <a:pt x="33" y="3985"/>
                  </a:lnTo>
                  <a:lnTo>
                    <a:pt x="295" y="4377"/>
                  </a:lnTo>
                  <a:lnTo>
                    <a:pt x="1209" y="4933"/>
                  </a:lnTo>
                  <a:lnTo>
                    <a:pt x="3365" y="5619"/>
                  </a:lnTo>
                  <a:lnTo>
                    <a:pt x="6402" y="6206"/>
                  </a:lnTo>
                  <a:lnTo>
                    <a:pt x="10223" y="6729"/>
                  </a:lnTo>
                  <a:lnTo>
                    <a:pt x="14731" y="7121"/>
                  </a:lnTo>
                  <a:lnTo>
                    <a:pt x="19760" y="7415"/>
                  </a:lnTo>
                  <a:lnTo>
                    <a:pt x="25280" y="7578"/>
                  </a:lnTo>
                  <a:lnTo>
                    <a:pt x="31061" y="7578"/>
                  </a:lnTo>
                  <a:lnTo>
                    <a:pt x="36581" y="7415"/>
                  </a:lnTo>
                  <a:lnTo>
                    <a:pt x="41611" y="7121"/>
                  </a:lnTo>
                  <a:lnTo>
                    <a:pt x="46118" y="6729"/>
                  </a:lnTo>
                  <a:lnTo>
                    <a:pt x="49939" y="6206"/>
                  </a:lnTo>
                  <a:lnTo>
                    <a:pt x="52977" y="5619"/>
                  </a:lnTo>
                  <a:lnTo>
                    <a:pt x="55132" y="4933"/>
                  </a:lnTo>
                  <a:lnTo>
                    <a:pt x="56047" y="4377"/>
                  </a:lnTo>
                  <a:lnTo>
                    <a:pt x="56308" y="3985"/>
                  </a:lnTo>
                  <a:lnTo>
                    <a:pt x="56341" y="3790"/>
                  </a:lnTo>
                  <a:lnTo>
                    <a:pt x="56308" y="3594"/>
                  </a:lnTo>
                  <a:lnTo>
                    <a:pt x="56047" y="3234"/>
                  </a:lnTo>
                  <a:lnTo>
                    <a:pt x="55132" y="2679"/>
                  </a:lnTo>
                  <a:lnTo>
                    <a:pt x="52977" y="1993"/>
                  </a:lnTo>
                  <a:lnTo>
                    <a:pt x="49939" y="1405"/>
                  </a:lnTo>
                  <a:lnTo>
                    <a:pt x="46118" y="883"/>
                  </a:lnTo>
                  <a:lnTo>
                    <a:pt x="41611" y="458"/>
                  </a:lnTo>
                  <a:lnTo>
                    <a:pt x="36581" y="197"/>
                  </a:lnTo>
                  <a:lnTo>
                    <a:pt x="31061" y="34"/>
                  </a:lnTo>
                  <a:lnTo>
                    <a:pt x="281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3332355" y="3383191"/>
              <a:ext cx="618256" cy="90114"/>
            </a:xfrm>
            <a:custGeom>
              <a:avLst/>
              <a:gdLst/>
              <a:ahLst/>
              <a:cxnLst/>
              <a:rect l="l" t="t" r="r" b="b"/>
              <a:pathLst>
                <a:path w="51998" h="7579" extrusionOk="0">
                  <a:moveTo>
                    <a:pt x="25999" y="1"/>
                  </a:moveTo>
                  <a:lnTo>
                    <a:pt x="23321" y="34"/>
                  </a:lnTo>
                  <a:lnTo>
                    <a:pt x="18226" y="197"/>
                  </a:lnTo>
                  <a:lnTo>
                    <a:pt x="13588" y="458"/>
                  </a:lnTo>
                  <a:lnTo>
                    <a:pt x="9440" y="883"/>
                  </a:lnTo>
                  <a:lnTo>
                    <a:pt x="5880" y="1405"/>
                  </a:lnTo>
                  <a:lnTo>
                    <a:pt x="3104" y="1993"/>
                  </a:lnTo>
                  <a:lnTo>
                    <a:pt x="1111" y="2679"/>
                  </a:lnTo>
                  <a:lnTo>
                    <a:pt x="262" y="3234"/>
                  </a:lnTo>
                  <a:lnTo>
                    <a:pt x="1" y="3594"/>
                  </a:lnTo>
                  <a:lnTo>
                    <a:pt x="1" y="3790"/>
                  </a:lnTo>
                  <a:lnTo>
                    <a:pt x="1" y="3985"/>
                  </a:lnTo>
                  <a:lnTo>
                    <a:pt x="262" y="4377"/>
                  </a:lnTo>
                  <a:lnTo>
                    <a:pt x="1111" y="4933"/>
                  </a:lnTo>
                  <a:lnTo>
                    <a:pt x="3104" y="5619"/>
                  </a:lnTo>
                  <a:lnTo>
                    <a:pt x="5880" y="6206"/>
                  </a:lnTo>
                  <a:lnTo>
                    <a:pt x="9440" y="6729"/>
                  </a:lnTo>
                  <a:lnTo>
                    <a:pt x="13588" y="7121"/>
                  </a:lnTo>
                  <a:lnTo>
                    <a:pt x="18226" y="7415"/>
                  </a:lnTo>
                  <a:lnTo>
                    <a:pt x="23321" y="7578"/>
                  </a:lnTo>
                  <a:lnTo>
                    <a:pt x="28677" y="7578"/>
                  </a:lnTo>
                  <a:lnTo>
                    <a:pt x="33740" y="7415"/>
                  </a:lnTo>
                  <a:lnTo>
                    <a:pt x="38410" y="7121"/>
                  </a:lnTo>
                  <a:lnTo>
                    <a:pt x="42558" y="6729"/>
                  </a:lnTo>
                  <a:lnTo>
                    <a:pt x="46085" y="6206"/>
                  </a:lnTo>
                  <a:lnTo>
                    <a:pt x="48894" y="5619"/>
                  </a:lnTo>
                  <a:lnTo>
                    <a:pt x="50854" y="4933"/>
                  </a:lnTo>
                  <a:lnTo>
                    <a:pt x="51703" y="4377"/>
                  </a:lnTo>
                  <a:lnTo>
                    <a:pt x="51964" y="3985"/>
                  </a:lnTo>
                  <a:lnTo>
                    <a:pt x="51997" y="3790"/>
                  </a:lnTo>
                  <a:lnTo>
                    <a:pt x="51964" y="3594"/>
                  </a:lnTo>
                  <a:lnTo>
                    <a:pt x="51703" y="3234"/>
                  </a:lnTo>
                  <a:lnTo>
                    <a:pt x="50854" y="2679"/>
                  </a:lnTo>
                  <a:lnTo>
                    <a:pt x="48894" y="1993"/>
                  </a:lnTo>
                  <a:lnTo>
                    <a:pt x="46085" y="1405"/>
                  </a:lnTo>
                  <a:lnTo>
                    <a:pt x="42558" y="883"/>
                  </a:lnTo>
                  <a:lnTo>
                    <a:pt x="38410" y="458"/>
                  </a:lnTo>
                  <a:lnTo>
                    <a:pt x="33740" y="197"/>
                  </a:lnTo>
                  <a:lnTo>
                    <a:pt x="28677" y="34"/>
                  </a:lnTo>
                  <a:lnTo>
                    <a:pt x="25999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0"/>
            <p:cNvSpPr/>
            <p:nvPr/>
          </p:nvSpPr>
          <p:spPr>
            <a:xfrm>
              <a:off x="3332355" y="3383191"/>
              <a:ext cx="618256" cy="90114"/>
            </a:xfrm>
            <a:custGeom>
              <a:avLst/>
              <a:gdLst/>
              <a:ahLst/>
              <a:cxnLst/>
              <a:rect l="l" t="t" r="r" b="b"/>
              <a:pathLst>
                <a:path w="51998" h="7579" extrusionOk="0">
                  <a:moveTo>
                    <a:pt x="25999" y="1"/>
                  </a:moveTo>
                  <a:lnTo>
                    <a:pt x="23321" y="34"/>
                  </a:lnTo>
                  <a:lnTo>
                    <a:pt x="18226" y="197"/>
                  </a:lnTo>
                  <a:lnTo>
                    <a:pt x="13588" y="458"/>
                  </a:lnTo>
                  <a:lnTo>
                    <a:pt x="9440" y="883"/>
                  </a:lnTo>
                  <a:lnTo>
                    <a:pt x="5880" y="1405"/>
                  </a:lnTo>
                  <a:lnTo>
                    <a:pt x="3104" y="1993"/>
                  </a:lnTo>
                  <a:lnTo>
                    <a:pt x="1111" y="2679"/>
                  </a:lnTo>
                  <a:lnTo>
                    <a:pt x="262" y="3234"/>
                  </a:lnTo>
                  <a:lnTo>
                    <a:pt x="1" y="3594"/>
                  </a:lnTo>
                  <a:lnTo>
                    <a:pt x="1" y="3790"/>
                  </a:lnTo>
                  <a:lnTo>
                    <a:pt x="1" y="3985"/>
                  </a:lnTo>
                  <a:lnTo>
                    <a:pt x="262" y="4377"/>
                  </a:lnTo>
                  <a:lnTo>
                    <a:pt x="1111" y="4933"/>
                  </a:lnTo>
                  <a:lnTo>
                    <a:pt x="3104" y="5619"/>
                  </a:lnTo>
                  <a:lnTo>
                    <a:pt x="5880" y="6206"/>
                  </a:lnTo>
                  <a:lnTo>
                    <a:pt x="9440" y="6729"/>
                  </a:lnTo>
                  <a:lnTo>
                    <a:pt x="13588" y="7121"/>
                  </a:lnTo>
                  <a:lnTo>
                    <a:pt x="18226" y="7415"/>
                  </a:lnTo>
                  <a:lnTo>
                    <a:pt x="23321" y="7578"/>
                  </a:lnTo>
                  <a:lnTo>
                    <a:pt x="28677" y="7578"/>
                  </a:lnTo>
                  <a:lnTo>
                    <a:pt x="33740" y="7415"/>
                  </a:lnTo>
                  <a:lnTo>
                    <a:pt x="38410" y="7121"/>
                  </a:lnTo>
                  <a:lnTo>
                    <a:pt x="42558" y="6729"/>
                  </a:lnTo>
                  <a:lnTo>
                    <a:pt x="46085" y="6206"/>
                  </a:lnTo>
                  <a:lnTo>
                    <a:pt x="48894" y="5619"/>
                  </a:lnTo>
                  <a:lnTo>
                    <a:pt x="50854" y="4933"/>
                  </a:lnTo>
                  <a:lnTo>
                    <a:pt x="51703" y="4377"/>
                  </a:lnTo>
                  <a:lnTo>
                    <a:pt x="51964" y="3985"/>
                  </a:lnTo>
                  <a:lnTo>
                    <a:pt x="51997" y="3790"/>
                  </a:lnTo>
                  <a:lnTo>
                    <a:pt x="51964" y="3594"/>
                  </a:lnTo>
                  <a:lnTo>
                    <a:pt x="51703" y="3234"/>
                  </a:lnTo>
                  <a:lnTo>
                    <a:pt x="50854" y="2679"/>
                  </a:lnTo>
                  <a:lnTo>
                    <a:pt x="48894" y="1993"/>
                  </a:lnTo>
                  <a:lnTo>
                    <a:pt x="46085" y="1405"/>
                  </a:lnTo>
                  <a:lnTo>
                    <a:pt x="42558" y="883"/>
                  </a:lnTo>
                  <a:lnTo>
                    <a:pt x="38410" y="458"/>
                  </a:lnTo>
                  <a:lnTo>
                    <a:pt x="33740" y="197"/>
                  </a:lnTo>
                  <a:lnTo>
                    <a:pt x="28677" y="34"/>
                  </a:lnTo>
                  <a:lnTo>
                    <a:pt x="259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0"/>
            <p:cNvSpPr/>
            <p:nvPr/>
          </p:nvSpPr>
          <p:spPr>
            <a:xfrm>
              <a:off x="5113668" y="1839560"/>
              <a:ext cx="506015" cy="663676"/>
            </a:xfrm>
            <a:custGeom>
              <a:avLst/>
              <a:gdLst/>
              <a:ahLst/>
              <a:cxnLst/>
              <a:rect l="l" t="t" r="r" b="b"/>
              <a:pathLst>
                <a:path w="42558" h="55818" extrusionOk="0">
                  <a:moveTo>
                    <a:pt x="30114" y="0"/>
                  </a:moveTo>
                  <a:lnTo>
                    <a:pt x="23941" y="164"/>
                  </a:lnTo>
                  <a:lnTo>
                    <a:pt x="22602" y="294"/>
                  </a:lnTo>
                  <a:lnTo>
                    <a:pt x="22602" y="2319"/>
                  </a:lnTo>
                  <a:lnTo>
                    <a:pt x="22438" y="3169"/>
                  </a:lnTo>
                  <a:lnTo>
                    <a:pt x="21785" y="7708"/>
                  </a:lnTo>
                  <a:lnTo>
                    <a:pt x="21491" y="10844"/>
                  </a:lnTo>
                  <a:lnTo>
                    <a:pt x="21524" y="12052"/>
                  </a:lnTo>
                  <a:lnTo>
                    <a:pt x="21622" y="12705"/>
                  </a:lnTo>
                  <a:lnTo>
                    <a:pt x="21981" y="13947"/>
                  </a:lnTo>
                  <a:lnTo>
                    <a:pt x="22634" y="15090"/>
                  </a:lnTo>
                  <a:lnTo>
                    <a:pt x="23484" y="16037"/>
                  </a:lnTo>
                  <a:lnTo>
                    <a:pt x="24006" y="16461"/>
                  </a:lnTo>
                  <a:lnTo>
                    <a:pt x="24006" y="17343"/>
                  </a:lnTo>
                  <a:lnTo>
                    <a:pt x="23778" y="18258"/>
                  </a:lnTo>
                  <a:lnTo>
                    <a:pt x="22863" y="18846"/>
                  </a:lnTo>
                  <a:lnTo>
                    <a:pt x="22177" y="19466"/>
                  </a:lnTo>
                  <a:lnTo>
                    <a:pt x="20871" y="19662"/>
                  </a:lnTo>
                  <a:lnTo>
                    <a:pt x="17311" y="20087"/>
                  </a:lnTo>
                  <a:lnTo>
                    <a:pt x="15776" y="20217"/>
                  </a:lnTo>
                  <a:lnTo>
                    <a:pt x="14404" y="20511"/>
                  </a:lnTo>
                  <a:lnTo>
                    <a:pt x="14175" y="20675"/>
                  </a:lnTo>
                  <a:lnTo>
                    <a:pt x="13620" y="21295"/>
                  </a:lnTo>
                  <a:lnTo>
                    <a:pt x="13293" y="21687"/>
                  </a:lnTo>
                  <a:lnTo>
                    <a:pt x="4018" y="33053"/>
                  </a:lnTo>
                  <a:lnTo>
                    <a:pt x="2548" y="34947"/>
                  </a:lnTo>
                  <a:lnTo>
                    <a:pt x="262" y="38311"/>
                  </a:lnTo>
                  <a:lnTo>
                    <a:pt x="98" y="38605"/>
                  </a:lnTo>
                  <a:lnTo>
                    <a:pt x="0" y="39063"/>
                  </a:lnTo>
                  <a:lnTo>
                    <a:pt x="98" y="39585"/>
                  </a:lnTo>
                  <a:lnTo>
                    <a:pt x="850" y="40140"/>
                  </a:lnTo>
                  <a:lnTo>
                    <a:pt x="1078" y="40206"/>
                  </a:lnTo>
                  <a:lnTo>
                    <a:pt x="14306" y="42753"/>
                  </a:lnTo>
                  <a:lnTo>
                    <a:pt x="14371" y="53237"/>
                  </a:lnTo>
                  <a:lnTo>
                    <a:pt x="15482" y="53989"/>
                  </a:lnTo>
                  <a:lnTo>
                    <a:pt x="17768" y="55001"/>
                  </a:lnTo>
                  <a:lnTo>
                    <a:pt x="20642" y="55687"/>
                  </a:lnTo>
                  <a:lnTo>
                    <a:pt x="21132" y="55752"/>
                  </a:lnTo>
                  <a:lnTo>
                    <a:pt x="22634" y="55818"/>
                  </a:lnTo>
                  <a:lnTo>
                    <a:pt x="25411" y="55720"/>
                  </a:lnTo>
                  <a:lnTo>
                    <a:pt x="29003" y="55295"/>
                  </a:lnTo>
                  <a:lnTo>
                    <a:pt x="33739" y="53989"/>
                  </a:lnTo>
                  <a:lnTo>
                    <a:pt x="34392" y="53662"/>
                  </a:lnTo>
                  <a:lnTo>
                    <a:pt x="34262" y="49187"/>
                  </a:lnTo>
                  <a:lnTo>
                    <a:pt x="34686" y="49253"/>
                  </a:lnTo>
                  <a:lnTo>
                    <a:pt x="35437" y="49057"/>
                  </a:lnTo>
                  <a:lnTo>
                    <a:pt x="36058" y="48534"/>
                  </a:lnTo>
                  <a:lnTo>
                    <a:pt x="36515" y="47750"/>
                  </a:lnTo>
                  <a:lnTo>
                    <a:pt x="36646" y="47261"/>
                  </a:lnTo>
                  <a:lnTo>
                    <a:pt x="36842" y="46150"/>
                  </a:lnTo>
                  <a:lnTo>
                    <a:pt x="36940" y="45040"/>
                  </a:lnTo>
                  <a:lnTo>
                    <a:pt x="38867" y="38899"/>
                  </a:lnTo>
                  <a:lnTo>
                    <a:pt x="40663" y="32857"/>
                  </a:lnTo>
                  <a:lnTo>
                    <a:pt x="42558" y="26260"/>
                  </a:lnTo>
                  <a:lnTo>
                    <a:pt x="42558" y="26064"/>
                  </a:lnTo>
                  <a:lnTo>
                    <a:pt x="42362" y="25770"/>
                  </a:lnTo>
                  <a:lnTo>
                    <a:pt x="41970" y="25508"/>
                  </a:lnTo>
                  <a:lnTo>
                    <a:pt x="41872" y="25476"/>
                  </a:lnTo>
                  <a:lnTo>
                    <a:pt x="40794" y="25084"/>
                  </a:lnTo>
                  <a:lnTo>
                    <a:pt x="38704" y="24202"/>
                  </a:lnTo>
                  <a:lnTo>
                    <a:pt x="37724" y="23679"/>
                  </a:lnTo>
                  <a:lnTo>
                    <a:pt x="34686" y="21948"/>
                  </a:lnTo>
                  <a:lnTo>
                    <a:pt x="33314" y="21132"/>
                  </a:lnTo>
                  <a:lnTo>
                    <a:pt x="32890" y="20283"/>
                  </a:lnTo>
                  <a:lnTo>
                    <a:pt x="32106" y="19074"/>
                  </a:lnTo>
                  <a:lnTo>
                    <a:pt x="31290" y="18094"/>
                  </a:lnTo>
                  <a:lnTo>
                    <a:pt x="31192" y="18029"/>
                  </a:lnTo>
                  <a:lnTo>
                    <a:pt x="30767" y="14894"/>
                  </a:lnTo>
                  <a:lnTo>
                    <a:pt x="32923" y="12444"/>
                  </a:lnTo>
                  <a:lnTo>
                    <a:pt x="33804" y="11856"/>
                  </a:lnTo>
                  <a:lnTo>
                    <a:pt x="34784" y="11366"/>
                  </a:lnTo>
                  <a:lnTo>
                    <a:pt x="35144" y="11170"/>
                  </a:lnTo>
                  <a:lnTo>
                    <a:pt x="35862" y="10648"/>
                  </a:lnTo>
                  <a:lnTo>
                    <a:pt x="36156" y="10354"/>
                  </a:lnTo>
                  <a:lnTo>
                    <a:pt x="36417" y="10027"/>
                  </a:lnTo>
                  <a:lnTo>
                    <a:pt x="36679" y="9472"/>
                  </a:lnTo>
                  <a:lnTo>
                    <a:pt x="36777" y="8721"/>
                  </a:lnTo>
                  <a:lnTo>
                    <a:pt x="36189" y="7676"/>
                  </a:lnTo>
                  <a:lnTo>
                    <a:pt x="35895" y="7480"/>
                  </a:lnTo>
                  <a:lnTo>
                    <a:pt x="35144" y="7153"/>
                  </a:lnTo>
                  <a:lnTo>
                    <a:pt x="34327" y="6924"/>
                  </a:lnTo>
                  <a:lnTo>
                    <a:pt x="34360" y="6402"/>
                  </a:lnTo>
                  <a:lnTo>
                    <a:pt x="34327" y="3691"/>
                  </a:lnTo>
                  <a:lnTo>
                    <a:pt x="34131" y="1797"/>
                  </a:lnTo>
                  <a:lnTo>
                    <a:pt x="33935" y="1046"/>
                  </a:lnTo>
                  <a:lnTo>
                    <a:pt x="33837" y="882"/>
                  </a:lnTo>
                  <a:lnTo>
                    <a:pt x="33510" y="621"/>
                  </a:lnTo>
                  <a:lnTo>
                    <a:pt x="32661" y="294"/>
                  </a:lnTo>
                  <a:lnTo>
                    <a:pt x="301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0"/>
            <p:cNvSpPr/>
            <p:nvPr/>
          </p:nvSpPr>
          <p:spPr>
            <a:xfrm>
              <a:off x="5272887" y="2472155"/>
              <a:ext cx="384071" cy="915328"/>
            </a:xfrm>
            <a:custGeom>
              <a:avLst/>
              <a:gdLst/>
              <a:ahLst/>
              <a:cxnLst/>
              <a:rect l="l" t="t" r="r" b="b"/>
              <a:pathLst>
                <a:path w="32302" h="76983" extrusionOk="0">
                  <a:moveTo>
                    <a:pt x="1143" y="1"/>
                  </a:moveTo>
                  <a:lnTo>
                    <a:pt x="980" y="2091"/>
                  </a:lnTo>
                  <a:lnTo>
                    <a:pt x="360" y="13392"/>
                  </a:lnTo>
                  <a:lnTo>
                    <a:pt x="33" y="21459"/>
                  </a:lnTo>
                  <a:lnTo>
                    <a:pt x="0" y="24758"/>
                  </a:lnTo>
                  <a:lnTo>
                    <a:pt x="66" y="30571"/>
                  </a:lnTo>
                  <a:lnTo>
                    <a:pt x="523" y="40533"/>
                  </a:lnTo>
                  <a:lnTo>
                    <a:pt x="752" y="44877"/>
                  </a:lnTo>
                  <a:lnTo>
                    <a:pt x="817" y="46934"/>
                  </a:lnTo>
                  <a:lnTo>
                    <a:pt x="686" y="50592"/>
                  </a:lnTo>
                  <a:lnTo>
                    <a:pt x="523" y="53858"/>
                  </a:lnTo>
                  <a:lnTo>
                    <a:pt x="621" y="56961"/>
                  </a:lnTo>
                  <a:lnTo>
                    <a:pt x="882" y="58496"/>
                  </a:lnTo>
                  <a:lnTo>
                    <a:pt x="2744" y="68621"/>
                  </a:lnTo>
                  <a:lnTo>
                    <a:pt x="3756" y="74631"/>
                  </a:lnTo>
                  <a:lnTo>
                    <a:pt x="6108" y="76035"/>
                  </a:lnTo>
                  <a:lnTo>
                    <a:pt x="6173" y="74859"/>
                  </a:lnTo>
                  <a:lnTo>
                    <a:pt x="6598" y="68686"/>
                  </a:lnTo>
                  <a:lnTo>
                    <a:pt x="7055" y="64571"/>
                  </a:lnTo>
                  <a:lnTo>
                    <a:pt x="7382" y="63134"/>
                  </a:lnTo>
                  <a:lnTo>
                    <a:pt x="7676" y="61501"/>
                  </a:lnTo>
                  <a:lnTo>
                    <a:pt x="8133" y="55883"/>
                  </a:lnTo>
                  <a:lnTo>
                    <a:pt x="8655" y="45628"/>
                  </a:lnTo>
                  <a:lnTo>
                    <a:pt x="9015" y="41121"/>
                  </a:lnTo>
                  <a:lnTo>
                    <a:pt x="10321" y="29004"/>
                  </a:lnTo>
                  <a:lnTo>
                    <a:pt x="11138" y="21263"/>
                  </a:lnTo>
                  <a:lnTo>
                    <a:pt x="11922" y="23288"/>
                  </a:lnTo>
                  <a:lnTo>
                    <a:pt x="15776" y="33903"/>
                  </a:lnTo>
                  <a:lnTo>
                    <a:pt x="18192" y="41186"/>
                  </a:lnTo>
                  <a:lnTo>
                    <a:pt x="18911" y="43864"/>
                  </a:lnTo>
                  <a:lnTo>
                    <a:pt x="19564" y="46510"/>
                  </a:lnTo>
                  <a:lnTo>
                    <a:pt x="21687" y="53401"/>
                  </a:lnTo>
                  <a:lnTo>
                    <a:pt x="25313" y="64146"/>
                  </a:lnTo>
                  <a:lnTo>
                    <a:pt x="26652" y="68131"/>
                  </a:lnTo>
                  <a:lnTo>
                    <a:pt x="28644" y="74206"/>
                  </a:lnTo>
                  <a:lnTo>
                    <a:pt x="29526" y="76819"/>
                  </a:lnTo>
                  <a:lnTo>
                    <a:pt x="29918" y="76917"/>
                  </a:lnTo>
                  <a:lnTo>
                    <a:pt x="30734" y="76982"/>
                  </a:lnTo>
                  <a:lnTo>
                    <a:pt x="31159" y="76917"/>
                  </a:lnTo>
                  <a:lnTo>
                    <a:pt x="31518" y="76852"/>
                  </a:lnTo>
                  <a:lnTo>
                    <a:pt x="32106" y="76492"/>
                  </a:lnTo>
                  <a:lnTo>
                    <a:pt x="32302" y="76166"/>
                  </a:lnTo>
                  <a:lnTo>
                    <a:pt x="31453" y="70940"/>
                  </a:lnTo>
                  <a:lnTo>
                    <a:pt x="29885" y="60619"/>
                  </a:lnTo>
                  <a:lnTo>
                    <a:pt x="29134" y="55491"/>
                  </a:lnTo>
                  <a:lnTo>
                    <a:pt x="27370" y="44746"/>
                  </a:lnTo>
                  <a:lnTo>
                    <a:pt x="26619" y="41382"/>
                  </a:lnTo>
                  <a:lnTo>
                    <a:pt x="25900" y="38508"/>
                  </a:lnTo>
                  <a:lnTo>
                    <a:pt x="24855" y="33641"/>
                  </a:lnTo>
                  <a:lnTo>
                    <a:pt x="24431" y="30833"/>
                  </a:lnTo>
                  <a:lnTo>
                    <a:pt x="24365" y="29755"/>
                  </a:lnTo>
                  <a:lnTo>
                    <a:pt x="24267" y="28024"/>
                  </a:lnTo>
                  <a:lnTo>
                    <a:pt x="23320" y="19499"/>
                  </a:lnTo>
                  <a:lnTo>
                    <a:pt x="21426" y="4051"/>
                  </a:lnTo>
                  <a:lnTo>
                    <a:pt x="21001" y="752"/>
                  </a:lnTo>
                  <a:lnTo>
                    <a:pt x="20642" y="915"/>
                  </a:lnTo>
                  <a:lnTo>
                    <a:pt x="18062" y="1764"/>
                  </a:lnTo>
                  <a:lnTo>
                    <a:pt x="15580" y="2352"/>
                  </a:lnTo>
                  <a:lnTo>
                    <a:pt x="12607" y="2777"/>
                  </a:lnTo>
                  <a:lnTo>
                    <a:pt x="9341" y="2810"/>
                  </a:lnTo>
                  <a:lnTo>
                    <a:pt x="6826" y="2450"/>
                  </a:lnTo>
                  <a:lnTo>
                    <a:pt x="5161" y="2026"/>
                  </a:lnTo>
                  <a:lnTo>
                    <a:pt x="3495" y="1373"/>
                  </a:lnTo>
                  <a:lnTo>
                    <a:pt x="1895" y="523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0"/>
            <p:cNvSpPr/>
            <p:nvPr/>
          </p:nvSpPr>
          <p:spPr>
            <a:xfrm>
              <a:off x="5345499" y="2655451"/>
              <a:ext cx="59819" cy="69521"/>
            </a:xfrm>
            <a:custGeom>
              <a:avLst/>
              <a:gdLst/>
              <a:ahLst/>
              <a:cxnLst/>
              <a:rect l="l" t="t" r="r" b="b"/>
              <a:pathLst>
                <a:path w="5031" h="5847" fill="none" extrusionOk="0">
                  <a:moveTo>
                    <a:pt x="5031" y="5847"/>
                  </a:moveTo>
                  <a:lnTo>
                    <a:pt x="1" y="1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0"/>
            <p:cNvSpPr/>
            <p:nvPr/>
          </p:nvSpPr>
          <p:spPr>
            <a:xfrm>
              <a:off x="5330363" y="2660505"/>
              <a:ext cx="48939" cy="45444"/>
            </a:xfrm>
            <a:custGeom>
              <a:avLst/>
              <a:gdLst/>
              <a:ahLst/>
              <a:cxnLst/>
              <a:rect l="l" t="t" r="r" b="b"/>
              <a:pathLst>
                <a:path w="4116" h="3822" fill="none" extrusionOk="0">
                  <a:moveTo>
                    <a:pt x="0" y="0"/>
                  </a:moveTo>
                  <a:lnTo>
                    <a:pt x="4115" y="3822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5435209" y="2590984"/>
              <a:ext cx="66025" cy="74574"/>
            </a:xfrm>
            <a:custGeom>
              <a:avLst/>
              <a:gdLst/>
              <a:ahLst/>
              <a:cxnLst/>
              <a:rect l="l" t="t" r="r" b="b"/>
              <a:pathLst>
                <a:path w="5553" h="6272" fill="none" extrusionOk="0">
                  <a:moveTo>
                    <a:pt x="1" y="6272"/>
                  </a:moveTo>
                  <a:lnTo>
                    <a:pt x="425" y="5259"/>
                  </a:lnTo>
                  <a:lnTo>
                    <a:pt x="1536" y="3463"/>
                  </a:lnTo>
                  <a:lnTo>
                    <a:pt x="2940" y="1863"/>
                  </a:lnTo>
                  <a:lnTo>
                    <a:pt x="4638" y="556"/>
                  </a:lnTo>
                  <a:lnTo>
                    <a:pt x="5553" y="1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5502007" y="2498182"/>
              <a:ext cx="127770" cy="733958"/>
            </a:xfrm>
            <a:custGeom>
              <a:avLst/>
              <a:gdLst/>
              <a:ahLst/>
              <a:cxnLst/>
              <a:rect l="l" t="t" r="r" b="b"/>
              <a:pathLst>
                <a:path w="10746" h="61729" fill="none" extrusionOk="0">
                  <a:moveTo>
                    <a:pt x="229" y="0"/>
                  </a:moveTo>
                  <a:lnTo>
                    <a:pt x="131" y="261"/>
                  </a:lnTo>
                  <a:lnTo>
                    <a:pt x="0" y="1764"/>
                  </a:lnTo>
                  <a:lnTo>
                    <a:pt x="131" y="2874"/>
                  </a:lnTo>
                  <a:lnTo>
                    <a:pt x="360" y="3397"/>
                  </a:lnTo>
                  <a:lnTo>
                    <a:pt x="621" y="3821"/>
                  </a:lnTo>
                  <a:lnTo>
                    <a:pt x="1111" y="4377"/>
                  </a:lnTo>
                  <a:lnTo>
                    <a:pt x="1699" y="4671"/>
                  </a:lnTo>
                  <a:lnTo>
                    <a:pt x="1797" y="4671"/>
                  </a:lnTo>
                  <a:lnTo>
                    <a:pt x="1960" y="5552"/>
                  </a:lnTo>
                  <a:lnTo>
                    <a:pt x="2678" y="10419"/>
                  </a:lnTo>
                  <a:lnTo>
                    <a:pt x="3038" y="14044"/>
                  </a:lnTo>
                  <a:lnTo>
                    <a:pt x="3070" y="15645"/>
                  </a:lnTo>
                  <a:lnTo>
                    <a:pt x="2940" y="18192"/>
                  </a:lnTo>
                  <a:lnTo>
                    <a:pt x="2678" y="20740"/>
                  </a:lnTo>
                  <a:lnTo>
                    <a:pt x="2809" y="22928"/>
                  </a:lnTo>
                  <a:lnTo>
                    <a:pt x="3070" y="24463"/>
                  </a:lnTo>
                  <a:lnTo>
                    <a:pt x="3658" y="27370"/>
                  </a:lnTo>
                  <a:lnTo>
                    <a:pt x="4279" y="30244"/>
                  </a:lnTo>
                  <a:lnTo>
                    <a:pt x="4475" y="31910"/>
                  </a:lnTo>
                  <a:lnTo>
                    <a:pt x="4475" y="32857"/>
                  </a:lnTo>
                  <a:lnTo>
                    <a:pt x="4507" y="33771"/>
                  </a:lnTo>
                  <a:lnTo>
                    <a:pt x="4899" y="35404"/>
                  </a:lnTo>
                  <a:lnTo>
                    <a:pt x="5847" y="37495"/>
                  </a:lnTo>
                  <a:lnTo>
                    <a:pt x="6630" y="38670"/>
                  </a:lnTo>
                  <a:lnTo>
                    <a:pt x="6957" y="39356"/>
                  </a:lnTo>
                  <a:lnTo>
                    <a:pt x="7480" y="41381"/>
                  </a:lnTo>
                  <a:lnTo>
                    <a:pt x="7872" y="44909"/>
                  </a:lnTo>
                  <a:lnTo>
                    <a:pt x="7904" y="46640"/>
                  </a:lnTo>
                  <a:lnTo>
                    <a:pt x="7904" y="47325"/>
                  </a:lnTo>
                  <a:lnTo>
                    <a:pt x="8100" y="48763"/>
                  </a:lnTo>
                  <a:lnTo>
                    <a:pt x="8623" y="50918"/>
                  </a:lnTo>
                  <a:lnTo>
                    <a:pt x="9047" y="52323"/>
                  </a:lnTo>
                  <a:lnTo>
                    <a:pt x="9047" y="52845"/>
                  </a:lnTo>
                  <a:lnTo>
                    <a:pt x="9309" y="55425"/>
                  </a:lnTo>
                  <a:lnTo>
                    <a:pt x="9635" y="56993"/>
                  </a:lnTo>
                  <a:lnTo>
                    <a:pt x="9897" y="57450"/>
                  </a:lnTo>
                  <a:lnTo>
                    <a:pt x="10158" y="57908"/>
                  </a:lnTo>
                  <a:lnTo>
                    <a:pt x="10484" y="59214"/>
                  </a:lnTo>
                  <a:lnTo>
                    <a:pt x="10713" y="61304"/>
                  </a:lnTo>
                  <a:lnTo>
                    <a:pt x="10746" y="61729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5340458" y="2717981"/>
              <a:ext cx="52827" cy="658623"/>
            </a:xfrm>
            <a:custGeom>
              <a:avLst/>
              <a:gdLst/>
              <a:ahLst/>
              <a:cxnLst/>
              <a:rect l="l" t="t" r="r" b="b"/>
              <a:pathLst>
                <a:path w="4443" h="55393" fill="none" extrusionOk="0">
                  <a:moveTo>
                    <a:pt x="4410" y="0"/>
                  </a:moveTo>
                  <a:lnTo>
                    <a:pt x="4442" y="392"/>
                  </a:lnTo>
                  <a:lnTo>
                    <a:pt x="4377" y="3560"/>
                  </a:lnTo>
                  <a:lnTo>
                    <a:pt x="4050" y="6891"/>
                  </a:lnTo>
                  <a:lnTo>
                    <a:pt x="3691" y="8949"/>
                  </a:lnTo>
                  <a:lnTo>
                    <a:pt x="3005" y="12705"/>
                  </a:lnTo>
                  <a:lnTo>
                    <a:pt x="2221" y="16984"/>
                  </a:lnTo>
                  <a:lnTo>
                    <a:pt x="1927" y="20446"/>
                  </a:lnTo>
                  <a:lnTo>
                    <a:pt x="1862" y="22765"/>
                  </a:lnTo>
                  <a:lnTo>
                    <a:pt x="1829" y="26978"/>
                  </a:lnTo>
                  <a:lnTo>
                    <a:pt x="2058" y="30570"/>
                  </a:lnTo>
                  <a:lnTo>
                    <a:pt x="2091" y="32628"/>
                  </a:lnTo>
                  <a:lnTo>
                    <a:pt x="1993" y="33837"/>
                  </a:lnTo>
                  <a:lnTo>
                    <a:pt x="1829" y="35176"/>
                  </a:lnTo>
                  <a:lnTo>
                    <a:pt x="1241" y="38278"/>
                  </a:lnTo>
                  <a:lnTo>
                    <a:pt x="556" y="41381"/>
                  </a:lnTo>
                  <a:lnTo>
                    <a:pt x="66" y="44092"/>
                  </a:lnTo>
                  <a:lnTo>
                    <a:pt x="0" y="45105"/>
                  </a:lnTo>
                  <a:lnTo>
                    <a:pt x="131" y="51473"/>
                  </a:lnTo>
                  <a:lnTo>
                    <a:pt x="262" y="55393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5355605" y="2508277"/>
              <a:ext cx="25635" cy="18644"/>
            </a:xfrm>
            <a:custGeom>
              <a:avLst/>
              <a:gdLst/>
              <a:ahLst/>
              <a:cxnLst/>
              <a:rect l="l" t="t" r="r" b="b"/>
              <a:pathLst>
                <a:path w="2156" h="1568" fill="none" extrusionOk="0">
                  <a:moveTo>
                    <a:pt x="0" y="0"/>
                  </a:moveTo>
                  <a:lnTo>
                    <a:pt x="294" y="1143"/>
                  </a:lnTo>
                  <a:lnTo>
                    <a:pt x="2156" y="1568"/>
                  </a:lnTo>
                  <a:lnTo>
                    <a:pt x="1862" y="131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5381228" y="2504781"/>
              <a:ext cx="60984" cy="22139"/>
            </a:xfrm>
            <a:custGeom>
              <a:avLst/>
              <a:gdLst/>
              <a:ahLst/>
              <a:cxnLst/>
              <a:rect l="l" t="t" r="r" b="b"/>
              <a:pathLst>
                <a:path w="5129" h="1862" fill="none" extrusionOk="0">
                  <a:moveTo>
                    <a:pt x="1" y="1862"/>
                  </a:moveTo>
                  <a:lnTo>
                    <a:pt x="425" y="1829"/>
                  </a:lnTo>
                  <a:lnTo>
                    <a:pt x="2744" y="1601"/>
                  </a:lnTo>
                  <a:lnTo>
                    <a:pt x="4443" y="1339"/>
                  </a:lnTo>
                  <a:lnTo>
                    <a:pt x="5128" y="1143"/>
                  </a:lnTo>
                  <a:lnTo>
                    <a:pt x="4704" y="0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5455398" y="2501286"/>
              <a:ext cx="42340" cy="17098"/>
            </a:xfrm>
            <a:custGeom>
              <a:avLst/>
              <a:gdLst/>
              <a:ahLst/>
              <a:cxnLst/>
              <a:rect l="l" t="t" r="r" b="b"/>
              <a:pathLst>
                <a:path w="3561" h="1438" fill="none" extrusionOk="0">
                  <a:moveTo>
                    <a:pt x="1" y="0"/>
                  </a:moveTo>
                  <a:lnTo>
                    <a:pt x="426" y="1437"/>
                  </a:lnTo>
                  <a:lnTo>
                    <a:pt x="752" y="1405"/>
                  </a:lnTo>
                  <a:lnTo>
                    <a:pt x="2385" y="1241"/>
                  </a:lnTo>
                  <a:lnTo>
                    <a:pt x="3332" y="1013"/>
                  </a:lnTo>
                  <a:lnTo>
                    <a:pt x="3561" y="882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5311719" y="2492737"/>
              <a:ext cx="47394" cy="29142"/>
            </a:xfrm>
            <a:custGeom>
              <a:avLst/>
              <a:gdLst/>
              <a:ahLst/>
              <a:cxnLst/>
              <a:rect l="l" t="t" r="r" b="b"/>
              <a:pathLst>
                <a:path w="3986" h="2451" fill="none" extrusionOk="0">
                  <a:moveTo>
                    <a:pt x="3985" y="2450"/>
                  </a:moveTo>
                  <a:lnTo>
                    <a:pt x="3299" y="2385"/>
                  </a:lnTo>
                  <a:lnTo>
                    <a:pt x="1927" y="2026"/>
                  </a:lnTo>
                  <a:lnTo>
                    <a:pt x="1274" y="1732"/>
                  </a:lnTo>
                  <a:lnTo>
                    <a:pt x="0" y="1013"/>
                  </a:lnTo>
                  <a:lnTo>
                    <a:pt x="425" y="1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5232889" y="3359506"/>
              <a:ext cx="111076" cy="83503"/>
            </a:xfrm>
            <a:custGeom>
              <a:avLst/>
              <a:gdLst/>
              <a:ahLst/>
              <a:cxnLst/>
              <a:rect l="l" t="t" r="r" b="b"/>
              <a:pathLst>
                <a:path w="9342" h="7023" extrusionOk="0">
                  <a:moveTo>
                    <a:pt x="7120" y="1"/>
                  </a:moveTo>
                  <a:lnTo>
                    <a:pt x="6369" y="490"/>
                  </a:lnTo>
                  <a:lnTo>
                    <a:pt x="2711" y="3169"/>
                  </a:lnTo>
                  <a:lnTo>
                    <a:pt x="1078" y="4638"/>
                  </a:lnTo>
                  <a:lnTo>
                    <a:pt x="327" y="5488"/>
                  </a:lnTo>
                  <a:lnTo>
                    <a:pt x="131" y="5880"/>
                  </a:lnTo>
                  <a:lnTo>
                    <a:pt x="0" y="6206"/>
                  </a:lnTo>
                  <a:lnTo>
                    <a:pt x="33" y="6663"/>
                  </a:lnTo>
                  <a:lnTo>
                    <a:pt x="392" y="6925"/>
                  </a:lnTo>
                  <a:lnTo>
                    <a:pt x="1013" y="7023"/>
                  </a:lnTo>
                  <a:lnTo>
                    <a:pt x="2287" y="6892"/>
                  </a:lnTo>
                  <a:lnTo>
                    <a:pt x="4279" y="6369"/>
                  </a:lnTo>
                  <a:lnTo>
                    <a:pt x="5259" y="5977"/>
                  </a:lnTo>
                  <a:lnTo>
                    <a:pt x="5716" y="5782"/>
                  </a:lnTo>
                  <a:lnTo>
                    <a:pt x="6565" y="5194"/>
                  </a:lnTo>
                  <a:lnTo>
                    <a:pt x="7643" y="4116"/>
                  </a:lnTo>
                  <a:lnTo>
                    <a:pt x="9113" y="1862"/>
                  </a:lnTo>
                  <a:lnTo>
                    <a:pt x="9341" y="1405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rgbClr val="FFFFFF"/>
            </a:solidFill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5626269" y="3378149"/>
              <a:ext cx="67583" cy="94371"/>
            </a:xfrm>
            <a:custGeom>
              <a:avLst/>
              <a:gdLst/>
              <a:ahLst/>
              <a:cxnLst/>
              <a:rect l="l" t="t" r="r" b="b"/>
              <a:pathLst>
                <a:path w="5684" h="7937" extrusionOk="0">
                  <a:moveTo>
                    <a:pt x="2548" y="0"/>
                  </a:moveTo>
                  <a:lnTo>
                    <a:pt x="2352" y="98"/>
                  </a:lnTo>
                  <a:lnTo>
                    <a:pt x="1242" y="523"/>
                  </a:lnTo>
                  <a:lnTo>
                    <a:pt x="393" y="686"/>
                  </a:lnTo>
                  <a:lnTo>
                    <a:pt x="1" y="654"/>
                  </a:lnTo>
                  <a:lnTo>
                    <a:pt x="1" y="654"/>
                  </a:lnTo>
                  <a:lnTo>
                    <a:pt x="262" y="1927"/>
                  </a:lnTo>
                  <a:lnTo>
                    <a:pt x="1177" y="4377"/>
                  </a:lnTo>
                  <a:lnTo>
                    <a:pt x="1797" y="5520"/>
                  </a:lnTo>
                  <a:lnTo>
                    <a:pt x="2352" y="6304"/>
                  </a:lnTo>
                  <a:lnTo>
                    <a:pt x="3626" y="7512"/>
                  </a:lnTo>
                  <a:lnTo>
                    <a:pt x="4541" y="7937"/>
                  </a:lnTo>
                  <a:lnTo>
                    <a:pt x="5063" y="7872"/>
                  </a:lnTo>
                  <a:lnTo>
                    <a:pt x="5455" y="7480"/>
                  </a:lnTo>
                  <a:lnTo>
                    <a:pt x="5684" y="6696"/>
                  </a:lnTo>
                  <a:lnTo>
                    <a:pt x="5684" y="6108"/>
                  </a:lnTo>
                  <a:lnTo>
                    <a:pt x="5651" y="5487"/>
                  </a:lnTo>
                  <a:lnTo>
                    <a:pt x="5390" y="4312"/>
                  </a:lnTo>
                  <a:lnTo>
                    <a:pt x="4704" y="2711"/>
                  </a:lnTo>
                  <a:lnTo>
                    <a:pt x="2940" y="327"/>
                  </a:lnTo>
                  <a:lnTo>
                    <a:pt x="2548" y="0"/>
                  </a:lnTo>
                  <a:close/>
                </a:path>
              </a:pathLst>
            </a:custGeom>
            <a:solidFill>
              <a:srgbClr val="FFFFFF"/>
            </a:solidFill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5370361" y="1870236"/>
              <a:ext cx="180193" cy="169718"/>
            </a:xfrm>
            <a:custGeom>
              <a:avLst/>
              <a:gdLst/>
              <a:ahLst/>
              <a:cxnLst/>
              <a:rect l="l" t="t" r="r" b="b"/>
              <a:pathLst>
                <a:path w="15155" h="14274" fill="none" extrusionOk="0">
                  <a:moveTo>
                    <a:pt x="980" y="1"/>
                  </a:moveTo>
                  <a:lnTo>
                    <a:pt x="817" y="1013"/>
                  </a:lnTo>
                  <a:lnTo>
                    <a:pt x="164" y="6108"/>
                  </a:lnTo>
                  <a:lnTo>
                    <a:pt x="0" y="9309"/>
                  </a:lnTo>
                  <a:lnTo>
                    <a:pt x="98" y="10256"/>
                  </a:lnTo>
                  <a:lnTo>
                    <a:pt x="294" y="11073"/>
                  </a:lnTo>
                  <a:lnTo>
                    <a:pt x="915" y="12379"/>
                  </a:lnTo>
                  <a:lnTo>
                    <a:pt x="1699" y="13294"/>
                  </a:lnTo>
                  <a:lnTo>
                    <a:pt x="2580" y="13881"/>
                  </a:lnTo>
                  <a:lnTo>
                    <a:pt x="3560" y="14175"/>
                  </a:lnTo>
                  <a:lnTo>
                    <a:pt x="4573" y="14273"/>
                  </a:lnTo>
                  <a:lnTo>
                    <a:pt x="6075" y="14077"/>
                  </a:lnTo>
                  <a:lnTo>
                    <a:pt x="6957" y="13751"/>
                  </a:lnTo>
                  <a:lnTo>
                    <a:pt x="7774" y="13392"/>
                  </a:lnTo>
                  <a:lnTo>
                    <a:pt x="9243" y="12216"/>
                  </a:lnTo>
                  <a:lnTo>
                    <a:pt x="11007" y="10256"/>
                  </a:lnTo>
                  <a:lnTo>
                    <a:pt x="11432" y="9668"/>
                  </a:lnTo>
                  <a:lnTo>
                    <a:pt x="11464" y="9636"/>
                  </a:lnTo>
                  <a:lnTo>
                    <a:pt x="11530" y="9603"/>
                  </a:lnTo>
                  <a:lnTo>
                    <a:pt x="11987" y="9472"/>
                  </a:lnTo>
                  <a:lnTo>
                    <a:pt x="13489" y="8688"/>
                  </a:lnTo>
                  <a:lnTo>
                    <a:pt x="14469" y="7839"/>
                  </a:lnTo>
                  <a:lnTo>
                    <a:pt x="14861" y="7251"/>
                  </a:lnTo>
                  <a:lnTo>
                    <a:pt x="15024" y="6925"/>
                  </a:lnTo>
                  <a:lnTo>
                    <a:pt x="15155" y="6369"/>
                  </a:lnTo>
                  <a:lnTo>
                    <a:pt x="15024" y="5684"/>
                  </a:lnTo>
                  <a:lnTo>
                    <a:pt x="14208" y="4834"/>
                  </a:lnTo>
                  <a:lnTo>
                    <a:pt x="13979" y="47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5471711" y="1872174"/>
              <a:ext cx="79235" cy="166222"/>
            </a:xfrm>
            <a:custGeom>
              <a:avLst/>
              <a:gdLst/>
              <a:ahLst/>
              <a:cxnLst/>
              <a:rect l="l" t="t" r="r" b="b"/>
              <a:pathLst>
                <a:path w="6664" h="13980" extrusionOk="0">
                  <a:moveTo>
                    <a:pt x="2156" y="1"/>
                  </a:moveTo>
                  <a:lnTo>
                    <a:pt x="1699" y="2581"/>
                  </a:lnTo>
                  <a:lnTo>
                    <a:pt x="1079" y="7317"/>
                  </a:lnTo>
                  <a:lnTo>
                    <a:pt x="1013" y="8199"/>
                  </a:lnTo>
                  <a:lnTo>
                    <a:pt x="458" y="9897"/>
                  </a:lnTo>
                  <a:lnTo>
                    <a:pt x="1" y="10681"/>
                  </a:lnTo>
                  <a:lnTo>
                    <a:pt x="66" y="11334"/>
                  </a:lnTo>
                  <a:lnTo>
                    <a:pt x="360" y="13327"/>
                  </a:lnTo>
                  <a:lnTo>
                    <a:pt x="393" y="13588"/>
                  </a:lnTo>
                  <a:lnTo>
                    <a:pt x="458" y="13980"/>
                  </a:lnTo>
                  <a:lnTo>
                    <a:pt x="785" y="13457"/>
                  </a:lnTo>
                  <a:lnTo>
                    <a:pt x="948" y="13980"/>
                  </a:lnTo>
                  <a:lnTo>
                    <a:pt x="817" y="13327"/>
                  </a:lnTo>
                  <a:lnTo>
                    <a:pt x="785" y="12085"/>
                  </a:lnTo>
                  <a:lnTo>
                    <a:pt x="981" y="11628"/>
                  </a:lnTo>
                  <a:lnTo>
                    <a:pt x="2940" y="9440"/>
                  </a:lnTo>
                  <a:lnTo>
                    <a:pt x="3234" y="9342"/>
                  </a:lnTo>
                  <a:lnTo>
                    <a:pt x="4802" y="8558"/>
                  </a:lnTo>
                  <a:lnTo>
                    <a:pt x="5880" y="7676"/>
                  </a:lnTo>
                  <a:lnTo>
                    <a:pt x="6337" y="7088"/>
                  </a:lnTo>
                  <a:lnTo>
                    <a:pt x="6500" y="6729"/>
                  </a:lnTo>
                  <a:lnTo>
                    <a:pt x="6664" y="6043"/>
                  </a:lnTo>
                  <a:lnTo>
                    <a:pt x="6566" y="5521"/>
                  </a:lnTo>
                  <a:lnTo>
                    <a:pt x="6370" y="5129"/>
                  </a:lnTo>
                  <a:lnTo>
                    <a:pt x="6239" y="5031"/>
                  </a:lnTo>
                  <a:lnTo>
                    <a:pt x="5488" y="4639"/>
                  </a:lnTo>
                  <a:lnTo>
                    <a:pt x="4704" y="4312"/>
                  </a:lnTo>
                  <a:lnTo>
                    <a:pt x="4018" y="5782"/>
                  </a:lnTo>
                  <a:lnTo>
                    <a:pt x="3463" y="5880"/>
                  </a:lnTo>
                  <a:lnTo>
                    <a:pt x="3463" y="5880"/>
                  </a:lnTo>
                  <a:lnTo>
                    <a:pt x="3495" y="5684"/>
                  </a:lnTo>
                  <a:lnTo>
                    <a:pt x="3463" y="4639"/>
                  </a:lnTo>
                  <a:lnTo>
                    <a:pt x="3234" y="3822"/>
                  </a:lnTo>
                  <a:lnTo>
                    <a:pt x="3006" y="3463"/>
                  </a:lnTo>
                  <a:lnTo>
                    <a:pt x="2777" y="3071"/>
                  </a:lnTo>
                  <a:lnTo>
                    <a:pt x="2418" y="1993"/>
                  </a:lnTo>
                  <a:lnTo>
                    <a:pt x="2189" y="328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5370361" y="1870236"/>
              <a:ext cx="180193" cy="169718"/>
            </a:xfrm>
            <a:custGeom>
              <a:avLst/>
              <a:gdLst/>
              <a:ahLst/>
              <a:cxnLst/>
              <a:rect l="l" t="t" r="r" b="b"/>
              <a:pathLst>
                <a:path w="15155" h="14274" fill="none" extrusionOk="0">
                  <a:moveTo>
                    <a:pt x="980" y="1"/>
                  </a:moveTo>
                  <a:lnTo>
                    <a:pt x="817" y="1013"/>
                  </a:lnTo>
                  <a:lnTo>
                    <a:pt x="164" y="6108"/>
                  </a:lnTo>
                  <a:lnTo>
                    <a:pt x="0" y="9309"/>
                  </a:lnTo>
                  <a:lnTo>
                    <a:pt x="98" y="10256"/>
                  </a:lnTo>
                  <a:lnTo>
                    <a:pt x="294" y="11073"/>
                  </a:lnTo>
                  <a:lnTo>
                    <a:pt x="915" y="12379"/>
                  </a:lnTo>
                  <a:lnTo>
                    <a:pt x="1699" y="13294"/>
                  </a:lnTo>
                  <a:lnTo>
                    <a:pt x="2580" y="13881"/>
                  </a:lnTo>
                  <a:lnTo>
                    <a:pt x="3560" y="14175"/>
                  </a:lnTo>
                  <a:lnTo>
                    <a:pt x="4573" y="14273"/>
                  </a:lnTo>
                  <a:lnTo>
                    <a:pt x="6075" y="14077"/>
                  </a:lnTo>
                  <a:lnTo>
                    <a:pt x="6957" y="13751"/>
                  </a:lnTo>
                  <a:lnTo>
                    <a:pt x="7774" y="13392"/>
                  </a:lnTo>
                  <a:lnTo>
                    <a:pt x="9243" y="12216"/>
                  </a:lnTo>
                  <a:lnTo>
                    <a:pt x="11007" y="10256"/>
                  </a:lnTo>
                  <a:lnTo>
                    <a:pt x="11432" y="9668"/>
                  </a:lnTo>
                  <a:lnTo>
                    <a:pt x="11464" y="9636"/>
                  </a:lnTo>
                  <a:lnTo>
                    <a:pt x="11530" y="9603"/>
                  </a:lnTo>
                  <a:lnTo>
                    <a:pt x="11987" y="9472"/>
                  </a:lnTo>
                  <a:lnTo>
                    <a:pt x="13489" y="8688"/>
                  </a:lnTo>
                  <a:lnTo>
                    <a:pt x="14469" y="7839"/>
                  </a:lnTo>
                  <a:lnTo>
                    <a:pt x="14861" y="7251"/>
                  </a:lnTo>
                  <a:lnTo>
                    <a:pt x="15024" y="6925"/>
                  </a:lnTo>
                  <a:lnTo>
                    <a:pt x="15155" y="6369"/>
                  </a:lnTo>
                  <a:lnTo>
                    <a:pt x="15024" y="5684"/>
                  </a:lnTo>
                  <a:lnTo>
                    <a:pt x="14208" y="4834"/>
                  </a:lnTo>
                  <a:lnTo>
                    <a:pt x="13979" y="4769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5441808" y="1913729"/>
              <a:ext cx="7788" cy="13995"/>
            </a:xfrm>
            <a:custGeom>
              <a:avLst/>
              <a:gdLst/>
              <a:ahLst/>
              <a:cxnLst/>
              <a:rect l="l" t="t" r="r" b="b"/>
              <a:pathLst>
                <a:path w="655" h="1177" extrusionOk="0">
                  <a:moveTo>
                    <a:pt x="360" y="1"/>
                  </a:moveTo>
                  <a:lnTo>
                    <a:pt x="131" y="295"/>
                  </a:lnTo>
                  <a:lnTo>
                    <a:pt x="33" y="523"/>
                  </a:lnTo>
                  <a:lnTo>
                    <a:pt x="1" y="752"/>
                  </a:lnTo>
                  <a:lnTo>
                    <a:pt x="99" y="1111"/>
                  </a:lnTo>
                  <a:lnTo>
                    <a:pt x="197" y="1176"/>
                  </a:lnTo>
                  <a:lnTo>
                    <a:pt x="327" y="1176"/>
                  </a:lnTo>
                  <a:lnTo>
                    <a:pt x="556" y="882"/>
                  </a:lnTo>
                  <a:lnTo>
                    <a:pt x="621" y="654"/>
                  </a:lnTo>
                  <a:lnTo>
                    <a:pt x="654" y="425"/>
                  </a:lnTo>
                  <a:lnTo>
                    <a:pt x="589" y="66"/>
                  </a:lnTo>
                  <a:lnTo>
                    <a:pt x="49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5400264" y="1903635"/>
              <a:ext cx="7776" cy="13995"/>
            </a:xfrm>
            <a:custGeom>
              <a:avLst/>
              <a:gdLst/>
              <a:ahLst/>
              <a:cxnLst/>
              <a:rect l="l" t="t" r="r" b="b"/>
              <a:pathLst>
                <a:path w="654" h="1177" extrusionOk="0">
                  <a:moveTo>
                    <a:pt x="359" y="0"/>
                  </a:moveTo>
                  <a:lnTo>
                    <a:pt x="98" y="262"/>
                  </a:lnTo>
                  <a:lnTo>
                    <a:pt x="33" y="523"/>
                  </a:lnTo>
                  <a:lnTo>
                    <a:pt x="0" y="752"/>
                  </a:lnTo>
                  <a:lnTo>
                    <a:pt x="65" y="1111"/>
                  </a:lnTo>
                  <a:lnTo>
                    <a:pt x="196" y="1176"/>
                  </a:lnTo>
                  <a:lnTo>
                    <a:pt x="294" y="1144"/>
                  </a:lnTo>
                  <a:lnTo>
                    <a:pt x="555" y="882"/>
                  </a:lnTo>
                  <a:lnTo>
                    <a:pt x="621" y="654"/>
                  </a:lnTo>
                  <a:lnTo>
                    <a:pt x="653" y="425"/>
                  </a:lnTo>
                  <a:lnTo>
                    <a:pt x="555" y="66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5445696" y="1888879"/>
              <a:ext cx="22532" cy="13995"/>
            </a:xfrm>
            <a:custGeom>
              <a:avLst/>
              <a:gdLst/>
              <a:ahLst/>
              <a:cxnLst/>
              <a:rect l="l" t="t" r="r" b="b"/>
              <a:pathLst>
                <a:path w="1895" h="1177" fill="none" extrusionOk="0">
                  <a:moveTo>
                    <a:pt x="1895" y="1176"/>
                  </a:moveTo>
                  <a:lnTo>
                    <a:pt x="1568" y="686"/>
                  </a:lnTo>
                  <a:lnTo>
                    <a:pt x="588" y="66"/>
                  </a:lnTo>
                  <a:lnTo>
                    <a:pt x="0" y="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5390942" y="1887714"/>
              <a:ext cx="22924" cy="6218"/>
            </a:xfrm>
            <a:custGeom>
              <a:avLst/>
              <a:gdLst/>
              <a:ahLst/>
              <a:cxnLst/>
              <a:rect l="l" t="t" r="r" b="b"/>
              <a:pathLst>
                <a:path w="1928" h="523" fill="none" extrusionOk="0">
                  <a:moveTo>
                    <a:pt x="1927" y="164"/>
                  </a:moveTo>
                  <a:lnTo>
                    <a:pt x="1666" y="66"/>
                  </a:lnTo>
                  <a:lnTo>
                    <a:pt x="1143" y="0"/>
                  </a:lnTo>
                  <a:lnTo>
                    <a:pt x="653" y="98"/>
                  </a:lnTo>
                  <a:lnTo>
                    <a:pt x="196" y="360"/>
                  </a:lnTo>
                  <a:lnTo>
                    <a:pt x="0" y="523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5408421" y="1907130"/>
              <a:ext cx="10107" cy="42340"/>
            </a:xfrm>
            <a:custGeom>
              <a:avLst/>
              <a:gdLst/>
              <a:ahLst/>
              <a:cxnLst/>
              <a:rect l="l" t="t" r="r" b="b"/>
              <a:pathLst>
                <a:path w="850" h="3561" fill="none" extrusionOk="0">
                  <a:moveTo>
                    <a:pt x="686" y="0"/>
                  </a:moveTo>
                  <a:lnTo>
                    <a:pt x="653" y="817"/>
                  </a:lnTo>
                  <a:lnTo>
                    <a:pt x="555" y="1633"/>
                  </a:lnTo>
                  <a:lnTo>
                    <a:pt x="425" y="2091"/>
                  </a:lnTo>
                  <a:lnTo>
                    <a:pt x="98" y="2515"/>
                  </a:lnTo>
                  <a:lnTo>
                    <a:pt x="0" y="2809"/>
                  </a:lnTo>
                  <a:lnTo>
                    <a:pt x="33" y="2973"/>
                  </a:lnTo>
                  <a:lnTo>
                    <a:pt x="98" y="3168"/>
                  </a:lnTo>
                  <a:lnTo>
                    <a:pt x="359" y="3397"/>
                  </a:lnTo>
                  <a:lnTo>
                    <a:pt x="751" y="3560"/>
                  </a:lnTo>
                  <a:lnTo>
                    <a:pt x="849" y="356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5427052" y="1972371"/>
              <a:ext cx="20593" cy="3508"/>
            </a:xfrm>
            <a:custGeom>
              <a:avLst/>
              <a:gdLst/>
              <a:ahLst/>
              <a:cxnLst/>
              <a:rect l="l" t="t" r="r" b="b"/>
              <a:pathLst>
                <a:path w="1732" h="295" fill="none" extrusionOk="0">
                  <a:moveTo>
                    <a:pt x="1" y="196"/>
                  </a:moveTo>
                  <a:lnTo>
                    <a:pt x="425" y="294"/>
                  </a:lnTo>
                  <a:lnTo>
                    <a:pt x="1340" y="196"/>
                  </a:lnTo>
                  <a:lnTo>
                    <a:pt x="1732" y="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5317938" y="1773546"/>
              <a:ext cx="232616" cy="172429"/>
            </a:xfrm>
            <a:custGeom>
              <a:avLst/>
              <a:gdLst/>
              <a:ahLst/>
              <a:cxnLst/>
              <a:rect l="l" t="t" r="r" b="b"/>
              <a:pathLst>
                <a:path w="19564" h="14502" extrusionOk="0">
                  <a:moveTo>
                    <a:pt x="10256" y="0"/>
                  </a:moveTo>
                  <a:lnTo>
                    <a:pt x="9276" y="33"/>
                  </a:lnTo>
                  <a:lnTo>
                    <a:pt x="7512" y="457"/>
                  </a:lnTo>
                  <a:lnTo>
                    <a:pt x="5912" y="1045"/>
                  </a:lnTo>
                  <a:lnTo>
                    <a:pt x="4507" y="1535"/>
                  </a:lnTo>
                  <a:lnTo>
                    <a:pt x="3887" y="1633"/>
                  </a:lnTo>
                  <a:lnTo>
                    <a:pt x="3299" y="1633"/>
                  </a:lnTo>
                  <a:lnTo>
                    <a:pt x="2254" y="1339"/>
                  </a:lnTo>
                  <a:lnTo>
                    <a:pt x="1339" y="1176"/>
                  </a:lnTo>
                  <a:lnTo>
                    <a:pt x="719" y="1437"/>
                  </a:lnTo>
                  <a:lnTo>
                    <a:pt x="327" y="1894"/>
                  </a:lnTo>
                  <a:lnTo>
                    <a:pt x="131" y="2254"/>
                  </a:lnTo>
                  <a:lnTo>
                    <a:pt x="0" y="2646"/>
                  </a:lnTo>
                  <a:lnTo>
                    <a:pt x="33" y="3495"/>
                  </a:lnTo>
                  <a:lnTo>
                    <a:pt x="392" y="4409"/>
                  </a:lnTo>
                  <a:lnTo>
                    <a:pt x="1045" y="5324"/>
                  </a:lnTo>
                  <a:lnTo>
                    <a:pt x="2352" y="6598"/>
                  </a:lnTo>
                  <a:lnTo>
                    <a:pt x="3887" y="7577"/>
                  </a:lnTo>
                  <a:lnTo>
                    <a:pt x="4899" y="8002"/>
                  </a:lnTo>
                  <a:lnTo>
                    <a:pt x="5389" y="8133"/>
                  </a:lnTo>
                  <a:lnTo>
                    <a:pt x="6369" y="8263"/>
                  </a:lnTo>
                  <a:lnTo>
                    <a:pt x="8427" y="8263"/>
                  </a:lnTo>
                  <a:lnTo>
                    <a:pt x="11333" y="7937"/>
                  </a:lnTo>
                  <a:lnTo>
                    <a:pt x="12378" y="7741"/>
                  </a:lnTo>
                  <a:lnTo>
                    <a:pt x="13816" y="7675"/>
                  </a:lnTo>
                  <a:lnTo>
                    <a:pt x="15253" y="7741"/>
                  </a:lnTo>
                  <a:lnTo>
                    <a:pt x="15155" y="8035"/>
                  </a:lnTo>
                  <a:lnTo>
                    <a:pt x="14926" y="9570"/>
                  </a:lnTo>
                  <a:lnTo>
                    <a:pt x="15024" y="10550"/>
                  </a:lnTo>
                  <a:lnTo>
                    <a:pt x="15253" y="10876"/>
                  </a:lnTo>
                  <a:lnTo>
                    <a:pt x="15743" y="11399"/>
                  </a:lnTo>
                  <a:lnTo>
                    <a:pt x="16134" y="12248"/>
                  </a:lnTo>
                  <a:lnTo>
                    <a:pt x="16134" y="12640"/>
                  </a:lnTo>
                  <a:lnTo>
                    <a:pt x="16232" y="13456"/>
                  </a:lnTo>
                  <a:lnTo>
                    <a:pt x="16396" y="14273"/>
                  </a:lnTo>
                  <a:lnTo>
                    <a:pt x="17147" y="14501"/>
                  </a:lnTo>
                  <a:lnTo>
                    <a:pt x="17506" y="13130"/>
                  </a:lnTo>
                  <a:lnTo>
                    <a:pt x="18225" y="12281"/>
                  </a:lnTo>
                  <a:lnTo>
                    <a:pt x="19237" y="10321"/>
                  </a:lnTo>
                  <a:lnTo>
                    <a:pt x="19499" y="9276"/>
                  </a:lnTo>
                  <a:lnTo>
                    <a:pt x="19564" y="8851"/>
                  </a:lnTo>
                  <a:lnTo>
                    <a:pt x="19531" y="8002"/>
                  </a:lnTo>
                  <a:lnTo>
                    <a:pt x="19205" y="6826"/>
                  </a:lnTo>
                  <a:lnTo>
                    <a:pt x="18257" y="5063"/>
                  </a:lnTo>
                  <a:lnTo>
                    <a:pt x="17996" y="4769"/>
                  </a:lnTo>
                  <a:lnTo>
                    <a:pt x="15645" y="2384"/>
                  </a:lnTo>
                  <a:lnTo>
                    <a:pt x="15285" y="2058"/>
                  </a:lnTo>
                  <a:lnTo>
                    <a:pt x="13130" y="719"/>
                  </a:lnTo>
                  <a:lnTo>
                    <a:pt x="11725" y="196"/>
                  </a:lnTo>
                  <a:lnTo>
                    <a:pt x="107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5378517" y="1801892"/>
              <a:ext cx="109911" cy="59034"/>
            </a:xfrm>
            <a:custGeom>
              <a:avLst/>
              <a:gdLst/>
              <a:ahLst/>
              <a:cxnLst/>
              <a:rect l="l" t="t" r="r" b="b"/>
              <a:pathLst>
                <a:path w="9244" h="4965" fill="none" extrusionOk="0">
                  <a:moveTo>
                    <a:pt x="0" y="4703"/>
                  </a:moveTo>
                  <a:lnTo>
                    <a:pt x="555" y="4834"/>
                  </a:lnTo>
                  <a:lnTo>
                    <a:pt x="3723" y="4965"/>
                  </a:lnTo>
                  <a:lnTo>
                    <a:pt x="5683" y="4703"/>
                  </a:lnTo>
                  <a:lnTo>
                    <a:pt x="6990" y="4377"/>
                  </a:lnTo>
                  <a:lnTo>
                    <a:pt x="7643" y="4148"/>
                  </a:lnTo>
                  <a:lnTo>
                    <a:pt x="8198" y="3854"/>
                  </a:lnTo>
                  <a:lnTo>
                    <a:pt x="8949" y="3234"/>
                  </a:lnTo>
                  <a:lnTo>
                    <a:pt x="9243" y="2548"/>
                  </a:lnTo>
                  <a:lnTo>
                    <a:pt x="9210" y="1862"/>
                  </a:lnTo>
                  <a:lnTo>
                    <a:pt x="8851" y="915"/>
                  </a:lnTo>
                  <a:lnTo>
                    <a:pt x="8198" y="66"/>
                  </a:lnTo>
                  <a:lnTo>
                    <a:pt x="8100" y="0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5483363" y="1798789"/>
              <a:ext cx="32246" cy="66025"/>
            </a:xfrm>
            <a:custGeom>
              <a:avLst/>
              <a:gdLst/>
              <a:ahLst/>
              <a:cxnLst/>
              <a:rect l="l" t="t" r="r" b="b"/>
              <a:pathLst>
                <a:path w="2712" h="5553" fill="none" extrusionOk="0">
                  <a:moveTo>
                    <a:pt x="1" y="0"/>
                  </a:moveTo>
                  <a:lnTo>
                    <a:pt x="197" y="65"/>
                  </a:lnTo>
                  <a:lnTo>
                    <a:pt x="1111" y="784"/>
                  </a:lnTo>
                  <a:lnTo>
                    <a:pt x="2156" y="1894"/>
                  </a:lnTo>
                  <a:lnTo>
                    <a:pt x="2646" y="2874"/>
                  </a:lnTo>
                  <a:lnTo>
                    <a:pt x="2711" y="3527"/>
                  </a:lnTo>
                  <a:lnTo>
                    <a:pt x="2646" y="3821"/>
                  </a:lnTo>
                  <a:lnTo>
                    <a:pt x="2417" y="4377"/>
                  </a:lnTo>
                  <a:lnTo>
                    <a:pt x="1830" y="5095"/>
                  </a:lnTo>
                  <a:lnTo>
                    <a:pt x="1046" y="5552"/>
                  </a:lnTo>
                  <a:lnTo>
                    <a:pt x="915" y="5552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5287642" y="2349058"/>
              <a:ext cx="234958" cy="146806"/>
            </a:xfrm>
            <a:custGeom>
              <a:avLst/>
              <a:gdLst/>
              <a:ahLst/>
              <a:cxnLst/>
              <a:rect l="l" t="t" r="r" b="b"/>
              <a:pathLst>
                <a:path w="19761" h="12347" extrusionOk="0">
                  <a:moveTo>
                    <a:pt x="131" y="0"/>
                  </a:moveTo>
                  <a:lnTo>
                    <a:pt x="0" y="2025"/>
                  </a:lnTo>
                  <a:lnTo>
                    <a:pt x="4932" y="2711"/>
                  </a:lnTo>
                  <a:lnTo>
                    <a:pt x="11889" y="3593"/>
                  </a:lnTo>
                  <a:lnTo>
                    <a:pt x="12640" y="3724"/>
                  </a:lnTo>
                  <a:lnTo>
                    <a:pt x="14012" y="4116"/>
                  </a:lnTo>
                  <a:lnTo>
                    <a:pt x="15155" y="4638"/>
                  </a:lnTo>
                  <a:lnTo>
                    <a:pt x="15906" y="5161"/>
                  </a:lnTo>
                  <a:lnTo>
                    <a:pt x="16070" y="5389"/>
                  </a:lnTo>
                  <a:lnTo>
                    <a:pt x="16396" y="5847"/>
                  </a:lnTo>
                  <a:lnTo>
                    <a:pt x="16821" y="6761"/>
                  </a:lnTo>
                  <a:lnTo>
                    <a:pt x="16919" y="7676"/>
                  </a:lnTo>
                  <a:lnTo>
                    <a:pt x="16821" y="8263"/>
                  </a:lnTo>
                  <a:lnTo>
                    <a:pt x="16592" y="8917"/>
                  </a:lnTo>
                  <a:lnTo>
                    <a:pt x="15776" y="10288"/>
                  </a:lnTo>
                  <a:lnTo>
                    <a:pt x="14339" y="12052"/>
                  </a:lnTo>
                  <a:lnTo>
                    <a:pt x="14045" y="12346"/>
                  </a:lnTo>
                  <a:lnTo>
                    <a:pt x="14698" y="12183"/>
                  </a:lnTo>
                  <a:lnTo>
                    <a:pt x="17964" y="11726"/>
                  </a:lnTo>
                  <a:lnTo>
                    <a:pt x="19270" y="11464"/>
                  </a:lnTo>
                  <a:lnTo>
                    <a:pt x="19728" y="11236"/>
                  </a:lnTo>
                  <a:lnTo>
                    <a:pt x="19760" y="11105"/>
                  </a:lnTo>
                  <a:lnTo>
                    <a:pt x="19303" y="8035"/>
                  </a:lnTo>
                  <a:lnTo>
                    <a:pt x="18976" y="6206"/>
                  </a:lnTo>
                  <a:lnTo>
                    <a:pt x="15972" y="3332"/>
                  </a:lnTo>
                  <a:lnTo>
                    <a:pt x="12379" y="1437"/>
                  </a:lnTo>
                  <a:lnTo>
                    <a:pt x="10975" y="1307"/>
                  </a:lnTo>
                  <a:lnTo>
                    <a:pt x="9603" y="1078"/>
                  </a:lnTo>
                  <a:lnTo>
                    <a:pt x="4442" y="425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5287642" y="2349058"/>
              <a:ext cx="234958" cy="146806"/>
            </a:xfrm>
            <a:custGeom>
              <a:avLst/>
              <a:gdLst/>
              <a:ahLst/>
              <a:cxnLst/>
              <a:rect l="l" t="t" r="r" b="b"/>
              <a:pathLst>
                <a:path w="19761" h="12347" extrusionOk="0">
                  <a:moveTo>
                    <a:pt x="131" y="0"/>
                  </a:moveTo>
                  <a:lnTo>
                    <a:pt x="0" y="2025"/>
                  </a:lnTo>
                  <a:lnTo>
                    <a:pt x="4932" y="2711"/>
                  </a:lnTo>
                  <a:lnTo>
                    <a:pt x="11889" y="3593"/>
                  </a:lnTo>
                  <a:lnTo>
                    <a:pt x="12640" y="3724"/>
                  </a:lnTo>
                  <a:lnTo>
                    <a:pt x="14012" y="4116"/>
                  </a:lnTo>
                  <a:lnTo>
                    <a:pt x="15155" y="4638"/>
                  </a:lnTo>
                  <a:lnTo>
                    <a:pt x="15906" y="5161"/>
                  </a:lnTo>
                  <a:lnTo>
                    <a:pt x="16070" y="5389"/>
                  </a:lnTo>
                  <a:lnTo>
                    <a:pt x="16396" y="5847"/>
                  </a:lnTo>
                  <a:lnTo>
                    <a:pt x="16821" y="6761"/>
                  </a:lnTo>
                  <a:lnTo>
                    <a:pt x="16919" y="7676"/>
                  </a:lnTo>
                  <a:lnTo>
                    <a:pt x="16821" y="8263"/>
                  </a:lnTo>
                  <a:lnTo>
                    <a:pt x="16592" y="8917"/>
                  </a:lnTo>
                  <a:lnTo>
                    <a:pt x="15776" y="10288"/>
                  </a:lnTo>
                  <a:lnTo>
                    <a:pt x="14339" y="12052"/>
                  </a:lnTo>
                  <a:lnTo>
                    <a:pt x="14045" y="12346"/>
                  </a:lnTo>
                  <a:lnTo>
                    <a:pt x="14731" y="12183"/>
                  </a:lnTo>
                  <a:lnTo>
                    <a:pt x="17997" y="11726"/>
                  </a:lnTo>
                  <a:lnTo>
                    <a:pt x="19270" y="11432"/>
                  </a:lnTo>
                  <a:lnTo>
                    <a:pt x="19728" y="11236"/>
                  </a:lnTo>
                  <a:lnTo>
                    <a:pt x="19760" y="11105"/>
                  </a:lnTo>
                  <a:lnTo>
                    <a:pt x="19270" y="7872"/>
                  </a:lnTo>
                  <a:lnTo>
                    <a:pt x="18976" y="6206"/>
                  </a:lnTo>
                  <a:lnTo>
                    <a:pt x="15972" y="3332"/>
                  </a:lnTo>
                  <a:lnTo>
                    <a:pt x="12379" y="1437"/>
                  </a:lnTo>
                  <a:lnTo>
                    <a:pt x="10975" y="1307"/>
                  </a:lnTo>
                  <a:lnTo>
                    <a:pt x="9603" y="1078"/>
                  </a:lnTo>
                  <a:lnTo>
                    <a:pt x="4442" y="425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5477145" y="2032178"/>
              <a:ext cx="142145" cy="393785"/>
            </a:xfrm>
            <a:custGeom>
              <a:avLst/>
              <a:gdLst/>
              <a:ahLst/>
              <a:cxnLst/>
              <a:rect l="l" t="t" r="r" b="b"/>
              <a:pathLst>
                <a:path w="11955" h="33119" extrusionOk="0">
                  <a:moveTo>
                    <a:pt x="328" y="0"/>
                  </a:moveTo>
                  <a:lnTo>
                    <a:pt x="1" y="523"/>
                  </a:lnTo>
                  <a:lnTo>
                    <a:pt x="295" y="5618"/>
                  </a:lnTo>
                  <a:lnTo>
                    <a:pt x="393" y="8492"/>
                  </a:lnTo>
                  <a:lnTo>
                    <a:pt x="1111" y="12085"/>
                  </a:lnTo>
                  <a:lnTo>
                    <a:pt x="2516" y="18029"/>
                  </a:lnTo>
                  <a:lnTo>
                    <a:pt x="4606" y="26619"/>
                  </a:lnTo>
                  <a:lnTo>
                    <a:pt x="4867" y="27566"/>
                  </a:lnTo>
                  <a:lnTo>
                    <a:pt x="5129" y="29232"/>
                  </a:lnTo>
                  <a:lnTo>
                    <a:pt x="5194" y="30571"/>
                  </a:lnTo>
                  <a:lnTo>
                    <a:pt x="4998" y="31550"/>
                  </a:lnTo>
                  <a:lnTo>
                    <a:pt x="4835" y="31910"/>
                  </a:lnTo>
                  <a:lnTo>
                    <a:pt x="4574" y="32465"/>
                  </a:lnTo>
                  <a:lnTo>
                    <a:pt x="4508" y="33085"/>
                  </a:lnTo>
                  <a:lnTo>
                    <a:pt x="4541" y="33118"/>
                  </a:lnTo>
                  <a:lnTo>
                    <a:pt x="4769" y="32922"/>
                  </a:lnTo>
                  <a:lnTo>
                    <a:pt x="5782" y="31779"/>
                  </a:lnTo>
                  <a:lnTo>
                    <a:pt x="6272" y="30767"/>
                  </a:lnTo>
                  <a:lnTo>
                    <a:pt x="6305" y="30244"/>
                  </a:lnTo>
                  <a:lnTo>
                    <a:pt x="6305" y="29787"/>
                  </a:lnTo>
                  <a:lnTo>
                    <a:pt x="6762" y="27860"/>
                  </a:lnTo>
                  <a:lnTo>
                    <a:pt x="8036" y="23418"/>
                  </a:lnTo>
                  <a:lnTo>
                    <a:pt x="10224" y="16331"/>
                  </a:lnTo>
                  <a:lnTo>
                    <a:pt x="11498" y="12052"/>
                  </a:lnTo>
                  <a:lnTo>
                    <a:pt x="11922" y="10321"/>
                  </a:lnTo>
                  <a:lnTo>
                    <a:pt x="11955" y="9994"/>
                  </a:lnTo>
                  <a:lnTo>
                    <a:pt x="11857" y="9733"/>
                  </a:lnTo>
                  <a:lnTo>
                    <a:pt x="11563" y="9308"/>
                  </a:lnTo>
                  <a:lnTo>
                    <a:pt x="10877" y="8884"/>
                  </a:lnTo>
                  <a:lnTo>
                    <a:pt x="9015" y="8361"/>
                  </a:lnTo>
                  <a:lnTo>
                    <a:pt x="7807" y="7871"/>
                  </a:lnTo>
                  <a:lnTo>
                    <a:pt x="4639" y="6108"/>
                  </a:lnTo>
                  <a:lnTo>
                    <a:pt x="2908" y="5128"/>
                  </a:lnTo>
                  <a:lnTo>
                    <a:pt x="1242" y="2613"/>
                  </a:lnTo>
                  <a:lnTo>
                    <a:pt x="818" y="1568"/>
                  </a:lnTo>
                  <a:lnTo>
                    <a:pt x="491" y="490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5477145" y="2032178"/>
              <a:ext cx="142145" cy="393785"/>
            </a:xfrm>
            <a:custGeom>
              <a:avLst/>
              <a:gdLst/>
              <a:ahLst/>
              <a:cxnLst/>
              <a:rect l="l" t="t" r="r" b="b"/>
              <a:pathLst>
                <a:path w="11955" h="33119" extrusionOk="0">
                  <a:moveTo>
                    <a:pt x="328" y="0"/>
                  </a:moveTo>
                  <a:lnTo>
                    <a:pt x="1" y="523"/>
                  </a:lnTo>
                  <a:lnTo>
                    <a:pt x="295" y="5618"/>
                  </a:lnTo>
                  <a:lnTo>
                    <a:pt x="393" y="8492"/>
                  </a:lnTo>
                  <a:lnTo>
                    <a:pt x="1111" y="12085"/>
                  </a:lnTo>
                  <a:lnTo>
                    <a:pt x="2516" y="18029"/>
                  </a:lnTo>
                  <a:lnTo>
                    <a:pt x="4606" y="26619"/>
                  </a:lnTo>
                  <a:lnTo>
                    <a:pt x="4867" y="27566"/>
                  </a:lnTo>
                  <a:lnTo>
                    <a:pt x="5129" y="29232"/>
                  </a:lnTo>
                  <a:lnTo>
                    <a:pt x="5194" y="30571"/>
                  </a:lnTo>
                  <a:lnTo>
                    <a:pt x="4998" y="31550"/>
                  </a:lnTo>
                  <a:lnTo>
                    <a:pt x="4835" y="31910"/>
                  </a:lnTo>
                  <a:lnTo>
                    <a:pt x="4574" y="32465"/>
                  </a:lnTo>
                  <a:lnTo>
                    <a:pt x="4508" y="33085"/>
                  </a:lnTo>
                  <a:lnTo>
                    <a:pt x="4541" y="33118"/>
                  </a:lnTo>
                  <a:lnTo>
                    <a:pt x="4769" y="32922"/>
                  </a:lnTo>
                  <a:lnTo>
                    <a:pt x="5815" y="31779"/>
                  </a:lnTo>
                  <a:lnTo>
                    <a:pt x="6272" y="30767"/>
                  </a:lnTo>
                  <a:lnTo>
                    <a:pt x="6305" y="30244"/>
                  </a:lnTo>
                  <a:lnTo>
                    <a:pt x="6305" y="29819"/>
                  </a:lnTo>
                  <a:lnTo>
                    <a:pt x="6729" y="27925"/>
                  </a:lnTo>
                  <a:lnTo>
                    <a:pt x="8003" y="23549"/>
                  </a:lnTo>
                  <a:lnTo>
                    <a:pt x="10191" y="16494"/>
                  </a:lnTo>
                  <a:lnTo>
                    <a:pt x="11792" y="10974"/>
                  </a:lnTo>
                  <a:lnTo>
                    <a:pt x="11955" y="9994"/>
                  </a:lnTo>
                  <a:lnTo>
                    <a:pt x="11890" y="9733"/>
                  </a:lnTo>
                  <a:lnTo>
                    <a:pt x="11628" y="9308"/>
                  </a:lnTo>
                  <a:lnTo>
                    <a:pt x="10942" y="8884"/>
                  </a:lnTo>
                  <a:lnTo>
                    <a:pt x="9015" y="8361"/>
                  </a:lnTo>
                  <a:lnTo>
                    <a:pt x="7807" y="7871"/>
                  </a:lnTo>
                  <a:lnTo>
                    <a:pt x="4639" y="6108"/>
                  </a:lnTo>
                  <a:lnTo>
                    <a:pt x="2908" y="5128"/>
                  </a:lnTo>
                  <a:lnTo>
                    <a:pt x="1242" y="2613"/>
                  </a:lnTo>
                  <a:lnTo>
                    <a:pt x="818" y="1568"/>
                  </a:lnTo>
                  <a:lnTo>
                    <a:pt x="491" y="490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0"/>
            <p:cNvSpPr/>
            <p:nvPr/>
          </p:nvSpPr>
          <p:spPr>
            <a:xfrm>
              <a:off x="5420846" y="1999159"/>
              <a:ext cx="73409" cy="137104"/>
            </a:xfrm>
            <a:custGeom>
              <a:avLst/>
              <a:gdLst/>
              <a:ahLst/>
              <a:cxnLst/>
              <a:rect l="l" t="t" r="r" b="b"/>
              <a:pathLst>
                <a:path w="6174" h="11531" extrusionOk="0">
                  <a:moveTo>
                    <a:pt x="2058" y="1"/>
                  </a:moveTo>
                  <a:lnTo>
                    <a:pt x="457" y="66"/>
                  </a:lnTo>
                  <a:lnTo>
                    <a:pt x="65" y="262"/>
                  </a:lnTo>
                  <a:lnTo>
                    <a:pt x="0" y="491"/>
                  </a:lnTo>
                  <a:lnTo>
                    <a:pt x="33" y="654"/>
                  </a:lnTo>
                  <a:lnTo>
                    <a:pt x="131" y="818"/>
                  </a:lnTo>
                  <a:lnTo>
                    <a:pt x="425" y="1013"/>
                  </a:lnTo>
                  <a:lnTo>
                    <a:pt x="1111" y="1111"/>
                  </a:lnTo>
                  <a:lnTo>
                    <a:pt x="2188" y="1079"/>
                  </a:lnTo>
                  <a:lnTo>
                    <a:pt x="3103" y="1046"/>
                  </a:lnTo>
                  <a:lnTo>
                    <a:pt x="3299" y="1144"/>
                  </a:lnTo>
                  <a:lnTo>
                    <a:pt x="3430" y="1307"/>
                  </a:lnTo>
                  <a:lnTo>
                    <a:pt x="3528" y="1732"/>
                  </a:lnTo>
                  <a:lnTo>
                    <a:pt x="3462" y="2287"/>
                  </a:lnTo>
                  <a:lnTo>
                    <a:pt x="3430" y="2418"/>
                  </a:lnTo>
                  <a:lnTo>
                    <a:pt x="3038" y="2451"/>
                  </a:lnTo>
                  <a:lnTo>
                    <a:pt x="1176" y="2777"/>
                  </a:lnTo>
                  <a:lnTo>
                    <a:pt x="457" y="3104"/>
                  </a:lnTo>
                  <a:lnTo>
                    <a:pt x="196" y="3365"/>
                  </a:lnTo>
                  <a:lnTo>
                    <a:pt x="163" y="3528"/>
                  </a:lnTo>
                  <a:lnTo>
                    <a:pt x="196" y="4378"/>
                  </a:lnTo>
                  <a:lnTo>
                    <a:pt x="392" y="6076"/>
                  </a:lnTo>
                  <a:lnTo>
                    <a:pt x="686" y="6892"/>
                  </a:lnTo>
                  <a:lnTo>
                    <a:pt x="915" y="7023"/>
                  </a:lnTo>
                  <a:lnTo>
                    <a:pt x="1143" y="7056"/>
                  </a:lnTo>
                  <a:lnTo>
                    <a:pt x="1470" y="6794"/>
                  </a:lnTo>
                  <a:lnTo>
                    <a:pt x="1764" y="6076"/>
                  </a:lnTo>
                  <a:lnTo>
                    <a:pt x="1796" y="5913"/>
                  </a:lnTo>
                  <a:lnTo>
                    <a:pt x="1796" y="6272"/>
                  </a:lnTo>
                  <a:lnTo>
                    <a:pt x="2025" y="8101"/>
                  </a:lnTo>
                  <a:lnTo>
                    <a:pt x="2319" y="9342"/>
                  </a:lnTo>
                  <a:lnTo>
                    <a:pt x="2548" y="9799"/>
                  </a:lnTo>
                  <a:lnTo>
                    <a:pt x="3168" y="10714"/>
                  </a:lnTo>
                  <a:lnTo>
                    <a:pt x="3919" y="11530"/>
                  </a:lnTo>
                  <a:lnTo>
                    <a:pt x="6173" y="11269"/>
                  </a:lnTo>
                  <a:lnTo>
                    <a:pt x="5814" y="7905"/>
                  </a:lnTo>
                  <a:lnTo>
                    <a:pt x="5063" y="2777"/>
                  </a:lnTo>
                  <a:lnTo>
                    <a:pt x="4867" y="1569"/>
                  </a:lnTo>
                  <a:lnTo>
                    <a:pt x="4507" y="426"/>
                  </a:lnTo>
                  <a:lnTo>
                    <a:pt x="3854" y="66"/>
                  </a:lnTo>
                  <a:lnTo>
                    <a:pt x="3299" y="34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FFFFFF"/>
            </a:solidFill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5466278" y="2142077"/>
              <a:ext cx="85442" cy="283101"/>
            </a:xfrm>
            <a:custGeom>
              <a:avLst/>
              <a:gdLst/>
              <a:ahLst/>
              <a:cxnLst/>
              <a:rect l="l" t="t" r="r" b="b"/>
              <a:pathLst>
                <a:path w="7186" h="23810" fill="none" extrusionOk="0">
                  <a:moveTo>
                    <a:pt x="98" y="1143"/>
                  </a:moveTo>
                  <a:lnTo>
                    <a:pt x="66" y="3070"/>
                  </a:lnTo>
                  <a:lnTo>
                    <a:pt x="0" y="12379"/>
                  </a:lnTo>
                  <a:lnTo>
                    <a:pt x="164" y="17800"/>
                  </a:lnTo>
                  <a:lnTo>
                    <a:pt x="360" y="19139"/>
                  </a:lnTo>
                  <a:lnTo>
                    <a:pt x="490" y="19597"/>
                  </a:lnTo>
                  <a:lnTo>
                    <a:pt x="980" y="20576"/>
                  </a:lnTo>
                  <a:lnTo>
                    <a:pt x="1601" y="21556"/>
                  </a:lnTo>
                  <a:lnTo>
                    <a:pt x="2385" y="22438"/>
                  </a:lnTo>
                  <a:lnTo>
                    <a:pt x="3234" y="23157"/>
                  </a:lnTo>
                  <a:lnTo>
                    <a:pt x="4116" y="23647"/>
                  </a:lnTo>
                  <a:lnTo>
                    <a:pt x="4998" y="23810"/>
                  </a:lnTo>
                  <a:lnTo>
                    <a:pt x="5781" y="23647"/>
                  </a:lnTo>
                  <a:lnTo>
                    <a:pt x="6108" y="23385"/>
                  </a:lnTo>
                  <a:lnTo>
                    <a:pt x="6435" y="23059"/>
                  </a:lnTo>
                  <a:lnTo>
                    <a:pt x="6859" y="22307"/>
                  </a:lnTo>
                  <a:lnTo>
                    <a:pt x="7186" y="20968"/>
                  </a:lnTo>
                  <a:lnTo>
                    <a:pt x="7088" y="18094"/>
                  </a:lnTo>
                  <a:lnTo>
                    <a:pt x="6990" y="16624"/>
                  </a:lnTo>
                  <a:lnTo>
                    <a:pt x="6859" y="15710"/>
                  </a:lnTo>
                  <a:lnTo>
                    <a:pt x="5749" y="11595"/>
                  </a:lnTo>
                  <a:lnTo>
                    <a:pt x="3495" y="4181"/>
                  </a:lnTo>
                  <a:lnTo>
                    <a:pt x="3005" y="2123"/>
                  </a:lnTo>
                  <a:lnTo>
                    <a:pt x="2940" y="1601"/>
                  </a:lnTo>
                  <a:lnTo>
                    <a:pt x="2679" y="523"/>
                  </a:lnTo>
                  <a:lnTo>
                    <a:pt x="2483" y="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5470546" y="2174691"/>
              <a:ext cx="29915" cy="3115"/>
            </a:xfrm>
            <a:custGeom>
              <a:avLst/>
              <a:gdLst/>
              <a:ahLst/>
              <a:cxnLst/>
              <a:rect l="l" t="t" r="r" b="b"/>
              <a:pathLst>
                <a:path w="2516" h="262" fill="none" extrusionOk="0">
                  <a:moveTo>
                    <a:pt x="1" y="262"/>
                  </a:moveTo>
                  <a:lnTo>
                    <a:pt x="2516" y="1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5216183" y="2105575"/>
              <a:ext cx="70306" cy="164665"/>
            </a:xfrm>
            <a:custGeom>
              <a:avLst/>
              <a:gdLst/>
              <a:ahLst/>
              <a:cxnLst/>
              <a:rect l="l" t="t" r="r" b="b"/>
              <a:pathLst>
                <a:path w="5913" h="13849" extrusionOk="0">
                  <a:moveTo>
                    <a:pt x="5815" y="0"/>
                  </a:moveTo>
                  <a:lnTo>
                    <a:pt x="5423" y="98"/>
                  </a:lnTo>
                  <a:lnTo>
                    <a:pt x="5161" y="555"/>
                  </a:lnTo>
                  <a:lnTo>
                    <a:pt x="5063" y="1013"/>
                  </a:lnTo>
                  <a:lnTo>
                    <a:pt x="4769" y="3625"/>
                  </a:lnTo>
                  <a:lnTo>
                    <a:pt x="4704" y="4964"/>
                  </a:lnTo>
                  <a:lnTo>
                    <a:pt x="4345" y="4736"/>
                  </a:lnTo>
                  <a:lnTo>
                    <a:pt x="2875" y="3985"/>
                  </a:lnTo>
                  <a:lnTo>
                    <a:pt x="2450" y="3887"/>
                  </a:lnTo>
                  <a:lnTo>
                    <a:pt x="2418" y="4050"/>
                  </a:lnTo>
                  <a:lnTo>
                    <a:pt x="2548" y="4246"/>
                  </a:lnTo>
                  <a:lnTo>
                    <a:pt x="3855" y="6532"/>
                  </a:lnTo>
                  <a:lnTo>
                    <a:pt x="4443" y="7708"/>
                  </a:lnTo>
                  <a:lnTo>
                    <a:pt x="1" y="12150"/>
                  </a:lnTo>
                  <a:lnTo>
                    <a:pt x="2059" y="12999"/>
                  </a:lnTo>
                  <a:lnTo>
                    <a:pt x="5423" y="13848"/>
                  </a:lnTo>
                  <a:lnTo>
                    <a:pt x="5912" y="33"/>
                  </a:lnTo>
                  <a:lnTo>
                    <a:pt x="5815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5216183" y="2105575"/>
              <a:ext cx="70306" cy="164665"/>
            </a:xfrm>
            <a:custGeom>
              <a:avLst/>
              <a:gdLst/>
              <a:ahLst/>
              <a:cxnLst/>
              <a:rect l="l" t="t" r="r" b="b"/>
              <a:pathLst>
                <a:path w="5913" h="13849" extrusionOk="0">
                  <a:moveTo>
                    <a:pt x="5815" y="0"/>
                  </a:moveTo>
                  <a:lnTo>
                    <a:pt x="5423" y="98"/>
                  </a:lnTo>
                  <a:lnTo>
                    <a:pt x="5161" y="555"/>
                  </a:lnTo>
                  <a:lnTo>
                    <a:pt x="5063" y="1013"/>
                  </a:lnTo>
                  <a:lnTo>
                    <a:pt x="4769" y="3625"/>
                  </a:lnTo>
                  <a:lnTo>
                    <a:pt x="4704" y="4964"/>
                  </a:lnTo>
                  <a:lnTo>
                    <a:pt x="4345" y="4736"/>
                  </a:lnTo>
                  <a:lnTo>
                    <a:pt x="2875" y="3985"/>
                  </a:lnTo>
                  <a:lnTo>
                    <a:pt x="2450" y="3887"/>
                  </a:lnTo>
                  <a:lnTo>
                    <a:pt x="2418" y="4050"/>
                  </a:lnTo>
                  <a:lnTo>
                    <a:pt x="2548" y="4246"/>
                  </a:lnTo>
                  <a:lnTo>
                    <a:pt x="3855" y="6532"/>
                  </a:lnTo>
                  <a:lnTo>
                    <a:pt x="4443" y="7708"/>
                  </a:lnTo>
                  <a:lnTo>
                    <a:pt x="1" y="12150"/>
                  </a:lnTo>
                  <a:lnTo>
                    <a:pt x="2059" y="12999"/>
                  </a:lnTo>
                  <a:lnTo>
                    <a:pt x="5423" y="13848"/>
                  </a:lnTo>
                  <a:lnTo>
                    <a:pt x="5912" y="33"/>
                  </a:lnTo>
                  <a:lnTo>
                    <a:pt x="58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5351325" y="2128094"/>
              <a:ext cx="40402" cy="24470"/>
            </a:xfrm>
            <a:custGeom>
              <a:avLst/>
              <a:gdLst/>
              <a:ahLst/>
              <a:cxnLst/>
              <a:rect l="l" t="t" r="r" b="b"/>
              <a:pathLst>
                <a:path w="3398" h="2058" extrusionOk="0">
                  <a:moveTo>
                    <a:pt x="3300" y="0"/>
                  </a:moveTo>
                  <a:lnTo>
                    <a:pt x="3006" y="131"/>
                  </a:lnTo>
                  <a:lnTo>
                    <a:pt x="915" y="1013"/>
                  </a:lnTo>
                  <a:lnTo>
                    <a:pt x="34" y="1241"/>
                  </a:lnTo>
                  <a:lnTo>
                    <a:pt x="1" y="1339"/>
                  </a:lnTo>
                  <a:lnTo>
                    <a:pt x="99" y="1797"/>
                  </a:lnTo>
                  <a:lnTo>
                    <a:pt x="425" y="2025"/>
                  </a:lnTo>
                  <a:lnTo>
                    <a:pt x="752" y="2058"/>
                  </a:lnTo>
                  <a:lnTo>
                    <a:pt x="1569" y="1960"/>
                  </a:lnTo>
                  <a:lnTo>
                    <a:pt x="3202" y="1437"/>
                  </a:lnTo>
                  <a:lnTo>
                    <a:pt x="3398" y="1372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5351325" y="2128094"/>
              <a:ext cx="40402" cy="24470"/>
            </a:xfrm>
            <a:custGeom>
              <a:avLst/>
              <a:gdLst/>
              <a:ahLst/>
              <a:cxnLst/>
              <a:rect l="l" t="t" r="r" b="b"/>
              <a:pathLst>
                <a:path w="3398" h="2058" extrusionOk="0">
                  <a:moveTo>
                    <a:pt x="3300" y="0"/>
                  </a:moveTo>
                  <a:lnTo>
                    <a:pt x="3006" y="131"/>
                  </a:lnTo>
                  <a:lnTo>
                    <a:pt x="915" y="1013"/>
                  </a:lnTo>
                  <a:lnTo>
                    <a:pt x="34" y="1241"/>
                  </a:lnTo>
                  <a:lnTo>
                    <a:pt x="1" y="1339"/>
                  </a:lnTo>
                  <a:lnTo>
                    <a:pt x="99" y="1797"/>
                  </a:lnTo>
                  <a:lnTo>
                    <a:pt x="425" y="2025"/>
                  </a:lnTo>
                  <a:lnTo>
                    <a:pt x="752" y="2058"/>
                  </a:lnTo>
                  <a:lnTo>
                    <a:pt x="1569" y="1960"/>
                  </a:lnTo>
                  <a:lnTo>
                    <a:pt x="3202" y="1437"/>
                  </a:lnTo>
                  <a:lnTo>
                    <a:pt x="3398" y="1372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5391715" y="2034116"/>
              <a:ext cx="59426" cy="120006"/>
            </a:xfrm>
            <a:custGeom>
              <a:avLst/>
              <a:gdLst/>
              <a:ahLst/>
              <a:cxnLst/>
              <a:rect l="l" t="t" r="r" b="b"/>
              <a:pathLst>
                <a:path w="4998" h="10093" fill="none" extrusionOk="0">
                  <a:moveTo>
                    <a:pt x="752" y="0"/>
                  </a:moveTo>
                  <a:lnTo>
                    <a:pt x="588" y="915"/>
                  </a:lnTo>
                  <a:lnTo>
                    <a:pt x="66" y="5422"/>
                  </a:lnTo>
                  <a:lnTo>
                    <a:pt x="1" y="7545"/>
                  </a:lnTo>
                  <a:lnTo>
                    <a:pt x="131" y="8623"/>
                  </a:lnTo>
                  <a:lnTo>
                    <a:pt x="262" y="8982"/>
                  </a:lnTo>
                  <a:lnTo>
                    <a:pt x="556" y="9537"/>
                  </a:lnTo>
                  <a:lnTo>
                    <a:pt x="1209" y="10093"/>
                  </a:lnTo>
                  <a:lnTo>
                    <a:pt x="1960" y="10093"/>
                  </a:lnTo>
                  <a:lnTo>
                    <a:pt x="2679" y="9766"/>
                  </a:lnTo>
                  <a:lnTo>
                    <a:pt x="3005" y="9472"/>
                  </a:lnTo>
                  <a:lnTo>
                    <a:pt x="3691" y="8786"/>
                  </a:lnTo>
                  <a:lnTo>
                    <a:pt x="4867" y="7088"/>
                  </a:lnTo>
                  <a:lnTo>
                    <a:pt x="4998" y="6859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5283374" y="2350223"/>
              <a:ext cx="239227" cy="154570"/>
            </a:xfrm>
            <a:custGeom>
              <a:avLst/>
              <a:gdLst/>
              <a:ahLst/>
              <a:cxnLst/>
              <a:rect l="l" t="t" r="r" b="b"/>
              <a:pathLst>
                <a:path w="20120" h="13000" fill="none" extrusionOk="0">
                  <a:moveTo>
                    <a:pt x="0" y="0"/>
                  </a:moveTo>
                  <a:lnTo>
                    <a:pt x="261" y="10256"/>
                  </a:lnTo>
                  <a:lnTo>
                    <a:pt x="621" y="10615"/>
                  </a:lnTo>
                  <a:lnTo>
                    <a:pt x="3495" y="12150"/>
                  </a:lnTo>
                  <a:lnTo>
                    <a:pt x="5781" y="12771"/>
                  </a:lnTo>
                  <a:lnTo>
                    <a:pt x="7610" y="12967"/>
                  </a:lnTo>
                  <a:lnTo>
                    <a:pt x="8623" y="12999"/>
                  </a:lnTo>
                  <a:lnTo>
                    <a:pt x="10713" y="12934"/>
                  </a:lnTo>
                  <a:lnTo>
                    <a:pt x="14730" y="12379"/>
                  </a:lnTo>
                  <a:lnTo>
                    <a:pt x="19368" y="11268"/>
                  </a:lnTo>
                  <a:lnTo>
                    <a:pt x="20119" y="11007"/>
                  </a:lnTo>
                  <a:lnTo>
                    <a:pt x="20119" y="7382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5484136" y="2051594"/>
              <a:ext cx="26420" cy="83111"/>
            </a:xfrm>
            <a:custGeom>
              <a:avLst/>
              <a:gdLst/>
              <a:ahLst/>
              <a:cxnLst/>
              <a:rect l="l" t="t" r="r" b="b"/>
              <a:pathLst>
                <a:path w="2222" h="6990" fill="none" extrusionOk="0">
                  <a:moveTo>
                    <a:pt x="1" y="0"/>
                  </a:moveTo>
                  <a:lnTo>
                    <a:pt x="262" y="261"/>
                  </a:lnTo>
                  <a:lnTo>
                    <a:pt x="1536" y="2025"/>
                  </a:lnTo>
                  <a:lnTo>
                    <a:pt x="2026" y="3168"/>
                  </a:lnTo>
                  <a:lnTo>
                    <a:pt x="2222" y="3985"/>
                  </a:lnTo>
                  <a:lnTo>
                    <a:pt x="2222" y="4377"/>
                  </a:lnTo>
                  <a:lnTo>
                    <a:pt x="2189" y="5748"/>
                  </a:lnTo>
                  <a:lnTo>
                    <a:pt x="1895" y="6924"/>
                  </a:lnTo>
                  <a:lnTo>
                    <a:pt x="1863" y="6990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5507833" y="2088869"/>
              <a:ext cx="111457" cy="276121"/>
            </a:xfrm>
            <a:custGeom>
              <a:avLst/>
              <a:gdLst/>
              <a:ahLst/>
              <a:cxnLst/>
              <a:rect l="l" t="t" r="r" b="b"/>
              <a:pathLst>
                <a:path w="9374" h="23223" fill="none" extrusionOk="0">
                  <a:moveTo>
                    <a:pt x="0" y="1"/>
                  </a:moveTo>
                  <a:lnTo>
                    <a:pt x="1666" y="980"/>
                  </a:lnTo>
                  <a:lnTo>
                    <a:pt x="5226" y="3103"/>
                  </a:lnTo>
                  <a:lnTo>
                    <a:pt x="5944" y="3495"/>
                  </a:lnTo>
                  <a:lnTo>
                    <a:pt x="7382" y="4018"/>
                  </a:lnTo>
                  <a:lnTo>
                    <a:pt x="8590" y="4410"/>
                  </a:lnTo>
                  <a:lnTo>
                    <a:pt x="9145" y="4769"/>
                  </a:lnTo>
                  <a:lnTo>
                    <a:pt x="9341" y="5063"/>
                  </a:lnTo>
                  <a:lnTo>
                    <a:pt x="9374" y="5226"/>
                  </a:lnTo>
                  <a:lnTo>
                    <a:pt x="9211" y="6108"/>
                  </a:lnTo>
                  <a:lnTo>
                    <a:pt x="7741" y="11301"/>
                  </a:lnTo>
                  <a:lnTo>
                    <a:pt x="4769" y="21099"/>
                  </a:lnTo>
                  <a:lnTo>
                    <a:pt x="4115" y="23222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5518320" y="2155667"/>
              <a:ext cx="14767" cy="59426"/>
            </a:xfrm>
            <a:custGeom>
              <a:avLst/>
              <a:gdLst/>
              <a:ahLst/>
              <a:cxnLst/>
              <a:rect l="l" t="t" r="r" b="b"/>
              <a:pathLst>
                <a:path w="1242" h="4998" fill="none" extrusionOk="0">
                  <a:moveTo>
                    <a:pt x="1241" y="0"/>
                  </a:moveTo>
                  <a:lnTo>
                    <a:pt x="0" y="4997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5259677" y="2140127"/>
              <a:ext cx="24089" cy="50497"/>
            </a:xfrm>
            <a:custGeom>
              <a:avLst/>
              <a:gdLst/>
              <a:ahLst/>
              <a:cxnLst/>
              <a:rect l="l" t="t" r="r" b="b"/>
              <a:pathLst>
                <a:path w="2026" h="4247" fill="none" extrusionOk="0">
                  <a:moveTo>
                    <a:pt x="2026" y="4247"/>
                  </a:moveTo>
                  <a:lnTo>
                    <a:pt x="1" y="1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5247644" y="2183240"/>
              <a:ext cx="36122" cy="21759"/>
            </a:xfrm>
            <a:custGeom>
              <a:avLst/>
              <a:gdLst/>
              <a:ahLst/>
              <a:cxnLst/>
              <a:rect l="l" t="t" r="r" b="b"/>
              <a:pathLst>
                <a:path w="3038" h="1830" fill="none" extrusionOk="0">
                  <a:moveTo>
                    <a:pt x="3038" y="1829"/>
                  </a:moveTo>
                  <a:lnTo>
                    <a:pt x="0" y="0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5394046" y="2317597"/>
              <a:ext cx="7003" cy="36134"/>
            </a:xfrm>
            <a:custGeom>
              <a:avLst/>
              <a:gdLst/>
              <a:ahLst/>
              <a:cxnLst/>
              <a:rect l="l" t="t" r="r" b="b"/>
              <a:pathLst>
                <a:path w="589" h="3039" fill="none" extrusionOk="0">
                  <a:moveTo>
                    <a:pt x="588" y="1"/>
                  </a:moveTo>
                  <a:lnTo>
                    <a:pt x="1" y="3038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5526084" y="2149841"/>
              <a:ext cx="69521" cy="47774"/>
            </a:xfrm>
            <a:custGeom>
              <a:avLst/>
              <a:gdLst/>
              <a:ahLst/>
              <a:cxnLst/>
              <a:rect l="l" t="t" r="r" b="b"/>
              <a:pathLst>
                <a:path w="5847" h="4018" fill="none" extrusionOk="0">
                  <a:moveTo>
                    <a:pt x="5847" y="0"/>
                  </a:moveTo>
                  <a:lnTo>
                    <a:pt x="5455" y="66"/>
                  </a:lnTo>
                  <a:lnTo>
                    <a:pt x="3103" y="1209"/>
                  </a:lnTo>
                  <a:lnTo>
                    <a:pt x="1568" y="2352"/>
                  </a:lnTo>
                  <a:lnTo>
                    <a:pt x="523" y="3397"/>
                  </a:lnTo>
                  <a:lnTo>
                    <a:pt x="0" y="4018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5528415" y="2147118"/>
              <a:ext cx="43113" cy="26812"/>
            </a:xfrm>
            <a:custGeom>
              <a:avLst/>
              <a:gdLst/>
              <a:ahLst/>
              <a:cxnLst/>
              <a:rect l="l" t="t" r="r" b="b"/>
              <a:pathLst>
                <a:path w="3626" h="2255" fill="none" extrusionOk="0">
                  <a:moveTo>
                    <a:pt x="3626" y="33"/>
                  </a:moveTo>
                  <a:lnTo>
                    <a:pt x="3528" y="1"/>
                  </a:lnTo>
                  <a:lnTo>
                    <a:pt x="2417" y="458"/>
                  </a:lnTo>
                  <a:lnTo>
                    <a:pt x="980" y="1438"/>
                  </a:lnTo>
                  <a:lnTo>
                    <a:pt x="0" y="2254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5387054" y="2159163"/>
              <a:ext cx="21366" cy="115345"/>
            </a:xfrm>
            <a:custGeom>
              <a:avLst/>
              <a:gdLst/>
              <a:ahLst/>
              <a:cxnLst/>
              <a:rect l="l" t="t" r="r" b="b"/>
              <a:pathLst>
                <a:path w="1797" h="9701" fill="none" extrusionOk="0">
                  <a:moveTo>
                    <a:pt x="1209" y="0"/>
                  </a:moveTo>
                  <a:lnTo>
                    <a:pt x="1" y="9504"/>
                  </a:lnTo>
                  <a:lnTo>
                    <a:pt x="980" y="9700"/>
                  </a:lnTo>
                  <a:lnTo>
                    <a:pt x="1797" y="6663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5307831" y="2454296"/>
              <a:ext cx="102920" cy="33791"/>
            </a:xfrm>
            <a:custGeom>
              <a:avLst/>
              <a:gdLst/>
              <a:ahLst/>
              <a:cxnLst/>
              <a:rect l="l" t="t" r="r" b="b"/>
              <a:pathLst>
                <a:path w="8656" h="2842" fill="none" extrusionOk="0">
                  <a:moveTo>
                    <a:pt x="8656" y="0"/>
                  </a:moveTo>
                  <a:lnTo>
                    <a:pt x="7970" y="556"/>
                  </a:lnTo>
                  <a:lnTo>
                    <a:pt x="6500" y="1405"/>
                  </a:lnTo>
                  <a:lnTo>
                    <a:pt x="4312" y="2254"/>
                  </a:lnTo>
                  <a:lnTo>
                    <a:pt x="621" y="2842"/>
                  </a:lnTo>
                  <a:lnTo>
                    <a:pt x="1" y="2842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5157161" y="2248480"/>
              <a:ext cx="71078" cy="17478"/>
            </a:xfrm>
            <a:custGeom>
              <a:avLst/>
              <a:gdLst/>
              <a:ahLst/>
              <a:cxnLst/>
              <a:rect l="l" t="t" r="r" b="b"/>
              <a:pathLst>
                <a:path w="5978" h="1470" fill="none" extrusionOk="0">
                  <a:moveTo>
                    <a:pt x="5977" y="849"/>
                  </a:moveTo>
                  <a:lnTo>
                    <a:pt x="5912" y="784"/>
                  </a:lnTo>
                  <a:lnTo>
                    <a:pt x="5030" y="261"/>
                  </a:lnTo>
                  <a:lnTo>
                    <a:pt x="3887" y="0"/>
                  </a:lnTo>
                  <a:lnTo>
                    <a:pt x="2940" y="33"/>
                  </a:lnTo>
                  <a:lnTo>
                    <a:pt x="1862" y="327"/>
                  </a:lnTo>
                  <a:lnTo>
                    <a:pt x="654" y="980"/>
                  </a:lnTo>
                  <a:lnTo>
                    <a:pt x="0" y="1470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5350552" y="2055862"/>
              <a:ext cx="47394" cy="83896"/>
            </a:xfrm>
            <a:custGeom>
              <a:avLst/>
              <a:gdLst/>
              <a:ahLst/>
              <a:cxnLst/>
              <a:rect l="l" t="t" r="r" b="b"/>
              <a:pathLst>
                <a:path w="3986" h="7056" fill="none" extrusionOk="0">
                  <a:moveTo>
                    <a:pt x="3985" y="0"/>
                  </a:moveTo>
                  <a:lnTo>
                    <a:pt x="3855" y="33"/>
                  </a:lnTo>
                  <a:lnTo>
                    <a:pt x="3005" y="588"/>
                  </a:lnTo>
                  <a:lnTo>
                    <a:pt x="2254" y="1405"/>
                  </a:lnTo>
                  <a:lnTo>
                    <a:pt x="1830" y="2025"/>
                  </a:lnTo>
                  <a:lnTo>
                    <a:pt x="1405" y="2711"/>
                  </a:lnTo>
                  <a:lnTo>
                    <a:pt x="588" y="4312"/>
                  </a:lnTo>
                  <a:lnTo>
                    <a:pt x="66" y="5814"/>
                  </a:lnTo>
                  <a:lnTo>
                    <a:pt x="1" y="6631"/>
                  </a:lnTo>
                  <a:lnTo>
                    <a:pt x="164" y="6957"/>
                  </a:lnTo>
                  <a:lnTo>
                    <a:pt x="360" y="7023"/>
                  </a:lnTo>
                  <a:lnTo>
                    <a:pt x="752" y="7055"/>
                  </a:lnTo>
                  <a:lnTo>
                    <a:pt x="1699" y="6859"/>
                  </a:lnTo>
                  <a:lnTo>
                    <a:pt x="2973" y="6271"/>
                  </a:lnTo>
                  <a:lnTo>
                    <a:pt x="3201" y="614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5443758" y="2134693"/>
              <a:ext cx="15148" cy="13602"/>
            </a:xfrm>
            <a:custGeom>
              <a:avLst/>
              <a:gdLst/>
              <a:ahLst/>
              <a:cxnLst/>
              <a:rect l="l" t="t" r="r" b="b"/>
              <a:pathLst>
                <a:path w="1274" h="1144" fill="none" extrusionOk="0">
                  <a:moveTo>
                    <a:pt x="0" y="1"/>
                  </a:moveTo>
                  <a:lnTo>
                    <a:pt x="1274" y="1144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5113668" y="2071010"/>
              <a:ext cx="352622" cy="291257"/>
            </a:xfrm>
            <a:custGeom>
              <a:avLst/>
              <a:gdLst/>
              <a:ahLst/>
              <a:cxnLst/>
              <a:rect l="l" t="t" r="r" b="b"/>
              <a:pathLst>
                <a:path w="29657" h="24496" fill="none" extrusionOk="0">
                  <a:moveTo>
                    <a:pt x="22144" y="0"/>
                  </a:moveTo>
                  <a:lnTo>
                    <a:pt x="19826" y="294"/>
                  </a:lnTo>
                  <a:lnTo>
                    <a:pt x="15645" y="751"/>
                  </a:lnTo>
                  <a:lnTo>
                    <a:pt x="15024" y="817"/>
                  </a:lnTo>
                  <a:lnTo>
                    <a:pt x="14306" y="1078"/>
                  </a:lnTo>
                  <a:lnTo>
                    <a:pt x="13849" y="1633"/>
                  </a:lnTo>
                  <a:lnTo>
                    <a:pt x="13522" y="1993"/>
                  </a:lnTo>
                  <a:lnTo>
                    <a:pt x="12836" y="2678"/>
                  </a:lnTo>
                  <a:lnTo>
                    <a:pt x="9178" y="7055"/>
                  </a:lnTo>
                  <a:lnTo>
                    <a:pt x="4606" y="12836"/>
                  </a:lnTo>
                  <a:lnTo>
                    <a:pt x="1078" y="17506"/>
                  </a:lnTo>
                  <a:lnTo>
                    <a:pt x="458" y="18421"/>
                  </a:lnTo>
                  <a:lnTo>
                    <a:pt x="196" y="18911"/>
                  </a:lnTo>
                  <a:lnTo>
                    <a:pt x="0" y="19695"/>
                  </a:lnTo>
                  <a:lnTo>
                    <a:pt x="131" y="20250"/>
                  </a:lnTo>
                  <a:lnTo>
                    <a:pt x="654" y="20642"/>
                  </a:lnTo>
                  <a:lnTo>
                    <a:pt x="1078" y="20805"/>
                  </a:lnTo>
                  <a:lnTo>
                    <a:pt x="8558" y="22275"/>
                  </a:lnTo>
                  <a:lnTo>
                    <a:pt x="14763" y="23353"/>
                  </a:lnTo>
                  <a:lnTo>
                    <a:pt x="25770" y="24496"/>
                  </a:lnTo>
                  <a:lnTo>
                    <a:pt x="26652" y="21752"/>
                  </a:lnTo>
                  <a:lnTo>
                    <a:pt x="27925" y="21916"/>
                  </a:lnTo>
                  <a:lnTo>
                    <a:pt x="29656" y="22079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5332301" y="2283425"/>
              <a:ext cx="83503" cy="34184"/>
            </a:xfrm>
            <a:custGeom>
              <a:avLst/>
              <a:gdLst/>
              <a:ahLst/>
              <a:cxnLst/>
              <a:rect l="l" t="t" r="r" b="b"/>
              <a:pathLst>
                <a:path w="7023" h="2875" fill="none" extrusionOk="0">
                  <a:moveTo>
                    <a:pt x="7023" y="2875"/>
                  </a:moveTo>
                  <a:lnTo>
                    <a:pt x="5194" y="2287"/>
                  </a:lnTo>
                  <a:lnTo>
                    <a:pt x="1699" y="882"/>
                  </a:lnTo>
                  <a:lnTo>
                    <a:pt x="0" y="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5193271" y="2257410"/>
              <a:ext cx="127389" cy="22924"/>
            </a:xfrm>
            <a:custGeom>
              <a:avLst/>
              <a:gdLst/>
              <a:ahLst/>
              <a:cxnLst/>
              <a:rect l="l" t="t" r="r" b="b"/>
              <a:pathLst>
                <a:path w="10714" h="1928" fill="none" extrusionOk="0">
                  <a:moveTo>
                    <a:pt x="10714" y="1927"/>
                  </a:moveTo>
                  <a:lnTo>
                    <a:pt x="10256" y="1764"/>
                  </a:lnTo>
                  <a:lnTo>
                    <a:pt x="6729" y="654"/>
                  </a:lnTo>
                  <a:lnTo>
                    <a:pt x="5031" y="327"/>
                  </a:lnTo>
                  <a:lnTo>
                    <a:pt x="1536" y="33"/>
                  </a:lnTo>
                  <a:lnTo>
                    <a:pt x="1" y="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5280258" y="2143623"/>
              <a:ext cx="4673" cy="117295"/>
            </a:xfrm>
            <a:custGeom>
              <a:avLst/>
              <a:gdLst/>
              <a:ahLst/>
              <a:cxnLst/>
              <a:rect l="l" t="t" r="r" b="b"/>
              <a:pathLst>
                <a:path w="393" h="9865" fill="none" extrusionOk="0">
                  <a:moveTo>
                    <a:pt x="1" y="9864"/>
                  </a:moveTo>
                  <a:lnTo>
                    <a:pt x="393" y="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5420061" y="2362256"/>
              <a:ext cx="31865" cy="12056"/>
            </a:xfrm>
            <a:custGeom>
              <a:avLst/>
              <a:gdLst/>
              <a:ahLst/>
              <a:cxnLst/>
              <a:rect l="l" t="t" r="r" b="b"/>
              <a:pathLst>
                <a:path w="2680" h="1014" fill="none" extrusionOk="0">
                  <a:moveTo>
                    <a:pt x="1" y="1"/>
                  </a:moveTo>
                  <a:lnTo>
                    <a:pt x="1307" y="589"/>
                  </a:lnTo>
                  <a:lnTo>
                    <a:pt x="2679" y="1013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3386728" y="1799169"/>
              <a:ext cx="403107" cy="600766"/>
            </a:xfrm>
            <a:custGeom>
              <a:avLst/>
              <a:gdLst/>
              <a:ahLst/>
              <a:cxnLst/>
              <a:rect l="l" t="t" r="r" b="b"/>
              <a:pathLst>
                <a:path w="33903" h="50527" extrusionOk="0">
                  <a:moveTo>
                    <a:pt x="16233" y="1"/>
                  </a:moveTo>
                  <a:lnTo>
                    <a:pt x="14175" y="327"/>
                  </a:lnTo>
                  <a:lnTo>
                    <a:pt x="12738" y="948"/>
                  </a:lnTo>
                  <a:lnTo>
                    <a:pt x="11824" y="1797"/>
                  </a:lnTo>
                  <a:lnTo>
                    <a:pt x="11334" y="2744"/>
                  </a:lnTo>
                  <a:lnTo>
                    <a:pt x="11138" y="3626"/>
                  </a:lnTo>
                  <a:lnTo>
                    <a:pt x="11138" y="4639"/>
                  </a:lnTo>
                  <a:lnTo>
                    <a:pt x="11171" y="4802"/>
                  </a:lnTo>
                  <a:lnTo>
                    <a:pt x="11268" y="5161"/>
                  </a:lnTo>
                  <a:lnTo>
                    <a:pt x="11105" y="5226"/>
                  </a:lnTo>
                  <a:lnTo>
                    <a:pt x="9799" y="5945"/>
                  </a:lnTo>
                  <a:lnTo>
                    <a:pt x="8590" y="7186"/>
                  </a:lnTo>
                  <a:lnTo>
                    <a:pt x="7872" y="8362"/>
                  </a:lnTo>
                  <a:lnTo>
                    <a:pt x="7382" y="9864"/>
                  </a:lnTo>
                  <a:lnTo>
                    <a:pt x="7251" y="11726"/>
                  </a:lnTo>
                  <a:lnTo>
                    <a:pt x="7382" y="12836"/>
                  </a:lnTo>
                  <a:lnTo>
                    <a:pt x="7545" y="13947"/>
                  </a:lnTo>
                  <a:lnTo>
                    <a:pt x="8035" y="15906"/>
                  </a:lnTo>
                  <a:lnTo>
                    <a:pt x="8884" y="18356"/>
                  </a:lnTo>
                  <a:lnTo>
                    <a:pt x="10027" y="20838"/>
                  </a:lnTo>
                  <a:lnTo>
                    <a:pt x="10615" y="22243"/>
                  </a:lnTo>
                  <a:lnTo>
                    <a:pt x="10811" y="23027"/>
                  </a:lnTo>
                  <a:lnTo>
                    <a:pt x="10811" y="23386"/>
                  </a:lnTo>
                  <a:lnTo>
                    <a:pt x="10779" y="23745"/>
                  </a:lnTo>
                  <a:lnTo>
                    <a:pt x="10485" y="24366"/>
                  </a:lnTo>
                  <a:lnTo>
                    <a:pt x="9668" y="25280"/>
                  </a:lnTo>
                  <a:lnTo>
                    <a:pt x="7872" y="26717"/>
                  </a:lnTo>
                  <a:lnTo>
                    <a:pt x="5390" y="28807"/>
                  </a:lnTo>
                  <a:lnTo>
                    <a:pt x="3952" y="30343"/>
                  </a:lnTo>
                  <a:lnTo>
                    <a:pt x="3234" y="31159"/>
                  </a:lnTo>
                  <a:lnTo>
                    <a:pt x="2025" y="32955"/>
                  </a:lnTo>
                  <a:lnTo>
                    <a:pt x="1111" y="34882"/>
                  </a:lnTo>
                  <a:lnTo>
                    <a:pt x="490" y="36875"/>
                  </a:lnTo>
                  <a:lnTo>
                    <a:pt x="98" y="38900"/>
                  </a:lnTo>
                  <a:lnTo>
                    <a:pt x="0" y="40892"/>
                  </a:lnTo>
                  <a:lnTo>
                    <a:pt x="131" y="42819"/>
                  </a:lnTo>
                  <a:lnTo>
                    <a:pt x="490" y="44583"/>
                  </a:lnTo>
                  <a:lnTo>
                    <a:pt x="784" y="45399"/>
                  </a:lnTo>
                  <a:lnTo>
                    <a:pt x="1111" y="46183"/>
                  </a:lnTo>
                  <a:lnTo>
                    <a:pt x="1993" y="47587"/>
                  </a:lnTo>
                  <a:lnTo>
                    <a:pt x="3136" y="48894"/>
                  </a:lnTo>
                  <a:lnTo>
                    <a:pt x="4475" y="50037"/>
                  </a:lnTo>
                  <a:lnTo>
                    <a:pt x="5194" y="50527"/>
                  </a:lnTo>
                  <a:lnTo>
                    <a:pt x="7447" y="39390"/>
                  </a:lnTo>
                  <a:lnTo>
                    <a:pt x="8917" y="31355"/>
                  </a:lnTo>
                  <a:lnTo>
                    <a:pt x="18225" y="27664"/>
                  </a:lnTo>
                  <a:lnTo>
                    <a:pt x="18291" y="27338"/>
                  </a:lnTo>
                  <a:lnTo>
                    <a:pt x="18650" y="25933"/>
                  </a:lnTo>
                  <a:lnTo>
                    <a:pt x="18976" y="25182"/>
                  </a:lnTo>
                  <a:lnTo>
                    <a:pt x="19140" y="25051"/>
                  </a:lnTo>
                  <a:lnTo>
                    <a:pt x="19499" y="24856"/>
                  </a:lnTo>
                  <a:lnTo>
                    <a:pt x="19989" y="24039"/>
                  </a:lnTo>
                  <a:lnTo>
                    <a:pt x="20054" y="23908"/>
                  </a:lnTo>
                  <a:lnTo>
                    <a:pt x="19826" y="21851"/>
                  </a:lnTo>
                  <a:lnTo>
                    <a:pt x="19858" y="21753"/>
                  </a:lnTo>
                  <a:lnTo>
                    <a:pt x="20283" y="20936"/>
                  </a:lnTo>
                  <a:lnTo>
                    <a:pt x="21099" y="20348"/>
                  </a:lnTo>
                  <a:lnTo>
                    <a:pt x="21883" y="20152"/>
                  </a:lnTo>
                  <a:lnTo>
                    <a:pt x="22896" y="20250"/>
                  </a:lnTo>
                  <a:lnTo>
                    <a:pt x="24202" y="20708"/>
                  </a:lnTo>
                  <a:lnTo>
                    <a:pt x="24986" y="21132"/>
                  </a:lnTo>
                  <a:lnTo>
                    <a:pt x="24823" y="21230"/>
                  </a:lnTo>
                  <a:lnTo>
                    <a:pt x="24137" y="21818"/>
                  </a:lnTo>
                  <a:lnTo>
                    <a:pt x="23876" y="22210"/>
                  </a:lnTo>
                  <a:lnTo>
                    <a:pt x="23908" y="22341"/>
                  </a:lnTo>
                  <a:lnTo>
                    <a:pt x="23974" y="22733"/>
                  </a:lnTo>
                  <a:lnTo>
                    <a:pt x="23908" y="23484"/>
                  </a:lnTo>
                  <a:lnTo>
                    <a:pt x="24039" y="23810"/>
                  </a:lnTo>
                  <a:lnTo>
                    <a:pt x="24202" y="23843"/>
                  </a:lnTo>
                  <a:lnTo>
                    <a:pt x="24725" y="23941"/>
                  </a:lnTo>
                  <a:lnTo>
                    <a:pt x="25999" y="24692"/>
                  </a:lnTo>
                  <a:lnTo>
                    <a:pt x="26521" y="25149"/>
                  </a:lnTo>
                  <a:lnTo>
                    <a:pt x="27109" y="25835"/>
                  </a:lnTo>
                  <a:lnTo>
                    <a:pt x="27566" y="26587"/>
                  </a:lnTo>
                  <a:lnTo>
                    <a:pt x="32400" y="26880"/>
                  </a:lnTo>
                  <a:lnTo>
                    <a:pt x="33151" y="26913"/>
                  </a:lnTo>
                  <a:lnTo>
                    <a:pt x="33870" y="27076"/>
                  </a:lnTo>
                  <a:lnTo>
                    <a:pt x="33902" y="25378"/>
                  </a:lnTo>
                  <a:lnTo>
                    <a:pt x="33478" y="22602"/>
                  </a:lnTo>
                  <a:lnTo>
                    <a:pt x="33086" y="21491"/>
                  </a:lnTo>
                  <a:lnTo>
                    <a:pt x="32694" y="20577"/>
                  </a:lnTo>
                  <a:lnTo>
                    <a:pt x="31780" y="18977"/>
                  </a:lnTo>
                  <a:lnTo>
                    <a:pt x="30310" y="16952"/>
                  </a:lnTo>
                  <a:lnTo>
                    <a:pt x="28383" y="14861"/>
                  </a:lnTo>
                  <a:lnTo>
                    <a:pt x="27305" y="13490"/>
                  </a:lnTo>
                  <a:lnTo>
                    <a:pt x="26815" y="12575"/>
                  </a:lnTo>
                  <a:lnTo>
                    <a:pt x="26684" y="12118"/>
                  </a:lnTo>
                  <a:lnTo>
                    <a:pt x="26390" y="10485"/>
                  </a:lnTo>
                  <a:lnTo>
                    <a:pt x="26390" y="9342"/>
                  </a:lnTo>
                  <a:lnTo>
                    <a:pt x="26423" y="9309"/>
                  </a:lnTo>
                  <a:lnTo>
                    <a:pt x="26815" y="8884"/>
                  </a:lnTo>
                  <a:lnTo>
                    <a:pt x="27403" y="7872"/>
                  </a:lnTo>
                  <a:lnTo>
                    <a:pt x="27730" y="6729"/>
                  </a:lnTo>
                  <a:lnTo>
                    <a:pt x="27795" y="5586"/>
                  </a:lnTo>
                  <a:lnTo>
                    <a:pt x="27697" y="4998"/>
                  </a:lnTo>
                  <a:lnTo>
                    <a:pt x="27566" y="4475"/>
                  </a:lnTo>
                  <a:lnTo>
                    <a:pt x="27207" y="3561"/>
                  </a:lnTo>
                  <a:lnTo>
                    <a:pt x="26619" y="2712"/>
                  </a:lnTo>
                  <a:lnTo>
                    <a:pt x="25770" y="1960"/>
                  </a:lnTo>
                  <a:lnTo>
                    <a:pt x="24627" y="1307"/>
                  </a:lnTo>
                  <a:lnTo>
                    <a:pt x="23157" y="785"/>
                  </a:lnTo>
                  <a:lnTo>
                    <a:pt x="21263" y="360"/>
                  </a:lnTo>
                  <a:lnTo>
                    <a:pt x="18944" y="99"/>
                  </a:lnTo>
                  <a:lnTo>
                    <a:pt x="17572" y="33"/>
                  </a:lnTo>
                  <a:lnTo>
                    <a:pt x="162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3508280" y="2277219"/>
              <a:ext cx="120398" cy="154178"/>
            </a:xfrm>
            <a:custGeom>
              <a:avLst/>
              <a:gdLst/>
              <a:ahLst/>
              <a:cxnLst/>
              <a:rect l="l" t="t" r="r" b="b"/>
              <a:pathLst>
                <a:path w="10126" h="12967" extrusionOk="0">
                  <a:moveTo>
                    <a:pt x="3462" y="0"/>
                  </a:moveTo>
                  <a:lnTo>
                    <a:pt x="3462" y="1796"/>
                  </a:lnTo>
                  <a:lnTo>
                    <a:pt x="0" y="12476"/>
                  </a:lnTo>
                  <a:lnTo>
                    <a:pt x="817" y="12672"/>
                  </a:lnTo>
                  <a:lnTo>
                    <a:pt x="2483" y="12934"/>
                  </a:lnTo>
                  <a:lnTo>
                    <a:pt x="4148" y="12966"/>
                  </a:lnTo>
                  <a:lnTo>
                    <a:pt x="5781" y="12803"/>
                  </a:lnTo>
                  <a:lnTo>
                    <a:pt x="6630" y="12640"/>
                  </a:lnTo>
                  <a:lnTo>
                    <a:pt x="7545" y="12378"/>
                  </a:lnTo>
                  <a:lnTo>
                    <a:pt x="9276" y="11627"/>
                  </a:lnTo>
                  <a:lnTo>
                    <a:pt x="10125" y="11137"/>
                  </a:lnTo>
                  <a:lnTo>
                    <a:pt x="34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3401876" y="1948294"/>
              <a:ext cx="698633" cy="718822"/>
            </a:xfrm>
            <a:custGeom>
              <a:avLst/>
              <a:gdLst/>
              <a:ahLst/>
              <a:cxnLst/>
              <a:rect l="l" t="t" r="r" b="b"/>
              <a:pathLst>
                <a:path w="58758" h="60456" extrusionOk="0">
                  <a:moveTo>
                    <a:pt x="57908" y="0"/>
                  </a:moveTo>
                  <a:lnTo>
                    <a:pt x="57483" y="98"/>
                  </a:lnTo>
                  <a:lnTo>
                    <a:pt x="56798" y="588"/>
                  </a:lnTo>
                  <a:lnTo>
                    <a:pt x="56308" y="1209"/>
                  </a:lnTo>
                  <a:lnTo>
                    <a:pt x="55589" y="2319"/>
                  </a:lnTo>
                  <a:lnTo>
                    <a:pt x="55034" y="3495"/>
                  </a:lnTo>
                  <a:lnTo>
                    <a:pt x="54642" y="3658"/>
                  </a:lnTo>
                  <a:lnTo>
                    <a:pt x="54544" y="3364"/>
                  </a:lnTo>
                  <a:lnTo>
                    <a:pt x="54152" y="2940"/>
                  </a:lnTo>
                  <a:lnTo>
                    <a:pt x="53401" y="2548"/>
                  </a:lnTo>
                  <a:lnTo>
                    <a:pt x="53074" y="2515"/>
                  </a:lnTo>
                  <a:lnTo>
                    <a:pt x="52911" y="2613"/>
                  </a:lnTo>
                  <a:lnTo>
                    <a:pt x="52911" y="2940"/>
                  </a:lnTo>
                  <a:lnTo>
                    <a:pt x="52911" y="2973"/>
                  </a:lnTo>
                  <a:lnTo>
                    <a:pt x="53042" y="3789"/>
                  </a:lnTo>
                  <a:lnTo>
                    <a:pt x="53205" y="4900"/>
                  </a:lnTo>
                  <a:lnTo>
                    <a:pt x="52878" y="5716"/>
                  </a:lnTo>
                  <a:lnTo>
                    <a:pt x="52421" y="6467"/>
                  </a:lnTo>
                  <a:lnTo>
                    <a:pt x="52290" y="6663"/>
                  </a:lnTo>
                  <a:lnTo>
                    <a:pt x="52225" y="6859"/>
                  </a:lnTo>
                  <a:lnTo>
                    <a:pt x="52421" y="9831"/>
                  </a:lnTo>
                  <a:lnTo>
                    <a:pt x="52356" y="12314"/>
                  </a:lnTo>
                  <a:lnTo>
                    <a:pt x="52094" y="12314"/>
                  </a:lnTo>
                  <a:lnTo>
                    <a:pt x="51278" y="15384"/>
                  </a:lnTo>
                  <a:lnTo>
                    <a:pt x="49808" y="19107"/>
                  </a:lnTo>
                  <a:lnTo>
                    <a:pt x="46477" y="26652"/>
                  </a:lnTo>
                  <a:lnTo>
                    <a:pt x="45497" y="26129"/>
                  </a:lnTo>
                  <a:lnTo>
                    <a:pt x="43635" y="24594"/>
                  </a:lnTo>
                  <a:lnTo>
                    <a:pt x="43145" y="24202"/>
                  </a:lnTo>
                  <a:lnTo>
                    <a:pt x="40500" y="21850"/>
                  </a:lnTo>
                  <a:lnTo>
                    <a:pt x="38279" y="19793"/>
                  </a:lnTo>
                  <a:lnTo>
                    <a:pt x="36548" y="18225"/>
                  </a:lnTo>
                  <a:lnTo>
                    <a:pt x="33902" y="15710"/>
                  </a:lnTo>
                  <a:lnTo>
                    <a:pt x="32857" y="14665"/>
                  </a:lnTo>
                  <a:lnTo>
                    <a:pt x="32726" y="14632"/>
                  </a:lnTo>
                  <a:lnTo>
                    <a:pt x="32073" y="14404"/>
                  </a:lnTo>
                  <a:lnTo>
                    <a:pt x="30114" y="14143"/>
                  </a:lnTo>
                  <a:lnTo>
                    <a:pt x="27011" y="14077"/>
                  </a:lnTo>
                  <a:lnTo>
                    <a:pt x="26390" y="14077"/>
                  </a:lnTo>
                  <a:lnTo>
                    <a:pt x="25933" y="13424"/>
                  </a:lnTo>
                  <a:lnTo>
                    <a:pt x="25149" y="12444"/>
                  </a:lnTo>
                  <a:lnTo>
                    <a:pt x="24463" y="11824"/>
                  </a:lnTo>
                  <a:lnTo>
                    <a:pt x="23908" y="11497"/>
                  </a:lnTo>
                  <a:lnTo>
                    <a:pt x="23255" y="11366"/>
                  </a:lnTo>
                  <a:lnTo>
                    <a:pt x="22798" y="11530"/>
                  </a:lnTo>
                  <a:lnTo>
                    <a:pt x="22765" y="11595"/>
                  </a:lnTo>
                  <a:lnTo>
                    <a:pt x="22373" y="9733"/>
                  </a:lnTo>
                  <a:lnTo>
                    <a:pt x="22144" y="9864"/>
                  </a:lnTo>
                  <a:lnTo>
                    <a:pt x="21589" y="9962"/>
                  </a:lnTo>
                  <a:lnTo>
                    <a:pt x="20675" y="9929"/>
                  </a:lnTo>
                  <a:lnTo>
                    <a:pt x="18944" y="9439"/>
                  </a:lnTo>
                  <a:lnTo>
                    <a:pt x="18584" y="9309"/>
                  </a:lnTo>
                  <a:lnTo>
                    <a:pt x="18650" y="9766"/>
                  </a:lnTo>
                  <a:lnTo>
                    <a:pt x="18748" y="10746"/>
                  </a:lnTo>
                  <a:lnTo>
                    <a:pt x="18813" y="11497"/>
                  </a:lnTo>
                  <a:lnTo>
                    <a:pt x="18813" y="11791"/>
                  </a:lnTo>
                  <a:lnTo>
                    <a:pt x="18225" y="12314"/>
                  </a:lnTo>
                  <a:lnTo>
                    <a:pt x="17735" y="12934"/>
                  </a:lnTo>
                  <a:lnTo>
                    <a:pt x="17441" y="13457"/>
                  </a:lnTo>
                  <a:lnTo>
                    <a:pt x="17017" y="14567"/>
                  </a:lnTo>
                  <a:lnTo>
                    <a:pt x="16886" y="15155"/>
                  </a:lnTo>
                  <a:lnTo>
                    <a:pt x="16363" y="15580"/>
                  </a:lnTo>
                  <a:lnTo>
                    <a:pt x="7774" y="18976"/>
                  </a:lnTo>
                  <a:lnTo>
                    <a:pt x="6565" y="25182"/>
                  </a:lnTo>
                  <a:lnTo>
                    <a:pt x="5128" y="32433"/>
                  </a:lnTo>
                  <a:lnTo>
                    <a:pt x="4311" y="36417"/>
                  </a:lnTo>
                  <a:lnTo>
                    <a:pt x="3887" y="37822"/>
                  </a:lnTo>
                  <a:lnTo>
                    <a:pt x="2744" y="42949"/>
                  </a:lnTo>
                  <a:lnTo>
                    <a:pt x="2025" y="46771"/>
                  </a:lnTo>
                  <a:lnTo>
                    <a:pt x="1209" y="51408"/>
                  </a:lnTo>
                  <a:lnTo>
                    <a:pt x="555" y="55654"/>
                  </a:lnTo>
                  <a:lnTo>
                    <a:pt x="0" y="58528"/>
                  </a:lnTo>
                  <a:lnTo>
                    <a:pt x="3038" y="60455"/>
                  </a:lnTo>
                  <a:lnTo>
                    <a:pt x="2678" y="59541"/>
                  </a:lnTo>
                  <a:lnTo>
                    <a:pt x="2548" y="58561"/>
                  </a:lnTo>
                  <a:lnTo>
                    <a:pt x="3756" y="54936"/>
                  </a:lnTo>
                  <a:lnTo>
                    <a:pt x="4703" y="52650"/>
                  </a:lnTo>
                  <a:lnTo>
                    <a:pt x="5226" y="51212"/>
                  </a:lnTo>
                  <a:lnTo>
                    <a:pt x="9015" y="39945"/>
                  </a:lnTo>
                  <a:lnTo>
                    <a:pt x="11889" y="30930"/>
                  </a:lnTo>
                  <a:lnTo>
                    <a:pt x="12673" y="28285"/>
                  </a:lnTo>
                  <a:lnTo>
                    <a:pt x="12901" y="28187"/>
                  </a:lnTo>
                  <a:lnTo>
                    <a:pt x="18029" y="37299"/>
                  </a:lnTo>
                  <a:lnTo>
                    <a:pt x="18748" y="38377"/>
                  </a:lnTo>
                  <a:lnTo>
                    <a:pt x="19531" y="39977"/>
                  </a:lnTo>
                  <a:lnTo>
                    <a:pt x="19466" y="40532"/>
                  </a:lnTo>
                  <a:lnTo>
                    <a:pt x="18878" y="42133"/>
                  </a:lnTo>
                  <a:lnTo>
                    <a:pt x="18780" y="42394"/>
                  </a:lnTo>
                  <a:lnTo>
                    <a:pt x="15547" y="48796"/>
                  </a:lnTo>
                  <a:lnTo>
                    <a:pt x="18160" y="50331"/>
                  </a:lnTo>
                  <a:lnTo>
                    <a:pt x="18519" y="50527"/>
                  </a:lnTo>
                  <a:lnTo>
                    <a:pt x="21458" y="51082"/>
                  </a:lnTo>
                  <a:lnTo>
                    <a:pt x="24725" y="51114"/>
                  </a:lnTo>
                  <a:lnTo>
                    <a:pt x="26847" y="50886"/>
                  </a:lnTo>
                  <a:lnTo>
                    <a:pt x="28938" y="50527"/>
                  </a:lnTo>
                  <a:lnTo>
                    <a:pt x="32008" y="49645"/>
                  </a:lnTo>
                  <a:lnTo>
                    <a:pt x="34490" y="48436"/>
                  </a:lnTo>
                  <a:lnTo>
                    <a:pt x="34751" y="48240"/>
                  </a:lnTo>
                  <a:lnTo>
                    <a:pt x="34098" y="44354"/>
                  </a:lnTo>
                  <a:lnTo>
                    <a:pt x="33445" y="40140"/>
                  </a:lnTo>
                  <a:lnTo>
                    <a:pt x="33347" y="39030"/>
                  </a:lnTo>
                  <a:lnTo>
                    <a:pt x="33412" y="37952"/>
                  </a:lnTo>
                  <a:lnTo>
                    <a:pt x="33608" y="33739"/>
                  </a:lnTo>
                  <a:lnTo>
                    <a:pt x="33968" y="33086"/>
                  </a:lnTo>
                  <a:lnTo>
                    <a:pt x="34719" y="31322"/>
                  </a:lnTo>
                  <a:lnTo>
                    <a:pt x="35078" y="30179"/>
                  </a:lnTo>
                  <a:lnTo>
                    <a:pt x="35111" y="29722"/>
                  </a:lnTo>
                  <a:lnTo>
                    <a:pt x="35111" y="28873"/>
                  </a:lnTo>
                  <a:lnTo>
                    <a:pt x="34915" y="28023"/>
                  </a:lnTo>
                  <a:lnTo>
                    <a:pt x="34915" y="28023"/>
                  </a:lnTo>
                  <a:lnTo>
                    <a:pt x="36156" y="28611"/>
                  </a:lnTo>
                  <a:lnTo>
                    <a:pt x="39128" y="30146"/>
                  </a:lnTo>
                  <a:lnTo>
                    <a:pt x="42819" y="32073"/>
                  </a:lnTo>
                  <a:lnTo>
                    <a:pt x="43537" y="32433"/>
                  </a:lnTo>
                  <a:lnTo>
                    <a:pt x="45530" y="33184"/>
                  </a:lnTo>
                  <a:lnTo>
                    <a:pt x="47032" y="33543"/>
                  </a:lnTo>
                  <a:lnTo>
                    <a:pt x="47816" y="33608"/>
                  </a:lnTo>
                  <a:lnTo>
                    <a:pt x="48175" y="33608"/>
                  </a:lnTo>
                  <a:lnTo>
                    <a:pt x="48828" y="33380"/>
                  </a:lnTo>
                  <a:lnTo>
                    <a:pt x="49645" y="32792"/>
                  </a:lnTo>
                  <a:lnTo>
                    <a:pt x="50592" y="31224"/>
                  </a:lnTo>
                  <a:lnTo>
                    <a:pt x="50690" y="30897"/>
                  </a:lnTo>
                  <a:lnTo>
                    <a:pt x="52323" y="26031"/>
                  </a:lnTo>
                  <a:lnTo>
                    <a:pt x="53956" y="20413"/>
                  </a:lnTo>
                  <a:lnTo>
                    <a:pt x="54217" y="19009"/>
                  </a:lnTo>
                  <a:lnTo>
                    <a:pt x="54740" y="16657"/>
                  </a:lnTo>
                  <a:lnTo>
                    <a:pt x="55458" y="13555"/>
                  </a:lnTo>
                  <a:lnTo>
                    <a:pt x="54969" y="12967"/>
                  </a:lnTo>
                  <a:lnTo>
                    <a:pt x="55393" y="11399"/>
                  </a:lnTo>
                  <a:lnTo>
                    <a:pt x="56406" y="10485"/>
                  </a:lnTo>
                  <a:lnTo>
                    <a:pt x="56830" y="9799"/>
                  </a:lnTo>
                  <a:lnTo>
                    <a:pt x="57777" y="8460"/>
                  </a:lnTo>
                  <a:lnTo>
                    <a:pt x="58169" y="7970"/>
                  </a:lnTo>
                  <a:lnTo>
                    <a:pt x="58627" y="7120"/>
                  </a:lnTo>
                  <a:lnTo>
                    <a:pt x="58757" y="6500"/>
                  </a:lnTo>
                  <a:lnTo>
                    <a:pt x="58725" y="6173"/>
                  </a:lnTo>
                  <a:lnTo>
                    <a:pt x="58659" y="5847"/>
                  </a:lnTo>
                  <a:lnTo>
                    <a:pt x="58169" y="5193"/>
                  </a:lnTo>
                  <a:lnTo>
                    <a:pt x="57287" y="4410"/>
                  </a:lnTo>
                  <a:lnTo>
                    <a:pt x="57091" y="4312"/>
                  </a:lnTo>
                  <a:lnTo>
                    <a:pt x="56863" y="4181"/>
                  </a:lnTo>
                  <a:lnTo>
                    <a:pt x="56700" y="3854"/>
                  </a:lnTo>
                  <a:lnTo>
                    <a:pt x="56863" y="3332"/>
                  </a:lnTo>
                  <a:lnTo>
                    <a:pt x="56928" y="3234"/>
                  </a:lnTo>
                  <a:lnTo>
                    <a:pt x="58267" y="817"/>
                  </a:lnTo>
                  <a:lnTo>
                    <a:pt x="58333" y="621"/>
                  </a:lnTo>
                  <a:lnTo>
                    <a:pt x="58235" y="229"/>
                  </a:lnTo>
                  <a:lnTo>
                    <a:pt x="58071" y="98"/>
                  </a:lnTo>
                  <a:lnTo>
                    <a:pt x="579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3531192" y="1827135"/>
              <a:ext cx="172429" cy="74182"/>
            </a:xfrm>
            <a:custGeom>
              <a:avLst/>
              <a:gdLst/>
              <a:ahLst/>
              <a:cxnLst/>
              <a:rect l="l" t="t" r="r" b="b"/>
              <a:pathLst>
                <a:path w="14502" h="6239" fill="none" extrusionOk="0">
                  <a:moveTo>
                    <a:pt x="0" y="3528"/>
                  </a:moveTo>
                  <a:lnTo>
                    <a:pt x="196" y="3103"/>
                  </a:lnTo>
                  <a:lnTo>
                    <a:pt x="1503" y="1437"/>
                  </a:lnTo>
                  <a:lnTo>
                    <a:pt x="2254" y="817"/>
                  </a:lnTo>
                  <a:lnTo>
                    <a:pt x="3136" y="327"/>
                  </a:lnTo>
                  <a:lnTo>
                    <a:pt x="4181" y="33"/>
                  </a:lnTo>
                  <a:lnTo>
                    <a:pt x="4769" y="0"/>
                  </a:lnTo>
                  <a:lnTo>
                    <a:pt x="5389" y="66"/>
                  </a:lnTo>
                  <a:lnTo>
                    <a:pt x="6826" y="588"/>
                  </a:lnTo>
                  <a:lnTo>
                    <a:pt x="9243" y="1960"/>
                  </a:lnTo>
                  <a:lnTo>
                    <a:pt x="13685" y="5455"/>
                  </a:lnTo>
                  <a:lnTo>
                    <a:pt x="14502" y="6238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3547113" y="1858584"/>
              <a:ext cx="83896" cy="45455"/>
            </a:xfrm>
            <a:custGeom>
              <a:avLst/>
              <a:gdLst/>
              <a:ahLst/>
              <a:cxnLst/>
              <a:rect l="l" t="t" r="r" b="b"/>
              <a:pathLst>
                <a:path w="7056" h="3823" fill="none" extrusionOk="0">
                  <a:moveTo>
                    <a:pt x="0" y="1438"/>
                  </a:moveTo>
                  <a:lnTo>
                    <a:pt x="262" y="1177"/>
                  </a:lnTo>
                  <a:lnTo>
                    <a:pt x="1895" y="229"/>
                  </a:lnTo>
                  <a:lnTo>
                    <a:pt x="3038" y="1"/>
                  </a:lnTo>
                  <a:lnTo>
                    <a:pt x="3887" y="66"/>
                  </a:lnTo>
                  <a:lnTo>
                    <a:pt x="4344" y="197"/>
                  </a:lnTo>
                  <a:lnTo>
                    <a:pt x="4769" y="360"/>
                  </a:lnTo>
                  <a:lnTo>
                    <a:pt x="5487" y="817"/>
                  </a:lnTo>
                  <a:lnTo>
                    <a:pt x="6271" y="1666"/>
                  </a:lnTo>
                  <a:lnTo>
                    <a:pt x="7023" y="3463"/>
                  </a:lnTo>
                  <a:lnTo>
                    <a:pt x="7055" y="3822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3416632" y="1879950"/>
              <a:ext cx="130100" cy="420573"/>
            </a:xfrm>
            <a:custGeom>
              <a:avLst/>
              <a:gdLst/>
              <a:ahLst/>
              <a:cxnLst/>
              <a:rect l="l" t="t" r="r" b="b"/>
              <a:pathLst>
                <a:path w="10942" h="35372" fill="none" extrusionOk="0">
                  <a:moveTo>
                    <a:pt x="9407" y="0"/>
                  </a:moveTo>
                  <a:lnTo>
                    <a:pt x="9047" y="196"/>
                  </a:lnTo>
                  <a:lnTo>
                    <a:pt x="7414" y="1764"/>
                  </a:lnTo>
                  <a:lnTo>
                    <a:pt x="6696" y="3005"/>
                  </a:lnTo>
                  <a:lnTo>
                    <a:pt x="6402" y="3985"/>
                  </a:lnTo>
                  <a:lnTo>
                    <a:pt x="6337" y="4540"/>
                  </a:lnTo>
                  <a:lnTo>
                    <a:pt x="6337" y="5095"/>
                  </a:lnTo>
                  <a:lnTo>
                    <a:pt x="6631" y="6238"/>
                  </a:lnTo>
                  <a:lnTo>
                    <a:pt x="7512" y="8067"/>
                  </a:lnTo>
                  <a:lnTo>
                    <a:pt x="9145" y="10680"/>
                  </a:lnTo>
                  <a:lnTo>
                    <a:pt x="10223" y="12770"/>
                  </a:lnTo>
                  <a:lnTo>
                    <a:pt x="10746" y="14240"/>
                  </a:lnTo>
                  <a:lnTo>
                    <a:pt x="10876" y="14959"/>
                  </a:lnTo>
                  <a:lnTo>
                    <a:pt x="10942" y="15677"/>
                  </a:lnTo>
                  <a:lnTo>
                    <a:pt x="10844" y="16918"/>
                  </a:lnTo>
                  <a:lnTo>
                    <a:pt x="10452" y="17964"/>
                  </a:lnTo>
                  <a:lnTo>
                    <a:pt x="9766" y="18878"/>
                  </a:lnTo>
                  <a:lnTo>
                    <a:pt x="8264" y="20152"/>
                  </a:lnTo>
                  <a:lnTo>
                    <a:pt x="5455" y="21981"/>
                  </a:lnTo>
                  <a:lnTo>
                    <a:pt x="3724" y="23124"/>
                  </a:lnTo>
                  <a:lnTo>
                    <a:pt x="2875" y="23777"/>
                  </a:lnTo>
                  <a:lnTo>
                    <a:pt x="1601" y="25345"/>
                  </a:lnTo>
                  <a:lnTo>
                    <a:pt x="719" y="27109"/>
                  </a:lnTo>
                  <a:lnTo>
                    <a:pt x="196" y="28970"/>
                  </a:lnTo>
                  <a:lnTo>
                    <a:pt x="0" y="30799"/>
                  </a:lnTo>
                  <a:lnTo>
                    <a:pt x="33" y="32498"/>
                  </a:lnTo>
                  <a:lnTo>
                    <a:pt x="262" y="33967"/>
                  </a:lnTo>
                  <a:lnTo>
                    <a:pt x="588" y="35045"/>
                  </a:lnTo>
                  <a:lnTo>
                    <a:pt x="784" y="35372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3432552" y="2311390"/>
              <a:ext cx="20201" cy="22924"/>
            </a:xfrm>
            <a:custGeom>
              <a:avLst/>
              <a:gdLst/>
              <a:ahLst/>
              <a:cxnLst/>
              <a:rect l="l" t="t" r="r" b="b"/>
              <a:pathLst>
                <a:path w="1699" h="1928" fill="none" extrusionOk="0">
                  <a:moveTo>
                    <a:pt x="0" y="0"/>
                  </a:moveTo>
                  <a:lnTo>
                    <a:pt x="98" y="196"/>
                  </a:lnTo>
                  <a:lnTo>
                    <a:pt x="719" y="1111"/>
                  </a:lnTo>
                  <a:lnTo>
                    <a:pt x="1340" y="1731"/>
                  </a:lnTo>
                  <a:lnTo>
                    <a:pt x="1699" y="1927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3530419" y="1971598"/>
              <a:ext cx="57869" cy="168541"/>
            </a:xfrm>
            <a:custGeom>
              <a:avLst/>
              <a:gdLst/>
              <a:ahLst/>
              <a:cxnLst/>
              <a:rect l="l" t="t" r="r" b="b"/>
              <a:pathLst>
                <a:path w="4867" h="14175" fill="none" extrusionOk="0">
                  <a:moveTo>
                    <a:pt x="163" y="0"/>
                  </a:moveTo>
                  <a:lnTo>
                    <a:pt x="0" y="457"/>
                  </a:lnTo>
                  <a:lnTo>
                    <a:pt x="65" y="1372"/>
                  </a:lnTo>
                  <a:lnTo>
                    <a:pt x="294" y="1829"/>
                  </a:lnTo>
                  <a:lnTo>
                    <a:pt x="1176" y="3103"/>
                  </a:lnTo>
                  <a:lnTo>
                    <a:pt x="3723" y="6859"/>
                  </a:lnTo>
                  <a:lnTo>
                    <a:pt x="4605" y="8753"/>
                  </a:lnTo>
                  <a:lnTo>
                    <a:pt x="4866" y="9864"/>
                  </a:lnTo>
                  <a:lnTo>
                    <a:pt x="4834" y="10321"/>
                  </a:lnTo>
                  <a:lnTo>
                    <a:pt x="4638" y="11203"/>
                  </a:lnTo>
                  <a:lnTo>
                    <a:pt x="3854" y="12607"/>
                  </a:lnTo>
                  <a:lnTo>
                    <a:pt x="2482" y="13979"/>
                  </a:lnTo>
                  <a:lnTo>
                    <a:pt x="2221" y="14175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3528469" y="1879950"/>
              <a:ext cx="29523" cy="83503"/>
            </a:xfrm>
            <a:custGeom>
              <a:avLst/>
              <a:gdLst/>
              <a:ahLst/>
              <a:cxnLst/>
              <a:rect l="l" t="t" r="r" b="b"/>
              <a:pathLst>
                <a:path w="2483" h="7023" fill="none" extrusionOk="0">
                  <a:moveTo>
                    <a:pt x="2483" y="0"/>
                  </a:moveTo>
                  <a:lnTo>
                    <a:pt x="2156" y="131"/>
                  </a:lnTo>
                  <a:lnTo>
                    <a:pt x="719" y="1372"/>
                  </a:lnTo>
                  <a:lnTo>
                    <a:pt x="164" y="2417"/>
                  </a:lnTo>
                  <a:lnTo>
                    <a:pt x="1" y="3266"/>
                  </a:lnTo>
                  <a:lnTo>
                    <a:pt x="1" y="3723"/>
                  </a:lnTo>
                  <a:lnTo>
                    <a:pt x="66" y="4638"/>
                  </a:lnTo>
                  <a:lnTo>
                    <a:pt x="262" y="5944"/>
                  </a:lnTo>
                  <a:lnTo>
                    <a:pt x="621" y="6957"/>
                  </a:lnTo>
                  <a:lnTo>
                    <a:pt x="687" y="7022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3703609" y="1982465"/>
              <a:ext cx="66418" cy="118841"/>
            </a:xfrm>
            <a:custGeom>
              <a:avLst/>
              <a:gdLst/>
              <a:ahLst/>
              <a:cxnLst/>
              <a:rect l="l" t="t" r="r" b="b"/>
              <a:pathLst>
                <a:path w="5586" h="9995" fill="none" extrusionOk="0">
                  <a:moveTo>
                    <a:pt x="1" y="1"/>
                  </a:moveTo>
                  <a:lnTo>
                    <a:pt x="654" y="1372"/>
                  </a:lnTo>
                  <a:lnTo>
                    <a:pt x="2320" y="3855"/>
                  </a:lnTo>
                  <a:lnTo>
                    <a:pt x="3300" y="4998"/>
                  </a:lnTo>
                  <a:lnTo>
                    <a:pt x="4018" y="5782"/>
                  </a:lnTo>
                  <a:lnTo>
                    <a:pt x="4933" y="7480"/>
                  </a:lnTo>
                  <a:lnTo>
                    <a:pt x="5553" y="9603"/>
                  </a:lnTo>
                  <a:lnTo>
                    <a:pt x="5586" y="9995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3731966" y="2059358"/>
              <a:ext cx="12437" cy="45836"/>
            </a:xfrm>
            <a:custGeom>
              <a:avLst/>
              <a:gdLst/>
              <a:ahLst/>
              <a:cxnLst/>
              <a:rect l="l" t="t" r="r" b="b"/>
              <a:pathLst>
                <a:path w="1046" h="3855" fill="none" extrusionOk="0">
                  <a:moveTo>
                    <a:pt x="0" y="0"/>
                  </a:moveTo>
                  <a:lnTo>
                    <a:pt x="131" y="294"/>
                  </a:lnTo>
                  <a:lnTo>
                    <a:pt x="719" y="1960"/>
                  </a:lnTo>
                  <a:lnTo>
                    <a:pt x="1012" y="3266"/>
                  </a:lnTo>
                  <a:lnTo>
                    <a:pt x="1045" y="3854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3414301" y="2058966"/>
              <a:ext cx="250487" cy="520390"/>
            </a:xfrm>
            <a:custGeom>
              <a:avLst/>
              <a:gdLst/>
              <a:ahLst/>
              <a:cxnLst/>
              <a:rect l="l" t="t" r="r" b="b"/>
              <a:pathLst>
                <a:path w="21067" h="43767" extrusionOk="0">
                  <a:moveTo>
                    <a:pt x="17507" y="1"/>
                  </a:moveTo>
                  <a:lnTo>
                    <a:pt x="17735" y="2058"/>
                  </a:lnTo>
                  <a:lnTo>
                    <a:pt x="17311" y="2516"/>
                  </a:lnTo>
                  <a:lnTo>
                    <a:pt x="16625" y="3724"/>
                  </a:lnTo>
                  <a:lnTo>
                    <a:pt x="16004" y="5488"/>
                  </a:lnTo>
                  <a:lnTo>
                    <a:pt x="15906" y="5814"/>
                  </a:lnTo>
                  <a:lnTo>
                    <a:pt x="11954" y="7415"/>
                  </a:lnTo>
                  <a:lnTo>
                    <a:pt x="6598" y="9505"/>
                  </a:lnTo>
                  <a:lnTo>
                    <a:pt x="5161" y="16984"/>
                  </a:lnTo>
                  <a:lnTo>
                    <a:pt x="2809" y="29232"/>
                  </a:lnTo>
                  <a:lnTo>
                    <a:pt x="0" y="43766"/>
                  </a:lnTo>
                  <a:lnTo>
                    <a:pt x="1209" y="39684"/>
                  </a:lnTo>
                  <a:lnTo>
                    <a:pt x="1568" y="38802"/>
                  </a:lnTo>
                  <a:lnTo>
                    <a:pt x="4148" y="33249"/>
                  </a:lnTo>
                  <a:lnTo>
                    <a:pt x="4965" y="31812"/>
                  </a:lnTo>
                  <a:lnTo>
                    <a:pt x="5063" y="31682"/>
                  </a:lnTo>
                  <a:lnTo>
                    <a:pt x="5030" y="31616"/>
                  </a:lnTo>
                  <a:lnTo>
                    <a:pt x="4638" y="31845"/>
                  </a:lnTo>
                  <a:lnTo>
                    <a:pt x="3332" y="32857"/>
                  </a:lnTo>
                  <a:lnTo>
                    <a:pt x="3005" y="33119"/>
                  </a:lnTo>
                  <a:lnTo>
                    <a:pt x="3005" y="33119"/>
                  </a:lnTo>
                  <a:lnTo>
                    <a:pt x="3528" y="31388"/>
                  </a:lnTo>
                  <a:lnTo>
                    <a:pt x="5977" y="23386"/>
                  </a:lnTo>
                  <a:lnTo>
                    <a:pt x="7414" y="19107"/>
                  </a:lnTo>
                  <a:lnTo>
                    <a:pt x="7741" y="18389"/>
                  </a:lnTo>
                  <a:lnTo>
                    <a:pt x="7839" y="18225"/>
                  </a:lnTo>
                  <a:lnTo>
                    <a:pt x="7937" y="17768"/>
                  </a:lnTo>
                  <a:lnTo>
                    <a:pt x="7806" y="16919"/>
                  </a:lnTo>
                  <a:lnTo>
                    <a:pt x="7153" y="15123"/>
                  </a:lnTo>
                  <a:lnTo>
                    <a:pt x="6990" y="14404"/>
                  </a:lnTo>
                  <a:lnTo>
                    <a:pt x="7022" y="14208"/>
                  </a:lnTo>
                  <a:lnTo>
                    <a:pt x="7382" y="14078"/>
                  </a:lnTo>
                  <a:lnTo>
                    <a:pt x="8198" y="14143"/>
                  </a:lnTo>
                  <a:lnTo>
                    <a:pt x="8623" y="14078"/>
                  </a:lnTo>
                  <a:lnTo>
                    <a:pt x="8721" y="13980"/>
                  </a:lnTo>
                  <a:lnTo>
                    <a:pt x="8623" y="13490"/>
                  </a:lnTo>
                  <a:lnTo>
                    <a:pt x="8100" y="12379"/>
                  </a:lnTo>
                  <a:lnTo>
                    <a:pt x="7872" y="11628"/>
                  </a:lnTo>
                  <a:lnTo>
                    <a:pt x="7806" y="11269"/>
                  </a:lnTo>
                  <a:lnTo>
                    <a:pt x="8035" y="10648"/>
                  </a:lnTo>
                  <a:lnTo>
                    <a:pt x="8786" y="9962"/>
                  </a:lnTo>
                  <a:lnTo>
                    <a:pt x="9374" y="9701"/>
                  </a:lnTo>
                  <a:lnTo>
                    <a:pt x="10321" y="9374"/>
                  </a:lnTo>
                  <a:lnTo>
                    <a:pt x="12869" y="8852"/>
                  </a:lnTo>
                  <a:lnTo>
                    <a:pt x="13849" y="8754"/>
                  </a:lnTo>
                  <a:lnTo>
                    <a:pt x="14241" y="8852"/>
                  </a:lnTo>
                  <a:lnTo>
                    <a:pt x="14306" y="8917"/>
                  </a:lnTo>
                  <a:lnTo>
                    <a:pt x="16429" y="11661"/>
                  </a:lnTo>
                  <a:lnTo>
                    <a:pt x="18323" y="13816"/>
                  </a:lnTo>
                  <a:lnTo>
                    <a:pt x="16364" y="9897"/>
                  </a:lnTo>
                  <a:lnTo>
                    <a:pt x="16331" y="9570"/>
                  </a:lnTo>
                  <a:lnTo>
                    <a:pt x="16429" y="7709"/>
                  </a:lnTo>
                  <a:lnTo>
                    <a:pt x="16657" y="6370"/>
                  </a:lnTo>
                  <a:lnTo>
                    <a:pt x="16886" y="5814"/>
                  </a:lnTo>
                  <a:lnTo>
                    <a:pt x="17703" y="3985"/>
                  </a:lnTo>
                  <a:lnTo>
                    <a:pt x="17866" y="3528"/>
                  </a:lnTo>
                  <a:lnTo>
                    <a:pt x="21067" y="654"/>
                  </a:lnTo>
                  <a:lnTo>
                    <a:pt x="20544" y="654"/>
                  </a:lnTo>
                  <a:lnTo>
                    <a:pt x="19336" y="491"/>
                  </a:lnTo>
                  <a:lnTo>
                    <a:pt x="17768" y="99"/>
                  </a:lnTo>
                  <a:lnTo>
                    <a:pt x="17507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3414301" y="2058966"/>
              <a:ext cx="250487" cy="520390"/>
            </a:xfrm>
            <a:custGeom>
              <a:avLst/>
              <a:gdLst/>
              <a:ahLst/>
              <a:cxnLst/>
              <a:rect l="l" t="t" r="r" b="b"/>
              <a:pathLst>
                <a:path w="21067" h="43767" extrusionOk="0">
                  <a:moveTo>
                    <a:pt x="17507" y="1"/>
                  </a:moveTo>
                  <a:lnTo>
                    <a:pt x="17735" y="2516"/>
                  </a:lnTo>
                  <a:lnTo>
                    <a:pt x="17441" y="2679"/>
                  </a:lnTo>
                  <a:lnTo>
                    <a:pt x="16951" y="3136"/>
                  </a:lnTo>
                  <a:lnTo>
                    <a:pt x="16429" y="3920"/>
                  </a:lnTo>
                  <a:lnTo>
                    <a:pt x="15939" y="5520"/>
                  </a:lnTo>
                  <a:lnTo>
                    <a:pt x="15906" y="5814"/>
                  </a:lnTo>
                  <a:lnTo>
                    <a:pt x="11954" y="7415"/>
                  </a:lnTo>
                  <a:lnTo>
                    <a:pt x="6598" y="9505"/>
                  </a:lnTo>
                  <a:lnTo>
                    <a:pt x="5161" y="16984"/>
                  </a:lnTo>
                  <a:lnTo>
                    <a:pt x="2809" y="29232"/>
                  </a:lnTo>
                  <a:lnTo>
                    <a:pt x="0" y="43766"/>
                  </a:lnTo>
                  <a:lnTo>
                    <a:pt x="1209" y="39684"/>
                  </a:lnTo>
                  <a:lnTo>
                    <a:pt x="1568" y="38802"/>
                  </a:lnTo>
                  <a:lnTo>
                    <a:pt x="4148" y="33249"/>
                  </a:lnTo>
                  <a:lnTo>
                    <a:pt x="4965" y="31812"/>
                  </a:lnTo>
                  <a:lnTo>
                    <a:pt x="5063" y="31682"/>
                  </a:lnTo>
                  <a:lnTo>
                    <a:pt x="5030" y="31616"/>
                  </a:lnTo>
                  <a:lnTo>
                    <a:pt x="4638" y="31845"/>
                  </a:lnTo>
                  <a:lnTo>
                    <a:pt x="3332" y="32857"/>
                  </a:lnTo>
                  <a:lnTo>
                    <a:pt x="3005" y="33119"/>
                  </a:lnTo>
                  <a:lnTo>
                    <a:pt x="3005" y="33119"/>
                  </a:lnTo>
                  <a:lnTo>
                    <a:pt x="3528" y="31388"/>
                  </a:lnTo>
                  <a:lnTo>
                    <a:pt x="5977" y="23386"/>
                  </a:lnTo>
                  <a:lnTo>
                    <a:pt x="7414" y="19107"/>
                  </a:lnTo>
                  <a:lnTo>
                    <a:pt x="7741" y="18389"/>
                  </a:lnTo>
                  <a:lnTo>
                    <a:pt x="7839" y="18225"/>
                  </a:lnTo>
                  <a:lnTo>
                    <a:pt x="7937" y="17768"/>
                  </a:lnTo>
                  <a:lnTo>
                    <a:pt x="7806" y="16919"/>
                  </a:lnTo>
                  <a:lnTo>
                    <a:pt x="7153" y="15123"/>
                  </a:lnTo>
                  <a:lnTo>
                    <a:pt x="6990" y="14404"/>
                  </a:lnTo>
                  <a:lnTo>
                    <a:pt x="7022" y="14208"/>
                  </a:lnTo>
                  <a:lnTo>
                    <a:pt x="7382" y="14078"/>
                  </a:lnTo>
                  <a:lnTo>
                    <a:pt x="8198" y="14143"/>
                  </a:lnTo>
                  <a:lnTo>
                    <a:pt x="8623" y="14078"/>
                  </a:lnTo>
                  <a:lnTo>
                    <a:pt x="8721" y="13980"/>
                  </a:lnTo>
                  <a:lnTo>
                    <a:pt x="8623" y="13490"/>
                  </a:lnTo>
                  <a:lnTo>
                    <a:pt x="8100" y="12379"/>
                  </a:lnTo>
                  <a:lnTo>
                    <a:pt x="7872" y="11628"/>
                  </a:lnTo>
                  <a:lnTo>
                    <a:pt x="7806" y="11269"/>
                  </a:lnTo>
                  <a:lnTo>
                    <a:pt x="8035" y="10648"/>
                  </a:lnTo>
                  <a:lnTo>
                    <a:pt x="8786" y="9962"/>
                  </a:lnTo>
                  <a:lnTo>
                    <a:pt x="9374" y="9701"/>
                  </a:lnTo>
                  <a:lnTo>
                    <a:pt x="10321" y="9374"/>
                  </a:lnTo>
                  <a:lnTo>
                    <a:pt x="12869" y="8852"/>
                  </a:lnTo>
                  <a:lnTo>
                    <a:pt x="13849" y="8754"/>
                  </a:lnTo>
                  <a:lnTo>
                    <a:pt x="14241" y="8852"/>
                  </a:lnTo>
                  <a:lnTo>
                    <a:pt x="14306" y="8917"/>
                  </a:lnTo>
                  <a:lnTo>
                    <a:pt x="16429" y="11661"/>
                  </a:lnTo>
                  <a:lnTo>
                    <a:pt x="18323" y="13816"/>
                  </a:lnTo>
                  <a:lnTo>
                    <a:pt x="16364" y="9897"/>
                  </a:lnTo>
                  <a:lnTo>
                    <a:pt x="16331" y="9570"/>
                  </a:lnTo>
                  <a:lnTo>
                    <a:pt x="16429" y="7709"/>
                  </a:lnTo>
                  <a:lnTo>
                    <a:pt x="16657" y="6370"/>
                  </a:lnTo>
                  <a:lnTo>
                    <a:pt x="16886" y="5814"/>
                  </a:lnTo>
                  <a:lnTo>
                    <a:pt x="17703" y="3985"/>
                  </a:lnTo>
                  <a:lnTo>
                    <a:pt x="17866" y="3528"/>
                  </a:lnTo>
                  <a:lnTo>
                    <a:pt x="21067" y="654"/>
                  </a:lnTo>
                  <a:lnTo>
                    <a:pt x="20544" y="654"/>
                  </a:lnTo>
                  <a:lnTo>
                    <a:pt x="19336" y="491"/>
                  </a:lnTo>
                  <a:lnTo>
                    <a:pt x="17768" y="99"/>
                  </a:lnTo>
                  <a:lnTo>
                    <a:pt x="175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0"/>
            <p:cNvSpPr/>
            <p:nvPr/>
          </p:nvSpPr>
          <p:spPr>
            <a:xfrm>
              <a:off x="3806909" y="2208482"/>
              <a:ext cx="179040" cy="131658"/>
            </a:xfrm>
            <a:custGeom>
              <a:avLst/>
              <a:gdLst/>
              <a:ahLst/>
              <a:cxnLst/>
              <a:rect l="l" t="t" r="r" b="b"/>
              <a:pathLst>
                <a:path w="15058" h="11073" fill="none" extrusionOk="0">
                  <a:moveTo>
                    <a:pt x="1" y="2580"/>
                  </a:moveTo>
                  <a:lnTo>
                    <a:pt x="229" y="2188"/>
                  </a:lnTo>
                  <a:lnTo>
                    <a:pt x="1372" y="555"/>
                  </a:lnTo>
                  <a:lnTo>
                    <a:pt x="1862" y="65"/>
                  </a:lnTo>
                  <a:lnTo>
                    <a:pt x="2091" y="0"/>
                  </a:lnTo>
                  <a:lnTo>
                    <a:pt x="2156" y="131"/>
                  </a:lnTo>
                  <a:lnTo>
                    <a:pt x="2189" y="457"/>
                  </a:lnTo>
                  <a:lnTo>
                    <a:pt x="2058" y="1503"/>
                  </a:lnTo>
                  <a:lnTo>
                    <a:pt x="1699" y="3136"/>
                  </a:lnTo>
                  <a:lnTo>
                    <a:pt x="1601" y="3462"/>
                  </a:lnTo>
                  <a:lnTo>
                    <a:pt x="1862" y="3364"/>
                  </a:lnTo>
                  <a:lnTo>
                    <a:pt x="2940" y="3070"/>
                  </a:lnTo>
                  <a:lnTo>
                    <a:pt x="3332" y="3103"/>
                  </a:lnTo>
                  <a:lnTo>
                    <a:pt x="3463" y="3234"/>
                  </a:lnTo>
                  <a:lnTo>
                    <a:pt x="3430" y="3332"/>
                  </a:lnTo>
                  <a:lnTo>
                    <a:pt x="3234" y="3789"/>
                  </a:lnTo>
                  <a:lnTo>
                    <a:pt x="2875" y="4377"/>
                  </a:lnTo>
                  <a:lnTo>
                    <a:pt x="2907" y="4638"/>
                  </a:lnTo>
                  <a:lnTo>
                    <a:pt x="3822" y="5291"/>
                  </a:lnTo>
                  <a:lnTo>
                    <a:pt x="9440" y="8296"/>
                  </a:lnTo>
                  <a:lnTo>
                    <a:pt x="10844" y="9047"/>
                  </a:lnTo>
                  <a:lnTo>
                    <a:pt x="11007" y="9080"/>
                  </a:lnTo>
                  <a:lnTo>
                    <a:pt x="11432" y="9014"/>
                  </a:lnTo>
                  <a:lnTo>
                    <a:pt x="12183" y="8623"/>
                  </a:lnTo>
                  <a:lnTo>
                    <a:pt x="13294" y="7937"/>
                  </a:lnTo>
                  <a:lnTo>
                    <a:pt x="14077" y="7610"/>
                  </a:lnTo>
                  <a:lnTo>
                    <a:pt x="14535" y="7643"/>
                  </a:lnTo>
                  <a:lnTo>
                    <a:pt x="14731" y="7741"/>
                  </a:lnTo>
                  <a:lnTo>
                    <a:pt x="14894" y="7904"/>
                  </a:lnTo>
                  <a:lnTo>
                    <a:pt x="15057" y="8329"/>
                  </a:lnTo>
                  <a:lnTo>
                    <a:pt x="15057" y="9112"/>
                  </a:lnTo>
                  <a:lnTo>
                    <a:pt x="14535" y="10223"/>
                  </a:lnTo>
                  <a:lnTo>
                    <a:pt x="13783" y="10843"/>
                  </a:lnTo>
                  <a:lnTo>
                    <a:pt x="13130" y="11039"/>
                  </a:lnTo>
                  <a:lnTo>
                    <a:pt x="12771" y="11072"/>
                  </a:lnTo>
                  <a:lnTo>
                    <a:pt x="11954" y="11007"/>
                  </a:lnTo>
                  <a:lnTo>
                    <a:pt x="9570" y="10321"/>
                  </a:lnTo>
                  <a:lnTo>
                    <a:pt x="5945" y="8949"/>
                  </a:lnTo>
                  <a:lnTo>
                    <a:pt x="5259" y="8623"/>
                  </a:lnTo>
                  <a:lnTo>
                    <a:pt x="850" y="607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0"/>
            <p:cNvSpPr/>
            <p:nvPr/>
          </p:nvSpPr>
          <p:spPr>
            <a:xfrm>
              <a:off x="3806909" y="2208482"/>
              <a:ext cx="179040" cy="131658"/>
            </a:xfrm>
            <a:custGeom>
              <a:avLst/>
              <a:gdLst/>
              <a:ahLst/>
              <a:cxnLst/>
              <a:rect l="l" t="t" r="r" b="b"/>
              <a:pathLst>
                <a:path w="15058" h="11073" fill="none" extrusionOk="0">
                  <a:moveTo>
                    <a:pt x="1" y="2580"/>
                  </a:moveTo>
                  <a:lnTo>
                    <a:pt x="229" y="2188"/>
                  </a:lnTo>
                  <a:lnTo>
                    <a:pt x="1372" y="555"/>
                  </a:lnTo>
                  <a:lnTo>
                    <a:pt x="1862" y="65"/>
                  </a:lnTo>
                  <a:lnTo>
                    <a:pt x="2091" y="0"/>
                  </a:lnTo>
                  <a:lnTo>
                    <a:pt x="2156" y="131"/>
                  </a:lnTo>
                  <a:lnTo>
                    <a:pt x="2189" y="457"/>
                  </a:lnTo>
                  <a:lnTo>
                    <a:pt x="2058" y="1503"/>
                  </a:lnTo>
                  <a:lnTo>
                    <a:pt x="1699" y="3136"/>
                  </a:lnTo>
                  <a:lnTo>
                    <a:pt x="1601" y="3462"/>
                  </a:lnTo>
                  <a:lnTo>
                    <a:pt x="1862" y="3364"/>
                  </a:lnTo>
                  <a:lnTo>
                    <a:pt x="2940" y="3070"/>
                  </a:lnTo>
                  <a:lnTo>
                    <a:pt x="3332" y="3103"/>
                  </a:lnTo>
                  <a:lnTo>
                    <a:pt x="3463" y="3234"/>
                  </a:lnTo>
                  <a:lnTo>
                    <a:pt x="3430" y="3332"/>
                  </a:lnTo>
                  <a:lnTo>
                    <a:pt x="3234" y="3789"/>
                  </a:lnTo>
                  <a:lnTo>
                    <a:pt x="2875" y="4377"/>
                  </a:lnTo>
                  <a:lnTo>
                    <a:pt x="2907" y="4638"/>
                  </a:lnTo>
                  <a:lnTo>
                    <a:pt x="3822" y="5291"/>
                  </a:lnTo>
                  <a:lnTo>
                    <a:pt x="9440" y="8296"/>
                  </a:lnTo>
                  <a:lnTo>
                    <a:pt x="10844" y="9047"/>
                  </a:lnTo>
                  <a:lnTo>
                    <a:pt x="11007" y="9080"/>
                  </a:lnTo>
                  <a:lnTo>
                    <a:pt x="11432" y="9014"/>
                  </a:lnTo>
                  <a:lnTo>
                    <a:pt x="12183" y="8623"/>
                  </a:lnTo>
                  <a:lnTo>
                    <a:pt x="13294" y="7937"/>
                  </a:lnTo>
                  <a:lnTo>
                    <a:pt x="14077" y="7610"/>
                  </a:lnTo>
                  <a:lnTo>
                    <a:pt x="14535" y="7643"/>
                  </a:lnTo>
                  <a:lnTo>
                    <a:pt x="14731" y="7741"/>
                  </a:lnTo>
                  <a:lnTo>
                    <a:pt x="14894" y="7904"/>
                  </a:lnTo>
                  <a:lnTo>
                    <a:pt x="15057" y="8329"/>
                  </a:lnTo>
                  <a:lnTo>
                    <a:pt x="15057" y="9112"/>
                  </a:lnTo>
                  <a:lnTo>
                    <a:pt x="14535" y="10223"/>
                  </a:lnTo>
                  <a:lnTo>
                    <a:pt x="13783" y="10843"/>
                  </a:lnTo>
                  <a:lnTo>
                    <a:pt x="13130" y="11039"/>
                  </a:lnTo>
                  <a:lnTo>
                    <a:pt x="12771" y="11072"/>
                  </a:lnTo>
                  <a:lnTo>
                    <a:pt x="11954" y="11007"/>
                  </a:lnTo>
                  <a:lnTo>
                    <a:pt x="9570" y="10321"/>
                  </a:lnTo>
                  <a:lnTo>
                    <a:pt x="5945" y="8949"/>
                  </a:lnTo>
                  <a:lnTo>
                    <a:pt x="5259" y="8623"/>
                  </a:lnTo>
                  <a:lnTo>
                    <a:pt x="882" y="607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0"/>
            <p:cNvSpPr/>
            <p:nvPr/>
          </p:nvSpPr>
          <p:spPr>
            <a:xfrm>
              <a:off x="3668664" y="2337406"/>
              <a:ext cx="127770" cy="59426"/>
            </a:xfrm>
            <a:custGeom>
              <a:avLst/>
              <a:gdLst/>
              <a:ahLst/>
              <a:cxnLst/>
              <a:rect l="l" t="t" r="r" b="b"/>
              <a:pathLst>
                <a:path w="10746" h="4998" extrusionOk="0">
                  <a:moveTo>
                    <a:pt x="10354" y="0"/>
                  </a:moveTo>
                  <a:lnTo>
                    <a:pt x="8165" y="752"/>
                  </a:lnTo>
                  <a:lnTo>
                    <a:pt x="1568" y="3920"/>
                  </a:lnTo>
                  <a:lnTo>
                    <a:pt x="0" y="4769"/>
                  </a:lnTo>
                  <a:lnTo>
                    <a:pt x="360" y="4932"/>
                  </a:lnTo>
                  <a:lnTo>
                    <a:pt x="1437" y="4998"/>
                  </a:lnTo>
                  <a:lnTo>
                    <a:pt x="2776" y="4769"/>
                  </a:lnTo>
                  <a:lnTo>
                    <a:pt x="4344" y="4312"/>
                  </a:lnTo>
                  <a:lnTo>
                    <a:pt x="6761" y="3267"/>
                  </a:lnTo>
                  <a:lnTo>
                    <a:pt x="8949" y="1960"/>
                  </a:lnTo>
                  <a:lnTo>
                    <a:pt x="10125" y="1013"/>
                  </a:lnTo>
                  <a:lnTo>
                    <a:pt x="10550" y="556"/>
                  </a:lnTo>
                  <a:lnTo>
                    <a:pt x="10680" y="360"/>
                  </a:lnTo>
                  <a:lnTo>
                    <a:pt x="10746" y="98"/>
                  </a:lnTo>
                  <a:lnTo>
                    <a:pt x="10354" y="0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0"/>
            <p:cNvSpPr/>
            <p:nvPr/>
          </p:nvSpPr>
          <p:spPr>
            <a:xfrm>
              <a:off x="3668664" y="2337406"/>
              <a:ext cx="127770" cy="59426"/>
            </a:xfrm>
            <a:custGeom>
              <a:avLst/>
              <a:gdLst/>
              <a:ahLst/>
              <a:cxnLst/>
              <a:rect l="l" t="t" r="r" b="b"/>
              <a:pathLst>
                <a:path w="10746" h="4998" extrusionOk="0">
                  <a:moveTo>
                    <a:pt x="10354" y="0"/>
                  </a:moveTo>
                  <a:lnTo>
                    <a:pt x="8165" y="752"/>
                  </a:lnTo>
                  <a:lnTo>
                    <a:pt x="1568" y="3920"/>
                  </a:lnTo>
                  <a:lnTo>
                    <a:pt x="0" y="4769"/>
                  </a:lnTo>
                  <a:lnTo>
                    <a:pt x="360" y="4932"/>
                  </a:lnTo>
                  <a:lnTo>
                    <a:pt x="1437" y="4998"/>
                  </a:lnTo>
                  <a:lnTo>
                    <a:pt x="2776" y="4769"/>
                  </a:lnTo>
                  <a:lnTo>
                    <a:pt x="4344" y="4312"/>
                  </a:lnTo>
                  <a:lnTo>
                    <a:pt x="6761" y="3267"/>
                  </a:lnTo>
                  <a:lnTo>
                    <a:pt x="8949" y="1960"/>
                  </a:lnTo>
                  <a:lnTo>
                    <a:pt x="10125" y="1013"/>
                  </a:lnTo>
                  <a:lnTo>
                    <a:pt x="10550" y="556"/>
                  </a:lnTo>
                  <a:lnTo>
                    <a:pt x="10680" y="360"/>
                  </a:lnTo>
                  <a:lnTo>
                    <a:pt x="10746" y="98"/>
                  </a:lnTo>
                  <a:lnTo>
                    <a:pt x="10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3622448" y="2059358"/>
              <a:ext cx="71851" cy="132823"/>
            </a:xfrm>
            <a:custGeom>
              <a:avLst/>
              <a:gdLst/>
              <a:ahLst/>
              <a:cxnLst/>
              <a:rect l="l" t="t" r="r" b="b"/>
              <a:pathLst>
                <a:path w="6043" h="11171" fill="none" extrusionOk="0">
                  <a:moveTo>
                    <a:pt x="1" y="0"/>
                  </a:moveTo>
                  <a:lnTo>
                    <a:pt x="66" y="850"/>
                  </a:lnTo>
                  <a:lnTo>
                    <a:pt x="360" y="3495"/>
                  </a:lnTo>
                  <a:lnTo>
                    <a:pt x="523" y="4638"/>
                  </a:lnTo>
                  <a:lnTo>
                    <a:pt x="1209" y="6108"/>
                  </a:lnTo>
                  <a:lnTo>
                    <a:pt x="2254" y="7480"/>
                  </a:lnTo>
                  <a:lnTo>
                    <a:pt x="3561" y="9047"/>
                  </a:lnTo>
                  <a:lnTo>
                    <a:pt x="5194" y="10713"/>
                  </a:lnTo>
                  <a:lnTo>
                    <a:pt x="5912" y="11170"/>
                  </a:lnTo>
                  <a:lnTo>
                    <a:pt x="6043" y="11105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3669829" y="2065565"/>
              <a:ext cx="26027" cy="118068"/>
            </a:xfrm>
            <a:custGeom>
              <a:avLst/>
              <a:gdLst/>
              <a:ahLst/>
              <a:cxnLst/>
              <a:rect l="l" t="t" r="r" b="b"/>
              <a:pathLst>
                <a:path w="2189" h="9930" fill="none" extrusionOk="0">
                  <a:moveTo>
                    <a:pt x="2156" y="9930"/>
                  </a:moveTo>
                  <a:lnTo>
                    <a:pt x="2189" y="9538"/>
                  </a:lnTo>
                  <a:lnTo>
                    <a:pt x="2123" y="7284"/>
                  </a:lnTo>
                  <a:lnTo>
                    <a:pt x="1927" y="5521"/>
                  </a:lnTo>
                  <a:lnTo>
                    <a:pt x="1699" y="4704"/>
                  </a:lnTo>
                  <a:lnTo>
                    <a:pt x="1470" y="3953"/>
                  </a:lnTo>
                  <a:lnTo>
                    <a:pt x="947" y="2875"/>
                  </a:lnTo>
                  <a:lnTo>
                    <a:pt x="294" y="1830"/>
                  </a:lnTo>
                  <a:lnTo>
                    <a:pt x="164" y="1438"/>
                  </a:lnTo>
                  <a:lnTo>
                    <a:pt x="98" y="720"/>
                  </a:lnTo>
                  <a:lnTo>
                    <a:pt x="0" y="1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0"/>
            <p:cNvSpPr/>
            <p:nvPr/>
          </p:nvSpPr>
          <p:spPr>
            <a:xfrm>
              <a:off x="3598763" y="2090427"/>
              <a:ext cx="57096" cy="133204"/>
            </a:xfrm>
            <a:custGeom>
              <a:avLst/>
              <a:gdLst/>
              <a:ahLst/>
              <a:cxnLst/>
              <a:rect l="l" t="t" r="r" b="b"/>
              <a:pathLst>
                <a:path w="4802" h="11203" fill="none" extrusionOk="0">
                  <a:moveTo>
                    <a:pt x="1993" y="0"/>
                  </a:moveTo>
                  <a:lnTo>
                    <a:pt x="1470" y="490"/>
                  </a:lnTo>
                  <a:lnTo>
                    <a:pt x="752" y="1731"/>
                  </a:lnTo>
                  <a:lnTo>
                    <a:pt x="556" y="2450"/>
                  </a:lnTo>
                  <a:lnTo>
                    <a:pt x="164" y="4736"/>
                  </a:lnTo>
                  <a:lnTo>
                    <a:pt x="0" y="5585"/>
                  </a:lnTo>
                  <a:lnTo>
                    <a:pt x="2809" y="11203"/>
                  </a:lnTo>
                  <a:lnTo>
                    <a:pt x="3005" y="10452"/>
                  </a:lnTo>
                  <a:lnTo>
                    <a:pt x="3560" y="9080"/>
                  </a:lnTo>
                  <a:lnTo>
                    <a:pt x="3887" y="8394"/>
                  </a:lnTo>
                  <a:lnTo>
                    <a:pt x="4279" y="7774"/>
                  </a:lnTo>
                  <a:lnTo>
                    <a:pt x="4801" y="7218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3676036" y="2082663"/>
              <a:ext cx="66810" cy="111849"/>
            </a:xfrm>
            <a:custGeom>
              <a:avLst/>
              <a:gdLst/>
              <a:ahLst/>
              <a:cxnLst/>
              <a:rect l="l" t="t" r="r" b="b"/>
              <a:pathLst>
                <a:path w="5619" h="9407" fill="none" extrusionOk="0">
                  <a:moveTo>
                    <a:pt x="2254" y="6957"/>
                  </a:moveTo>
                  <a:lnTo>
                    <a:pt x="2581" y="6891"/>
                  </a:lnTo>
                  <a:lnTo>
                    <a:pt x="3169" y="6989"/>
                  </a:lnTo>
                  <a:lnTo>
                    <a:pt x="3430" y="7153"/>
                  </a:lnTo>
                  <a:lnTo>
                    <a:pt x="4083" y="7610"/>
                  </a:lnTo>
                  <a:lnTo>
                    <a:pt x="5423" y="9178"/>
                  </a:lnTo>
                  <a:lnTo>
                    <a:pt x="5619" y="9406"/>
                  </a:lnTo>
                  <a:lnTo>
                    <a:pt x="5488" y="8818"/>
                  </a:lnTo>
                  <a:lnTo>
                    <a:pt x="4508" y="5585"/>
                  </a:lnTo>
                  <a:lnTo>
                    <a:pt x="3528" y="3266"/>
                  </a:lnTo>
                  <a:lnTo>
                    <a:pt x="2908" y="2286"/>
                  </a:lnTo>
                  <a:lnTo>
                    <a:pt x="2287" y="1437"/>
                  </a:lnTo>
                  <a:lnTo>
                    <a:pt x="1209" y="457"/>
                  </a:lnTo>
                  <a:lnTo>
                    <a:pt x="164" y="0"/>
                  </a:lnTo>
                  <a:lnTo>
                    <a:pt x="1" y="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0"/>
            <p:cNvSpPr/>
            <p:nvPr/>
          </p:nvSpPr>
          <p:spPr>
            <a:xfrm>
              <a:off x="3403814" y="2132363"/>
              <a:ext cx="191857" cy="513779"/>
            </a:xfrm>
            <a:custGeom>
              <a:avLst/>
              <a:gdLst/>
              <a:ahLst/>
              <a:cxnLst/>
              <a:rect l="l" t="t" r="r" b="b"/>
              <a:pathLst>
                <a:path w="16136" h="43211" fill="none" extrusionOk="0">
                  <a:moveTo>
                    <a:pt x="16135" y="1"/>
                  </a:moveTo>
                  <a:lnTo>
                    <a:pt x="7480" y="3332"/>
                  </a:lnTo>
                  <a:lnTo>
                    <a:pt x="7088" y="5455"/>
                  </a:lnTo>
                  <a:lnTo>
                    <a:pt x="4279" y="20120"/>
                  </a:lnTo>
                  <a:lnTo>
                    <a:pt x="3136" y="25149"/>
                  </a:lnTo>
                  <a:lnTo>
                    <a:pt x="2679" y="27142"/>
                  </a:lnTo>
                  <a:lnTo>
                    <a:pt x="1634" y="32727"/>
                  </a:lnTo>
                  <a:lnTo>
                    <a:pt x="229" y="41121"/>
                  </a:lnTo>
                  <a:lnTo>
                    <a:pt x="1" y="42754"/>
                  </a:lnTo>
                  <a:lnTo>
                    <a:pt x="2319" y="43211"/>
                  </a:lnTo>
                  <a:lnTo>
                    <a:pt x="3136" y="40859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0"/>
            <p:cNvSpPr/>
            <p:nvPr/>
          </p:nvSpPr>
          <p:spPr>
            <a:xfrm>
              <a:off x="3446535" y="2285756"/>
              <a:ext cx="108354" cy="316512"/>
            </a:xfrm>
            <a:custGeom>
              <a:avLst/>
              <a:gdLst/>
              <a:ahLst/>
              <a:cxnLst/>
              <a:rect l="l" t="t" r="r" b="b"/>
              <a:pathLst>
                <a:path w="9113" h="26620" fill="none" extrusionOk="0">
                  <a:moveTo>
                    <a:pt x="0" y="26619"/>
                  </a:moveTo>
                  <a:lnTo>
                    <a:pt x="66" y="26521"/>
                  </a:lnTo>
                  <a:lnTo>
                    <a:pt x="1013" y="24202"/>
                  </a:lnTo>
                  <a:lnTo>
                    <a:pt x="1993" y="21295"/>
                  </a:lnTo>
                  <a:lnTo>
                    <a:pt x="5357" y="11301"/>
                  </a:lnTo>
                  <a:lnTo>
                    <a:pt x="7937" y="3626"/>
                  </a:lnTo>
                  <a:lnTo>
                    <a:pt x="8851" y="719"/>
                  </a:lnTo>
                  <a:lnTo>
                    <a:pt x="9113" y="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3536626" y="2254307"/>
              <a:ext cx="96713" cy="196506"/>
            </a:xfrm>
            <a:custGeom>
              <a:avLst/>
              <a:gdLst/>
              <a:ahLst/>
              <a:cxnLst/>
              <a:rect l="l" t="t" r="r" b="b"/>
              <a:pathLst>
                <a:path w="8134" h="16527" fill="none" extrusionOk="0">
                  <a:moveTo>
                    <a:pt x="1" y="0"/>
                  </a:moveTo>
                  <a:lnTo>
                    <a:pt x="915" y="1633"/>
                  </a:lnTo>
                  <a:lnTo>
                    <a:pt x="5161" y="9112"/>
                  </a:lnTo>
                  <a:lnTo>
                    <a:pt x="7480" y="13032"/>
                  </a:lnTo>
                  <a:lnTo>
                    <a:pt x="7937" y="13620"/>
                  </a:lnTo>
                  <a:lnTo>
                    <a:pt x="8133" y="13881"/>
                  </a:lnTo>
                  <a:lnTo>
                    <a:pt x="8133" y="14567"/>
                  </a:lnTo>
                  <a:lnTo>
                    <a:pt x="7709" y="15808"/>
                  </a:lnTo>
                  <a:lnTo>
                    <a:pt x="7480" y="16526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3588276" y="2193335"/>
              <a:ext cx="230690" cy="362716"/>
            </a:xfrm>
            <a:custGeom>
              <a:avLst/>
              <a:gdLst/>
              <a:ahLst/>
              <a:cxnLst/>
              <a:rect l="l" t="t" r="r" b="b"/>
              <a:pathLst>
                <a:path w="19402" h="30506" fill="none" extrusionOk="0">
                  <a:moveTo>
                    <a:pt x="2352" y="23287"/>
                  </a:moveTo>
                  <a:lnTo>
                    <a:pt x="0" y="28154"/>
                  </a:lnTo>
                  <a:lnTo>
                    <a:pt x="33" y="28219"/>
                  </a:lnTo>
                  <a:lnTo>
                    <a:pt x="784" y="28905"/>
                  </a:lnTo>
                  <a:lnTo>
                    <a:pt x="2058" y="29558"/>
                  </a:lnTo>
                  <a:lnTo>
                    <a:pt x="3267" y="29950"/>
                  </a:lnTo>
                  <a:lnTo>
                    <a:pt x="4867" y="30310"/>
                  </a:lnTo>
                  <a:lnTo>
                    <a:pt x="6859" y="30473"/>
                  </a:lnTo>
                  <a:lnTo>
                    <a:pt x="8035" y="30505"/>
                  </a:lnTo>
                  <a:lnTo>
                    <a:pt x="9472" y="30473"/>
                  </a:lnTo>
                  <a:lnTo>
                    <a:pt x="12346" y="30146"/>
                  </a:lnTo>
                  <a:lnTo>
                    <a:pt x="15122" y="29460"/>
                  </a:lnTo>
                  <a:lnTo>
                    <a:pt x="17833" y="28448"/>
                  </a:lnTo>
                  <a:lnTo>
                    <a:pt x="19140" y="27795"/>
                  </a:lnTo>
                  <a:lnTo>
                    <a:pt x="18944" y="26782"/>
                  </a:lnTo>
                  <a:lnTo>
                    <a:pt x="18095" y="21883"/>
                  </a:lnTo>
                  <a:lnTo>
                    <a:pt x="17703" y="18976"/>
                  </a:lnTo>
                  <a:lnTo>
                    <a:pt x="17670" y="18225"/>
                  </a:lnTo>
                  <a:lnTo>
                    <a:pt x="17866" y="14894"/>
                  </a:lnTo>
                  <a:lnTo>
                    <a:pt x="17964" y="12999"/>
                  </a:lnTo>
                  <a:lnTo>
                    <a:pt x="18160" y="12705"/>
                  </a:lnTo>
                  <a:lnTo>
                    <a:pt x="19042" y="10876"/>
                  </a:lnTo>
                  <a:lnTo>
                    <a:pt x="19401" y="9374"/>
                  </a:lnTo>
                  <a:lnTo>
                    <a:pt x="19401" y="8655"/>
                  </a:lnTo>
                  <a:lnTo>
                    <a:pt x="19172" y="7218"/>
                  </a:lnTo>
                  <a:lnTo>
                    <a:pt x="18487" y="4736"/>
                  </a:lnTo>
                  <a:lnTo>
                    <a:pt x="18389" y="4246"/>
                  </a:lnTo>
                  <a:lnTo>
                    <a:pt x="18323" y="1927"/>
                  </a:lnTo>
                  <a:lnTo>
                    <a:pt x="18225" y="0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3683420" y="2327692"/>
              <a:ext cx="76905" cy="47001"/>
            </a:xfrm>
            <a:custGeom>
              <a:avLst/>
              <a:gdLst/>
              <a:ahLst/>
              <a:cxnLst/>
              <a:rect l="l" t="t" r="r" b="b"/>
              <a:pathLst>
                <a:path w="6468" h="3953" fill="none" extrusionOk="0">
                  <a:moveTo>
                    <a:pt x="0" y="3953"/>
                  </a:moveTo>
                  <a:lnTo>
                    <a:pt x="6467" y="1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3724190" y="2335848"/>
              <a:ext cx="41567" cy="24089"/>
            </a:xfrm>
            <a:custGeom>
              <a:avLst/>
              <a:gdLst/>
              <a:ahLst/>
              <a:cxnLst/>
              <a:rect l="l" t="t" r="r" b="b"/>
              <a:pathLst>
                <a:path w="3496" h="2026" fill="none" extrusionOk="0">
                  <a:moveTo>
                    <a:pt x="1" y="2026"/>
                  </a:moveTo>
                  <a:lnTo>
                    <a:pt x="3495" y="1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0"/>
            <p:cNvSpPr/>
            <p:nvPr/>
          </p:nvSpPr>
          <p:spPr>
            <a:xfrm>
              <a:off x="3938555" y="2266339"/>
              <a:ext cx="15552" cy="38452"/>
            </a:xfrm>
            <a:custGeom>
              <a:avLst/>
              <a:gdLst/>
              <a:ahLst/>
              <a:cxnLst/>
              <a:rect l="l" t="t" r="r" b="b"/>
              <a:pathLst>
                <a:path w="1308" h="3234" fill="none" extrusionOk="0">
                  <a:moveTo>
                    <a:pt x="1307" y="1"/>
                  </a:moveTo>
                  <a:lnTo>
                    <a:pt x="1" y="3234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0"/>
            <p:cNvSpPr/>
            <p:nvPr/>
          </p:nvSpPr>
          <p:spPr>
            <a:xfrm>
              <a:off x="3933121" y="2283033"/>
              <a:ext cx="14767" cy="14779"/>
            </a:xfrm>
            <a:custGeom>
              <a:avLst/>
              <a:gdLst/>
              <a:ahLst/>
              <a:cxnLst/>
              <a:rect l="l" t="t" r="r" b="b"/>
              <a:pathLst>
                <a:path w="1242" h="1243" fill="none" extrusionOk="0">
                  <a:moveTo>
                    <a:pt x="1241" y="1"/>
                  </a:moveTo>
                  <a:lnTo>
                    <a:pt x="0" y="1242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0"/>
            <p:cNvSpPr/>
            <p:nvPr/>
          </p:nvSpPr>
          <p:spPr>
            <a:xfrm>
              <a:off x="3466332" y="2419340"/>
              <a:ext cx="43125" cy="41960"/>
            </a:xfrm>
            <a:custGeom>
              <a:avLst/>
              <a:gdLst/>
              <a:ahLst/>
              <a:cxnLst/>
              <a:rect l="l" t="t" r="r" b="b"/>
              <a:pathLst>
                <a:path w="3627" h="3529" fill="none" extrusionOk="0">
                  <a:moveTo>
                    <a:pt x="3626" y="1"/>
                  </a:moveTo>
                  <a:lnTo>
                    <a:pt x="3365" y="328"/>
                  </a:lnTo>
                  <a:lnTo>
                    <a:pt x="1209" y="2581"/>
                  </a:lnTo>
                  <a:lnTo>
                    <a:pt x="1" y="3528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0"/>
            <p:cNvSpPr/>
            <p:nvPr/>
          </p:nvSpPr>
          <p:spPr>
            <a:xfrm>
              <a:off x="3439544" y="2427496"/>
              <a:ext cx="55158" cy="43125"/>
            </a:xfrm>
            <a:custGeom>
              <a:avLst/>
              <a:gdLst/>
              <a:ahLst/>
              <a:cxnLst/>
              <a:rect l="l" t="t" r="r" b="b"/>
              <a:pathLst>
                <a:path w="4639" h="3627" fill="none" extrusionOk="0">
                  <a:moveTo>
                    <a:pt x="4638" y="1"/>
                  </a:moveTo>
                  <a:lnTo>
                    <a:pt x="2777" y="1471"/>
                  </a:lnTo>
                  <a:lnTo>
                    <a:pt x="0" y="3626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0"/>
            <p:cNvSpPr/>
            <p:nvPr/>
          </p:nvSpPr>
          <p:spPr>
            <a:xfrm>
              <a:off x="3502846" y="2177794"/>
              <a:ext cx="36122" cy="59438"/>
            </a:xfrm>
            <a:custGeom>
              <a:avLst/>
              <a:gdLst/>
              <a:ahLst/>
              <a:cxnLst/>
              <a:rect l="l" t="t" r="r" b="b"/>
              <a:pathLst>
                <a:path w="3038" h="4999" fill="none" extrusionOk="0">
                  <a:moveTo>
                    <a:pt x="0" y="1"/>
                  </a:moveTo>
                  <a:lnTo>
                    <a:pt x="817" y="1209"/>
                  </a:lnTo>
                  <a:lnTo>
                    <a:pt x="2352" y="3724"/>
                  </a:lnTo>
                  <a:lnTo>
                    <a:pt x="3038" y="4998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0"/>
            <p:cNvSpPr/>
            <p:nvPr/>
          </p:nvSpPr>
          <p:spPr>
            <a:xfrm>
              <a:off x="3543225" y="2246530"/>
              <a:ext cx="9334" cy="16325"/>
            </a:xfrm>
            <a:custGeom>
              <a:avLst/>
              <a:gdLst/>
              <a:ahLst/>
              <a:cxnLst/>
              <a:rect l="l" t="t" r="r" b="b"/>
              <a:pathLst>
                <a:path w="785" h="1373" fill="none" extrusionOk="0">
                  <a:moveTo>
                    <a:pt x="1" y="1"/>
                  </a:moveTo>
                  <a:lnTo>
                    <a:pt x="785" y="1373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0"/>
            <p:cNvSpPr/>
            <p:nvPr/>
          </p:nvSpPr>
          <p:spPr>
            <a:xfrm>
              <a:off x="3806909" y="2183621"/>
              <a:ext cx="12056" cy="60211"/>
            </a:xfrm>
            <a:custGeom>
              <a:avLst/>
              <a:gdLst/>
              <a:ahLst/>
              <a:cxnLst/>
              <a:rect l="l" t="t" r="r" b="b"/>
              <a:pathLst>
                <a:path w="1014" h="5064" fill="none" extrusionOk="0">
                  <a:moveTo>
                    <a:pt x="1" y="5063"/>
                  </a:moveTo>
                  <a:lnTo>
                    <a:pt x="1013" y="1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3811570" y="2222453"/>
              <a:ext cx="17871" cy="25647"/>
            </a:xfrm>
            <a:custGeom>
              <a:avLst/>
              <a:gdLst/>
              <a:ahLst/>
              <a:cxnLst/>
              <a:rect l="l" t="t" r="r" b="b"/>
              <a:pathLst>
                <a:path w="1503" h="2157" fill="none" extrusionOk="0">
                  <a:moveTo>
                    <a:pt x="0" y="2157"/>
                  </a:moveTo>
                  <a:lnTo>
                    <a:pt x="1503" y="1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3503227" y="2257802"/>
              <a:ext cx="51662" cy="27965"/>
            </a:xfrm>
            <a:custGeom>
              <a:avLst/>
              <a:gdLst/>
              <a:ahLst/>
              <a:cxnLst/>
              <a:rect l="l" t="t" r="r" b="b"/>
              <a:pathLst>
                <a:path w="4345" h="2352" fill="none" extrusionOk="0">
                  <a:moveTo>
                    <a:pt x="4345" y="2352"/>
                  </a:moveTo>
                  <a:lnTo>
                    <a:pt x="1" y="0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3693514" y="2196438"/>
              <a:ext cx="25647" cy="66810"/>
            </a:xfrm>
            <a:custGeom>
              <a:avLst/>
              <a:gdLst/>
              <a:ahLst/>
              <a:cxnLst/>
              <a:rect l="l" t="t" r="r" b="b"/>
              <a:pathLst>
                <a:path w="2157" h="5619" fill="none" extrusionOk="0">
                  <a:moveTo>
                    <a:pt x="1" y="1"/>
                  </a:moveTo>
                  <a:lnTo>
                    <a:pt x="197" y="425"/>
                  </a:lnTo>
                  <a:lnTo>
                    <a:pt x="1242" y="2809"/>
                  </a:lnTo>
                  <a:lnTo>
                    <a:pt x="1928" y="4704"/>
                  </a:lnTo>
                  <a:lnTo>
                    <a:pt x="2156" y="5618"/>
                  </a:lnTo>
                </a:path>
              </a:pathLst>
            </a:custGeom>
            <a:noFill/>
            <a:ln w="57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4011952" y="2128867"/>
              <a:ext cx="28358" cy="9726"/>
            </a:xfrm>
            <a:custGeom>
              <a:avLst/>
              <a:gdLst/>
              <a:ahLst/>
              <a:cxnLst/>
              <a:rect l="l" t="t" r="r" b="b"/>
              <a:pathLst>
                <a:path w="2385" h="818" fill="none" extrusionOk="0">
                  <a:moveTo>
                    <a:pt x="0" y="1"/>
                  </a:moveTo>
                  <a:lnTo>
                    <a:pt x="654" y="1"/>
                  </a:lnTo>
                  <a:lnTo>
                    <a:pt x="1862" y="425"/>
                  </a:lnTo>
                  <a:lnTo>
                    <a:pt x="2385" y="817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3422458" y="2613896"/>
              <a:ext cx="13210" cy="5065"/>
            </a:xfrm>
            <a:custGeom>
              <a:avLst/>
              <a:gdLst/>
              <a:ahLst/>
              <a:cxnLst/>
              <a:rect l="l" t="t" r="r" b="b"/>
              <a:pathLst>
                <a:path w="1111" h="426" fill="none" extrusionOk="0">
                  <a:moveTo>
                    <a:pt x="0" y="1"/>
                  </a:moveTo>
                  <a:lnTo>
                    <a:pt x="1111" y="426"/>
                  </a:lnTo>
                </a:path>
              </a:pathLst>
            </a:custGeom>
            <a:noFill/>
            <a:ln w="57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3398381" y="2642634"/>
              <a:ext cx="49712" cy="160788"/>
            </a:xfrm>
            <a:custGeom>
              <a:avLst/>
              <a:gdLst/>
              <a:ahLst/>
              <a:cxnLst/>
              <a:rect l="l" t="t" r="r" b="b"/>
              <a:pathLst>
                <a:path w="4181" h="13523" fill="none" extrusionOk="0">
                  <a:moveTo>
                    <a:pt x="425" y="1"/>
                  </a:moveTo>
                  <a:lnTo>
                    <a:pt x="392" y="2320"/>
                  </a:lnTo>
                  <a:lnTo>
                    <a:pt x="164" y="4639"/>
                  </a:lnTo>
                  <a:lnTo>
                    <a:pt x="0" y="6370"/>
                  </a:lnTo>
                  <a:lnTo>
                    <a:pt x="66" y="9766"/>
                  </a:lnTo>
                  <a:lnTo>
                    <a:pt x="229" y="11628"/>
                  </a:lnTo>
                  <a:lnTo>
                    <a:pt x="360" y="12216"/>
                  </a:lnTo>
                  <a:lnTo>
                    <a:pt x="588" y="13098"/>
                  </a:lnTo>
                  <a:lnTo>
                    <a:pt x="915" y="13522"/>
                  </a:lnTo>
                  <a:lnTo>
                    <a:pt x="1111" y="13326"/>
                  </a:lnTo>
                  <a:lnTo>
                    <a:pt x="1241" y="13032"/>
                  </a:lnTo>
                  <a:lnTo>
                    <a:pt x="2156" y="9832"/>
                  </a:lnTo>
                  <a:lnTo>
                    <a:pt x="2711" y="7447"/>
                  </a:lnTo>
                  <a:lnTo>
                    <a:pt x="2711" y="7839"/>
                  </a:lnTo>
                  <a:lnTo>
                    <a:pt x="3005" y="9570"/>
                  </a:lnTo>
                  <a:lnTo>
                    <a:pt x="3299" y="10191"/>
                  </a:lnTo>
                  <a:lnTo>
                    <a:pt x="3528" y="10354"/>
                  </a:lnTo>
                  <a:lnTo>
                    <a:pt x="3691" y="10354"/>
                  </a:lnTo>
                  <a:lnTo>
                    <a:pt x="3952" y="10191"/>
                  </a:lnTo>
                  <a:lnTo>
                    <a:pt x="4181" y="9603"/>
                  </a:lnTo>
                  <a:lnTo>
                    <a:pt x="4116" y="8231"/>
                  </a:lnTo>
                  <a:lnTo>
                    <a:pt x="4050" y="7186"/>
                  </a:lnTo>
                  <a:lnTo>
                    <a:pt x="4083" y="5586"/>
                  </a:lnTo>
                  <a:lnTo>
                    <a:pt x="4050" y="4279"/>
                  </a:lnTo>
                  <a:lnTo>
                    <a:pt x="3854" y="3267"/>
                  </a:lnTo>
                  <a:lnTo>
                    <a:pt x="2907" y="883"/>
                  </a:lnTo>
                  <a:lnTo>
                    <a:pt x="2744" y="5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0"/>
            <p:cNvSpPr/>
            <p:nvPr/>
          </p:nvSpPr>
          <p:spPr>
            <a:xfrm>
              <a:off x="3398381" y="2642634"/>
              <a:ext cx="49712" cy="160788"/>
            </a:xfrm>
            <a:custGeom>
              <a:avLst/>
              <a:gdLst/>
              <a:ahLst/>
              <a:cxnLst/>
              <a:rect l="l" t="t" r="r" b="b"/>
              <a:pathLst>
                <a:path w="4181" h="13523" fill="none" extrusionOk="0">
                  <a:moveTo>
                    <a:pt x="425" y="1"/>
                  </a:moveTo>
                  <a:lnTo>
                    <a:pt x="392" y="2320"/>
                  </a:lnTo>
                  <a:lnTo>
                    <a:pt x="164" y="4639"/>
                  </a:lnTo>
                  <a:lnTo>
                    <a:pt x="0" y="6370"/>
                  </a:lnTo>
                  <a:lnTo>
                    <a:pt x="66" y="9766"/>
                  </a:lnTo>
                  <a:lnTo>
                    <a:pt x="229" y="11628"/>
                  </a:lnTo>
                  <a:lnTo>
                    <a:pt x="360" y="12216"/>
                  </a:lnTo>
                  <a:lnTo>
                    <a:pt x="588" y="13098"/>
                  </a:lnTo>
                  <a:lnTo>
                    <a:pt x="915" y="13522"/>
                  </a:lnTo>
                  <a:lnTo>
                    <a:pt x="1111" y="13326"/>
                  </a:lnTo>
                  <a:lnTo>
                    <a:pt x="1241" y="13032"/>
                  </a:lnTo>
                  <a:lnTo>
                    <a:pt x="2156" y="9832"/>
                  </a:lnTo>
                  <a:lnTo>
                    <a:pt x="2711" y="7447"/>
                  </a:lnTo>
                  <a:lnTo>
                    <a:pt x="2711" y="7839"/>
                  </a:lnTo>
                  <a:lnTo>
                    <a:pt x="3005" y="9570"/>
                  </a:lnTo>
                  <a:lnTo>
                    <a:pt x="3299" y="10191"/>
                  </a:lnTo>
                  <a:lnTo>
                    <a:pt x="3528" y="10354"/>
                  </a:lnTo>
                  <a:lnTo>
                    <a:pt x="3691" y="10354"/>
                  </a:lnTo>
                  <a:lnTo>
                    <a:pt x="3952" y="10191"/>
                  </a:lnTo>
                  <a:lnTo>
                    <a:pt x="4181" y="9603"/>
                  </a:lnTo>
                  <a:lnTo>
                    <a:pt x="4116" y="8231"/>
                  </a:lnTo>
                  <a:lnTo>
                    <a:pt x="4050" y="7186"/>
                  </a:lnTo>
                  <a:lnTo>
                    <a:pt x="4083" y="5586"/>
                  </a:lnTo>
                  <a:lnTo>
                    <a:pt x="4050" y="4279"/>
                  </a:lnTo>
                  <a:lnTo>
                    <a:pt x="3854" y="3267"/>
                  </a:lnTo>
                  <a:lnTo>
                    <a:pt x="2907" y="883"/>
                  </a:lnTo>
                  <a:lnTo>
                    <a:pt x="2744" y="523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4022439" y="1978577"/>
              <a:ext cx="31461" cy="115357"/>
            </a:xfrm>
            <a:custGeom>
              <a:avLst/>
              <a:gdLst/>
              <a:ahLst/>
              <a:cxnLst/>
              <a:rect l="l" t="t" r="r" b="b"/>
              <a:pathLst>
                <a:path w="2646" h="9702" fill="none" extrusionOk="0">
                  <a:moveTo>
                    <a:pt x="164" y="9701"/>
                  </a:moveTo>
                  <a:lnTo>
                    <a:pt x="131" y="8493"/>
                  </a:lnTo>
                  <a:lnTo>
                    <a:pt x="164" y="7284"/>
                  </a:lnTo>
                  <a:lnTo>
                    <a:pt x="196" y="6664"/>
                  </a:lnTo>
                  <a:lnTo>
                    <a:pt x="0" y="5194"/>
                  </a:lnTo>
                  <a:lnTo>
                    <a:pt x="33" y="4443"/>
                  </a:lnTo>
                  <a:lnTo>
                    <a:pt x="66" y="4084"/>
                  </a:lnTo>
                  <a:lnTo>
                    <a:pt x="392" y="3496"/>
                  </a:lnTo>
                  <a:lnTo>
                    <a:pt x="719" y="2940"/>
                  </a:lnTo>
                  <a:lnTo>
                    <a:pt x="948" y="2255"/>
                  </a:lnTo>
                  <a:lnTo>
                    <a:pt x="915" y="1797"/>
                  </a:lnTo>
                  <a:lnTo>
                    <a:pt x="784" y="981"/>
                  </a:lnTo>
                  <a:lnTo>
                    <a:pt x="588" y="295"/>
                  </a:lnTo>
                  <a:lnTo>
                    <a:pt x="686" y="99"/>
                  </a:lnTo>
                  <a:lnTo>
                    <a:pt x="817" y="1"/>
                  </a:lnTo>
                  <a:lnTo>
                    <a:pt x="1307" y="34"/>
                  </a:lnTo>
                  <a:lnTo>
                    <a:pt x="1895" y="295"/>
                  </a:lnTo>
                  <a:lnTo>
                    <a:pt x="2352" y="752"/>
                  </a:lnTo>
                  <a:lnTo>
                    <a:pt x="2417" y="1046"/>
                  </a:lnTo>
                  <a:lnTo>
                    <a:pt x="2515" y="2320"/>
                  </a:lnTo>
                  <a:lnTo>
                    <a:pt x="2417" y="3626"/>
                  </a:lnTo>
                  <a:lnTo>
                    <a:pt x="2450" y="3920"/>
                  </a:lnTo>
                  <a:lnTo>
                    <a:pt x="2646" y="4933"/>
                  </a:lnTo>
                  <a:lnTo>
                    <a:pt x="2646" y="5586"/>
                  </a:lnTo>
                  <a:lnTo>
                    <a:pt x="2581" y="5847"/>
                  </a:lnTo>
                  <a:lnTo>
                    <a:pt x="2352" y="6370"/>
                  </a:lnTo>
                  <a:lnTo>
                    <a:pt x="2189" y="6892"/>
                  </a:lnTo>
                </a:path>
              </a:pathLst>
            </a:custGeom>
            <a:noFill/>
            <a:ln w="897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4054673" y="1948686"/>
              <a:ext cx="40010" cy="82719"/>
            </a:xfrm>
            <a:custGeom>
              <a:avLst/>
              <a:gdLst/>
              <a:ahLst/>
              <a:cxnLst/>
              <a:rect l="l" t="t" r="r" b="b"/>
              <a:pathLst>
                <a:path w="3365" h="6957" fill="none" extrusionOk="0">
                  <a:moveTo>
                    <a:pt x="0" y="3495"/>
                  </a:moveTo>
                  <a:lnTo>
                    <a:pt x="229" y="3070"/>
                  </a:lnTo>
                  <a:lnTo>
                    <a:pt x="1437" y="1111"/>
                  </a:lnTo>
                  <a:lnTo>
                    <a:pt x="2090" y="327"/>
                  </a:lnTo>
                  <a:lnTo>
                    <a:pt x="2515" y="33"/>
                  </a:lnTo>
                  <a:lnTo>
                    <a:pt x="2711" y="0"/>
                  </a:lnTo>
                  <a:lnTo>
                    <a:pt x="3038" y="0"/>
                  </a:lnTo>
                  <a:lnTo>
                    <a:pt x="3364" y="229"/>
                  </a:lnTo>
                  <a:lnTo>
                    <a:pt x="3299" y="849"/>
                  </a:lnTo>
                  <a:lnTo>
                    <a:pt x="3070" y="1274"/>
                  </a:lnTo>
                  <a:lnTo>
                    <a:pt x="2776" y="1764"/>
                  </a:lnTo>
                  <a:lnTo>
                    <a:pt x="1895" y="3397"/>
                  </a:lnTo>
                  <a:lnTo>
                    <a:pt x="1731" y="4050"/>
                  </a:lnTo>
                  <a:lnTo>
                    <a:pt x="1209" y="5846"/>
                  </a:lnTo>
                  <a:lnTo>
                    <a:pt x="751" y="6957"/>
                  </a:lnTo>
                </a:path>
              </a:pathLst>
            </a:custGeom>
            <a:noFill/>
            <a:ln w="897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0"/>
            <p:cNvSpPr/>
            <p:nvPr/>
          </p:nvSpPr>
          <p:spPr>
            <a:xfrm>
              <a:off x="4071366" y="1996840"/>
              <a:ext cx="29523" cy="53600"/>
            </a:xfrm>
            <a:custGeom>
              <a:avLst/>
              <a:gdLst/>
              <a:ahLst/>
              <a:cxnLst/>
              <a:rect l="l" t="t" r="r" b="b"/>
              <a:pathLst>
                <a:path w="2483" h="4508" fill="none" extrusionOk="0">
                  <a:moveTo>
                    <a:pt x="360" y="0"/>
                  </a:moveTo>
                  <a:lnTo>
                    <a:pt x="686" y="196"/>
                  </a:lnTo>
                  <a:lnTo>
                    <a:pt x="2026" y="1372"/>
                  </a:lnTo>
                  <a:lnTo>
                    <a:pt x="2418" y="2090"/>
                  </a:lnTo>
                  <a:lnTo>
                    <a:pt x="2483" y="2613"/>
                  </a:lnTo>
                  <a:lnTo>
                    <a:pt x="2385" y="2842"/>
                  </a:lnTo>
                  <a:lnTo>
                    <a:pt x="1993" y="3723"/>
                  </a:lnTo>
                  <a:lnTo>
                    <a:pt x="1503" y="4377"/>
                  </a:lnTo>
                  <a:lnTo>
                    <a:pt x="1209" y="4507"/>
                  </a:lnTo>
                  <a:lnTo>
                    <a:pt x="1046" y="4475"/>
                  </a:lnTo>
                  <a:lnTo>
                    <a:pt x="458" y="4148"/>
                  </a:lnTo>
                  <a:lnTo>
                    <a:pt x="1" y="3658"/>
                  </a:lnTo>
                </a:path>
              </a:pathLst>
            </a:custGeom>
            <a:noFill/>
            <a:ln w="897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0"/>
            <p:cNvSpPr/>
            <p:nvPr/>
          </p:nvSpPr>
          <p:spPr>
            <a:xfrm>
              <a:off x="4056219" y="2050036"/>
              <a:ext cx="30700" cy="47001"/>
            </a:xfrm>
            <a:custGeom>
              <a:avLst/>
              <a:gdLst/>
              <a:ahLst/>
              <a:cxnLst/>
              <a:rect l="l" t="t" r="r" b="b"/>
              <a:pathLst>
                <a:path w="2582" h="3953" fill="none" extrusionOk="0">
                  <a:moveTo>
                    <a:pt x="2581" y="1"/>
                  </a:moveTo>
                  <a:lnTo>
                    <a:pt x="2254" y="556"/>
                  </a:lnTo>
                  <a:lnTo>
                    <a:pt x="1373" y="1797"/>
                  </a:lnTo>
                  <a:lnTo>
                    <a:pt x="915" y="2385"/>
                  </a:lnTo>
                  <a:lnTo>
                    <a:pt x="327" y="2842"/>
                  </a:lnTo>
                  <a:lnTo>
                    <a:pt x="1" y="3952"/>
                  </a:lnTo>
                </a:path>
              </a:pathLst>
            </a:custGeom>
            <a:noFill/>
            <a:ln w="897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0"/>
            <p:cNvSpPr/>
            <p:nvPr/>
          </p:nvSpPr>
          <p:spPr>
            <a:xfrm>
              <a:off x="3712538" y="2093530"/>
              <a:ext cx="347973" cy="254375"/>
            </a:xfrm>
            <a:custGeom>
              <a:avLst/>
              <a:gdLst/>
              <a:ahLst/>
              <a:cxnLst/>
              <a:rect l="l" t="t" r="r" b="b"/>
              <a:pathLst>
                <a:path w="29266" h="21394" fill="none" extrusionOk="0">
                  <a:moveTo>
                    <a:pt x="1" y="1797"/>
                  </a:moveTo>
                  <a:lnTo>
                    <a:pt x="785" y="1797"/>
                  </a:lnTo>
                  <a:lnTo>
                    <a:pt x="4475" y="1960"/>
                  </a:lnTo>
                  <a:lnTo>
                    <a:pt x="6109" y="2254"/>
                  </a:lnTo>
                  <a:lnTo>
                    <a:pt x="6860" y="2515"/>
                  </a:lnTo>
                  <a:lnTo>
                    <a:pt x="7056" y="2711"/>
                  </a:lnTo>
                  <a:lnTo>
                    <a:pt x="8787" y="4442"/>
                  </a:lnTo>
                  <a:lnTo>
                    <a:pt x="16919" y="11889"/>
                  </a:lnTo>
                  <a:lnTo>
                    <a:pt x="18879" y="13555"/>
                  </a:lnTo>
                  <a:lnTo>
                    <a:pt x="20218" y="14437"/>
                  </a:lnTo>
                  <a:lnTo>
                    <a:pt x="20349" y="14535"/>
                  </a:lnTo>
                  <a:lnTo>
                    <a:pt x="20937" y="13163"/>
                  </a:lnTo>
                  <a:lnTo>
                    <a:pt x="24595" y="4671"/>
                  </a:lnTo>
                  <a:lnTo>
                    <a:pt x="25215" y="2973"/>
                  </a:lnTo>
                  <a:lnTo>
                    <a:pt x="25607" y="1209"/>
                  </a:lnTo>
                  <a:lnTo>
                    <a:pt x="26032" y="1"/>
                  </a:lnTo>
                  <a:lnTo>
                    <a:pt x="26783" y="99"/>
                  </a:lnTo>
                  <a:lnTo>
                    <a:pt x="27926" y="197"/>
                  </a:lnTo>
                  <a:lnTo>
                    <a:pt x="28253" y="327"/>
                  </a:lnTo>
                  <a:lnTo>
                    <a:pt x="29134" y="1209"/>
                  </a:lnTo>
                  <a:lnTo>
                    <a:pt x="29265" y="1372"/>
                  </a:lnTo>
                  <a:lnTo>
                    <a:pt x="28579" y="4116"/>
                  </a:lnTo>
                  <a:lnTo>
                    <a:pt x="27926" y="7480"/>
                  </a:lnTo>
                  <a:lnTo>
                    <a:pt x="27599" y="8950"/>
                  </a:lnTo>
                  <a:lnTo>
                    <a:pt x="25901" y="14600"/>
                  </a:lnTo>
                  <a:lnTo>
                    <a:pt x="24693" y="18160"/>
                  </a:lnTo>
                  <a:lnTo>
                    <a:pt x="24203" y="19336"/>
                  </a:lnTo>
                  <a:lnTo>
                    <a:pt x="24007" y="19793"/>
                  </a:lnTo>
                  <a:lnTo>
                    <a:pt x="23517" y="20511"/>
                  </a:lnTo>
                  <a:lnTo>
                    <a:pt x="22962" y="21001"/>
                  </a:lnTo>
                  <a:lnTo>
                    <a:pt x="22374" y="21263"/>
                  </a:lnTo>
                  <a:lnTo>
                    <a:pt x="21361" y="21393"/>
                  </a:lnTo>
                  <a:lnTo>
                    <a:pt x="19761" y="21067"/>
                  </a:lnTo>
                  <a:lnTo>
                    <a:pt x="18814" y="20773"/>
                  </a:lnTo>
                  <a:lnTo>
                    <a:pt x="17670" y="20348"/>
                  </a:lnTo>
                  <a:lnTo>
                    <a:pt x="14568" y="18878"/>
                  </a:lnTo>
                  <a:lnTo>
                    <a:pt x="9963" y="16396"/>
                  </a:lnTo>
                  <a:lnTo>
                    <a:pt x="9048" y="15906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3448866" y="2523805"/>
              <a:ext cx="405437" cy="859397"/>
            </a:xfrm>
            <a:custGeom>
              <a:avLst/>
              <a:gdLst/>
              <a:ahLst/>
              <a:cxnLst/>
              <a:rect l="l" t="t" r="r" b="b"/>
              <a:pathLst>
                <a:path w="34099" h="72279" extrusionOk="0">
                  <a:moveTo>
                    <a:pt x="30832" y="1"/>
                  </a:moveTo>
                  <a:lnTo>
                    <a:pt x="30473" y="197"/>
                  </a:lnTo>
                  <a:lnTo>
                    <a:pt x="27925" y="1209"/>
                  </a:lnTo>
                  <a:lnTo>
                    <a:pt x="25508" y="1928"/>
                  </a:lnTo>
                  <a:lnTo>
                    <a:pt x="22634" y="2516"/>
                  </a:lnTo>
                  <a:lnTo>
                    <a:pt x="19499" y="2744"/>
                  </a:lnTo>
                  <a:lnTo>
                    <a:pt x="17082" y="2516"/>
                  </a:lnTo>
                  <a:lnTo>
                    <a:pt x="15481" y="2189"/>
                  </a:lnTo>
                  <a:lnTo>
                    <a:pt x="13914" y="1634"/>
                  </a:lnTo>
                  <a:lnTo>
                    <a:pt x="12444" y="850"/>
                  </a:lnTo>
                  <a:lnTo>
                    <a:pt x="11725" y="360"/>
                  </a:lnTo>
                  <a:lnTo>
                    <a:pt x="11268" y="1503"/>
                  </a:lnTo>
                  <a:lnTo>
                    <a:pt x="9015" y="8035"/>
                  </a:lnTo>
                  <a:lnTo>
                    <a:pt x="7578" y="13163"/>
                  </a:lnTo>
                  <a:lnTo>
                    <a:pt x="7120" y="15547"/>
                  </a:lnTo>
                  <a:lnTo>
                    <a:pt x="6794" y="18127"/>
                  </a:lnTo>
                  <a:lnTo>
                    <a:pt x="6500" y="24823"/>
                  </a:lnTo>
                  <a:lnTo>
                    <a:pt x="6402" y="34882"/>
                  </a:lnTo>
                  <a:lnTo>
                    <a:pt x="6304" y="37626"/>
                  </a:lnTo>
                  <a:lnTo>
                    <a:pt x="5618" y="39520"/>
                  </a:lnTo>
                  <a:lnTo>
                    <a:pt x="3332" y="44909"/>
                  </a:lnTo>
                  <a:lnTo>
                    <a:pt x="2450" y="47653"/>
                  </a:lnTo>
                  <a:lnTo>
                    <a:pt x="2123" y="49253"/>
                  </a:lnTo>
                  <a:lnTo>
                    <a:pt x="2091" y="49939"/>
                  </a:lnTo>
                  <a:lnTo>
                    <a:pt x="2025" y="51703"/>
                  </a:lnTo>
                  <a:lnTo>
                    <a:pt x="1437" y="58235"/>
                  </a:lnTo>
                  <a:lnTo>
                    <a:pt x="262" y="69209"/>
                  </a:lnTo>
                  <a:lnTo>
                    <a:pt x="0" y="71462"/>
                  </a:lnTo>
                  <a:lnTo>
                    <a:pt x="1405" y="72279"/>
                  </a:lnTo>
                  <a:lnTo>
                    <a:pt x="1993" y="70385"/>
                  </a:lnTo>
                  <a:lnTo>
                    <a:pt x="5193" y="60978"/>
                  </a:lnTo>
                  <a:lnTo>
                    <a:pt x="7316" y="55099"/>
                  </a:lnTo>
                  <a:lnTo>
                    <a:pt x="8100" y="53270"/>
                  </a:lnTo>
                  <a:lnTo>
                    <a:pt x="8819" y="51670"/>
                  </a:lnTo>
                  <a:lnTo>
                    <a:pt x="10321" y="47326"/>
                  </a:lnTo>
                  <a:lnTo>
                    <a:pt x="12379" y="40631"/>
                  </a:lnTo>
                  <a:lnTo>
                    <a:pt x="13130" y="38344"/>
                  </a:lnTo>
                  <a:lnTo>
                    <a:pt x="14175" y="35372"/>
                  </a:lnTo>
                  <a:lnTo>
                    <a:pt x="17245" y="26195"/>
                  </a:lnTo>
                  <a:lnTo>
                    <a:pt x="18748" y="21230"/>
                  </a:lnTo>
                  <a:lnTo>
                    <a:pt x="19009" y="20152"/>
                  </a:lnTo>
                  <a:lnTo>
                    <a:pt x="19401" y="18487"/>
                  </a:lnTo>
                  <a:lnTo>
                    <a:pt x="20740" y="14437"/>
                  </a:lnTo>
                  <a:lnTo>
                    <a:pt x="20969" y="13881"/>
                  </a:lnTo>
                  <a:lnTo>
                    <a:pt x="22765" y="24986"/>
                  </a:lnTo>
                  <a:lnTo>
                    <a:pt x="25280" y="40696"/>
                  </a:lnTo>
                  <a:lnTo>
                    <a:pt x="28448" y="57843"/>
                  </a:lnTo>
                  <a:lnTo>
                    <a:pt x="30865" y="70319"/>
                  </a:lnTo>
                  <a:lnTo>
                    <a:pt x="31355" y="70417"/>
                  </a:lnTo>
                  <a:lnTo>
                    <a:pt x="31845" y="70483"/>
                  </a:lnTo>
                  <a:lnTo>
                    <a:pt x="32008" y="70450"/>
                  </a:lnTo>
                  <a:lnTo>
                    <a:pt x="32237" y="70254"/>
                  </a:lnTo>
                  <a:lnTo>
                    <a:pt x="32400" y="69862"/>
                  </a:lnTo>
                  <a:lnTo>
                    <a:pt x="32432" y="69764"/>
                  </a:lnTo>
                  <a:lnTo>
                    <a:pt x="32661" y="67543"/>
                  </a:lnTo>
                  <a:lnTo>
                    <a:pt x="33641" y="56471"/>
                  </a:lnTo>
                  <a:lnTo>
                    <a:pt x="33902" y="51082"/>
                  </a:lnTo>
                  <a:lnTo>
                    <a:pt x="33902" y="48273"/>
                  </a:lnTo>
                  <a:lnTo>
                    <a:pt x="33804" y="47261"/>
                  </a:lnTo>
                  <a:lnTo>
                    <a:pt x="33576" y="45464"/>
                  </a:lnTo>
                  <a:lnTo>
                    <a:pt x="32857" y="41708"/>
                  </a:lnTo>
                  <a:lnTo>
                    <a:pt x="32139" y="38312"/>
                  </a:lnTo>
                  <a:lnTo>
                    <a:pt x="31649" y="35732"/>
                  </a:lnTo>
                  <a:lnTo>
                    <a:pt x="31583" y="34980"/>
                  </a:lnTo>
                  <a:lnTo>
                    <a:pt x="31910" y="32106"/>
                  </a:lnTo>
                  <a:lnTo>
                    <a:pt x="33314" y="22210"/>
                  </a:lnTo>
                  <a:lnTo>
                    <a:pt x="34033" y="15939"/>
                  </a:lnTo>
                  <a:lnTo>
                    <a:pt x="34098" y="13751"/>
                  </a:lnTo>
                  <a:lnTo>
                    <a:pt x="34066" y="12771"/>
                  </a:lnTo>
                  <a:lnTo>
                    <a:pt x="33804" y="10615"/>
                  </a:lnTo>
                  <a:lnTo>
                    <a:pt x="33086" y="7186"/>
                  </a:lnTo>
                  <a:lnTo>
                    <a:pt x="31224" y="1111"/>
                  </a:lnTo>
                  <a:lnTo>
                    <a:pt x="308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3788658" y="2950585"/>
              <a:ext cx="34957" cy="97094"/>
            </a:xfrm>
            <a:custGeom>
              <a:avLst/>
              <a:gdLst/>
              <a:ahLst/>
              <a:cxnLst/>
              <a:rect l="l" t="t" r="r" b="b"/>
              <a:pathLst>
                <a:path w="2940" h="8166" fill="none" extrusionOk="0">
                  <a:moveTo>
                    <a:pt x="2940" y="1"/>
                  </a:moveTo>
                  <a:lnTo>
                    <a:pt x="2809" y="687"/>
                  </a:lnTo>
                  <a:lnTo>
                    <a:pt x="1699" y="4345"/>
                  </a:lnTo>
                  <a:lnTo>
                    <a:pt x="621" y="7023"/>
                  </a:lnTo>
                  <a:lnTo>
                    <a:pt x="0" y="8166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3783224" y="3015445"/>
              <a:ext cx="36514" cy="67583"/>
            </a:xfrm>
            <a:custGeom>
              <a:avLst/>
              <a:gdLst/>
              <a:ahLst/>
              <a:cxnLst/>
              <a:rect l="l" t="t" r="r" b="b"/>
              <a:pathLst>
                <a:path w="3071" h="5684" fill="none" extrusionOk="0">
                  <a:moveTo>
                    <a:pt x="3070" y="0"/>
                  </a:moveTo>
                  <a:lnTo>
                    <a:pt x="2940" y="490"/>
                  </a:lnTo>
                  <a:lnTo>
                    <a:pt x="1895" y="3070"/>
                  </a:lnTo>
                  <a:lnTo>
                    <a:pt x="751" y="4932"/>
                  </a:lnTo>
                  <a:lnTo>
                    <a:pt x="0" y="5683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0"/>
            <p:cNvSpPr/>
            <p:nvPr/>
          </p:nvSpPr>
          <p:spPr>
            <a:xfrm>
              <a:off x="3532357" y="2995244"/>
              <a:ext cx="20201" cy="78070"/>
            </a:xfrm>
            <a:custGeom>
              <a:avLst/>
              <a:gdLst/>
              <a:ahLst/>
              <a:cxnLst/>
              <a:rect l="l" t="t" r="r" b="b"/>
              <a:pathLst>
                <a:path w="1699" h="6566" fill="none" extrusionOk="0">
                  <a:moveTo>
                    <a:pt x="0" y="1"/>
                  </a:moveTo>
                  <a:lnTo>
                    <a:pt x="98" y="589"/>
                  </a:lnTo>
                  <a:lnTo>
                    <a:pt x="784" y="3626"/>
                  </a:lnTo>
                  <a:lnTo>
                    <a:pt x="1372" y="5749"/>
                  </a:lnTo>
                  <a:lnTo>
                    <a:pt x="1699" y="6566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0"/>
            <p:cNvSpPr/>
            <p:nvPr/>
          </p:nvSpPr>
          <p:spPr>
            <a:xfrm>
              <a:off x="3529634" y="3027478"/>
              <a:ext cx="22924" cy="62149"/>
            </a:xfrm>
            <a:custGeom>
              <a:avLst/>
              <a:gdLst/>
              <a:ahLst/>
              <a:cxnLst/>
              <a:rect l="l" t="t" r="r" b="b"/>
              <a:pathLst>
                <a:path w="1928" h="5227" fill="none" extrusionOk="0">
                  <a:moveTo>
                    <a:pt x="1" y="1"/>
                  </a:moveTo>
                  <a:lnTo>
                    <a:pt x="99" y="425"/>
                  </a:lnTo>
                  <a:lnTo>
                    <a:pt x="785" y="2711"/>
                  </a:lnTo>
                  <a:lnTo>
                    <a:pt x="1503" y="4443"/>
                  </a:lnTo>
                  <a:lnTo>
                    <a:pt x="1928" y="5226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0"/>
            <p:cNvSpPr/>
            <p:nvPr/>
          </p:nvSpPr>
          <p:spPr>
            <a:xfrm>
              <a:off x="3702444" y="2644584"/>
              <a:ext cx="53992" cy="44278"/>
            </a:xfrm>
            <a:custGeom>
              <a:avLst/>
              <a:gdLst/>
              <a:ahLst/>
              <a:cxnLst/>
              <a:rect l="l" t="t" r="r" b="b"/>
              <a:pathLst>
                <a:path w="4541" h="3724" fill="none" extrusionOk="0">
                  <a:moveTo>
                    <a:pt x="1" y="3723"/>
                  </a:moveTo>
                  <a:lnTo>
                    <a:pt x="4541" y="0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0"/>
            <p:cNvSpPr/>
            <p:nvPr/>
          </p:nvSpPr>
          <p:spPr>
            <a:xfrm>
              <a:off x="3728078" y="2641861"/>
              <a:ext cx="63314" cy="28358"/>
            </a:xfrm>
            <a:custGeom>
              <a:avLst/>
              <a:gdLst/>
              <a:ahLst/>
              <a:cxnLst/>
              <a:rect l="l" t="t" r="r" b="b"/>
              <a:pathLst>
                <a:path w="5325" h="2385" fill="none" extrusionOk="0">
                  <a:moveTo>
                    <a:pt x="0" y="2385"/>
                  </a:moveTo>
                  <a:lnTo>
                    <a:pt x="5324" y="1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0"/>
            <p:cNvSpPr/>
            <p:nvPr/>
          </p:nvSpPr>
          <p:spPr>
            <a:xfrm>
              <a:off x="3589049" y="2594479"/>
              <a:ext cx="66037" cy="50116"/>
            </a:xfrm>
            <a:custGeom>
              <a:avLst/>
              <a:gdLst/>
              <a:ahLst/>
              <a:cxnLst/>
              <a:rect l="l" t="t" r="r" b="b"/>
              <a:pathLst>
                <a:path w="5554" h="4215" fill="none" extrusionOk="0">
                  <a:moveTo>
                    <a:pt x="1" y="1"/>
                  </a:moveTo>
                  <a:lnTo>
                    <a:pt x="458" y="295"/>
                  </a:lnTo>
                  <a:lnTo>
                    <a:pt x="3855" y="2712"/>
                  </a:lnTo>
                  <a:lnTo>
                    <a:pt x="5553" y="4214"/>
                  </a:lnTo>
                </a:path>
              </a:pathLst>
            </a:custGeom>
            <a:noFill/>
            <a:ln w="5725" cap="rnd" cmpd="sng">
              <a:solidFill>
                <a:srgbClr val="FFFFFF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0"/>
            <p:cNvSpPr/>
            <p:nvPr/>
          </p:nvSpPr>
          <p:spPr>
            <a:xfrm>
              <a:off x="3387501" y="3373096"/>
              <a:ext cx="79627" cy="99044"/>
            </a:xfrm>
            <a:custGeom>
              <a:avLst/>
              <a:gdLst/>
              <a:ahLst/>
              <a:cxnLst/>
              <a:rect l="l" t="t" r="r" b="b"/>
              <a:pathLst>
                <a:path w="6697" h="8330" extrusionOk="0">
                  <a:moveTo>
                    <a:pt x="5325" y="1"/>
                  </a:moveTo>
                  <a:lnTo>
                    <a:pt x="4639" y="556"/>
                  </a:lnTo>
                  <a:lnTo>
                    <a:pt x="1667" y="3626"/>
                  </a:lnTo>
                  <a:lnTo>
                    <a:pt x="491" y="5292"/>
                  </a:lnTo>
                  <a:lnTo>
                    <a:pt x="33" y="6304"/>
                  </a:lnTo>
                  <a:lnTo>
                    <a:pt x="1" y="6729"/>
                  </a:lnTo>
                  <a:lnTo>
                    <a:pt x="33" y="7121"/>
                  </a:lnTo>
                  <a:lnTo>
                    <a:pt x="197" y="7741"/>
                  </a:lnTo>
                  <a:lnTo>
                    <a:pt x="556" y="8133"/>
                  </a:lnTo>
                  <a:lnTo>
                    <a:pt x="1046" y="8329"/>
                  </a:lnTo>
                  <a:lnTo>
                    <a:pt x="1634" y="8329"/>
                  </a:lnTo>
                  <a:lnTo>
                    <a:pt x="2320" y="8101"/>
                  </a:lnTo>
                  <a:lnTo>
                    <a:pt x="3496" y="7447"/>
                  </a:lnTo>
                  <a:lnTo>
                    <a:pt x="4345" y="6729"/>
                  </a:lnTo>
                  <a:lnTo>
                    <a:pt x="4737" y="6304"/>
                  </a:lnTo>
                  <a:lnTo>
                    <a:pt x="5390" y="5357"/>
                  </a:lnTo>
                  <a:lnTo>
                    <a:pt x="6076" y="3789"/>
                  </a:lnTo>
                  <a:lnTo>
                    <a:pt x="6664" y="850"/>
                  </a:lnTo>
                  <a:lnTo>
                    <a:pt x="6696" y="327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rgbClr val="FFFFFF"/>
            </a:solidFill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0"/>
            <p:cNvSpPr/>
            <p:nvPr/>
          </p:nvSpPr>
          <p:spPr>
            <a:xfrm>
              <a:off x="3531192" y="1882280"/>
              <a:ext cx="167387" cy="184461"/>
            </a:xfrm>
            <a:custGeom>
              <a:avLst/>
              <a:gdLst/>
              <a:ahLst/>
              <a:cxnLst/>
              <a:rect l="l" t="t" r="r" b="b"/>
              <a:pathLst>
                <a:path w="14078" h="15514" extrusionOk="0">
                  <a:moveTo>
                    <a:pt x="3854" y="0"/>
                  </a:moveTo>
                  <a:lnTo>
                    <a:pt x="3299" y="163"/>
                  </a:lnTo>
                  <a:lnTo>
                    <a:pt x="3005" y="588"/>
                  </a:lnTo>
                  <a:lnTo>
                    <a:pt x="2907" y="980"/>
                  </a:lnTo>
                  <a:lnTo>
                    <a:pt x="2842" y="1274"/>
                  </a:lnTo>
                  <a:lnTo>
                    <a:pt x="2940" y="1862"/>
                  </a:lnTo>
                  <a:lnTo>
                    <a:pt x="3364" y="2711"/>
                  </a:lnTo>
                  <a:lnTo>
                    <a:pt x="4116" y="3789"/>
                  </a:lnTo>
                  <a:lnTo>
                    <a:pt x="4410" y="4540"/>
                  </a:lnTo>
                  <a:lnTo>
                    <a:pt x="4377" y="5063"/>
                  </a:lnTo>
                  <a:lnTo>
                    <a:pt x="4246" y="5324"/>
                  </a:lnTo>
                  <a:lnTo>
                    <a:pt x="3854" y="5912"/>
                  </a:lnTo>
                  <a:lnTo>
                    <a:pt x="2744" y="6826"/>
                  </a:lnTo>
                  <a:lnTo>
                    <a:pt x="2091" y="7120"/>
                  </a:lnTo>
                  <a:lnTo>
                    <a:pt x="1862" y="7185"/>
                  </a:lnTo>
                  <a:lnTo>
                    <a:pt x="1633" y="7218"/>
                  </a:lnTo>
                  <a:lnTo>
                    <a:pt x="1045" y="7251"/>
                  </a:lnTo>
                  <a:lnTo>
                    <a:pt x="229" y="7545"/>
                  </a:lnTo>
                  <a:lnTo>
                    <a:pt x="0" y="8035"/>
                  </a:lnTo>
                  <a:lnTo>
                    <a:pt x="98" y="8459"/>
                  </a:lnTo>
                  <a:lnTo>
                    <a:pt x="262" y="8949"/>
                  </a:lnTo>
                  <a:lnTo>
                    <a:pt x="784" y="9766"/>
                  </a:lnTo>
                  <a:lnTo>
                    <a:pt x="1405" y="10419"/>
                  </a:lnTo>
                  <a:lnTo>
                    <a:pt x="2058" y="10778"/>
                  </a:lnTo>
                  <a:lnTo>
                    <a:pt x="2352" y="10811"/>
                  </a:lnTo>
                  <a:lnTo>
                    <a:pt x="3070" y="10811"/>
                  </a:lnTo>
                  <a:lnTo>
                    <a:pt x="3168" y="11137"/>
                  </a:lnTo>
                  <a:lnTo>
                    <a:pt x="4344" y="12803"/>
                  </a:lnTo>
                  <a:lnTo>
                    <a:pt x="5455" y="13750"/>
                  </a:lnTo>
                  <a:lnTo>
                    <a:pt x="6402" y="14338"/>
                  </a:lnTo>
                  <a:lnTo>
                    <a:pt x="6957" y="14599"/>
                  </a:lnTo>
                  <a:lnTo>
                    <a:pt x="8068" y="15057"/>
                  </a:lnTo>
                  <a:lnTo>
                    <a:pt x="9995" y="15514"/>
                  </a:lnTo>
                  <a:lnTo>
                    <a:pt x="11138" y="15481"/>
                  </a:lnTo>
                  <a:lnTo>
                    <a:pt x="11758" y="15285"/>
                  </a:lnTo>
                  <a:lnTo>
                    <a:pt x="12281" y="14959"/>
                  </a:lnTo>
                  <a:lnTo>
                    <a:pt x="12673" y="14469"/>
                  </a:lnTo>
                  <a:lnTo>
                    <a:pt x="12836" y="14175"/>
                  </a:lnTo>
                  <a:lnTo>
                    <a:pt x="13359" y="12901"/>
                  </a:lnTo>
                  <a:lnTo>
                    <a:pt x="13881" y="11007"/>
                  </a:lnTo>
                  <a:lnTo>
                    <a:pt x="14077" y="9570"/>
                  </a:lnTo>
                  <a:lnTo>
                    <a:pt x="14077" y="8753"/>
                  </a:lnTo>
                  <a:lnTo>
                    <a:pt x="13979" y="6859"/>
                  </a:lnTo>
                  <a:lnTo>
                    <a:pt x="13391" y="3168"/>
                  </a:lnTo>
                  <a:lnTo>
                    <a:pt x="13261" y="2711"/>
                  </a:lnTo>
                  <a:lnTo>
                    <a:pt x="13195" y="2809"/>
                  </a:lnTo>
                  <a:lnTo>
                    <a:pt x="12118" y="3070"/>
                  </a:lnTo>
                  <a:lnTo>
                    <a:pt x="10746" y="2842"/>
                  </a:lnTo>
                  <a:lnTo>
                    <a:pt x="9766" y="2417"/>
                  </a:lnTo>
                  <a:lnTo>
                    <a:pt x="7055" y="1241"/>
                  </a:lnTo>
                  <a:lnTo>
                    <a:pt x="5193" y="555"/>
                  </a:lnTo>
                  <a:lnTo>
                    <a:pt x="4671" y="327"/>
                  </a:lnTo>
                  <a:lnTo>
                    <a:pt x="4148" y="98"/>
                  </a:lnTo>
                  <a:lnTo>
                    <a:pt x="3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0"/>
            <p:cNvSpPr/>
            <p:nvPr/>
          </p:nvSpPr>
          <p:spPr>
            <a:xfrm>
              <a:off x="3527696" y="1880330"/>
              <a:ext cx="119613" cy="181370"/>
            </a:xfrm>
            <a:custGeom>
              <a:avLst/>
              <a:gdLst/>
              <a:ahLst/>
              <a:cxnLst/>
              <a:rect l="l" t="t" r="r" b="b"/>
              <a:pathLst>
                <a:path w="10060" h="15254" extrusionOk="0">
                  <a:moveTo>
                    <a:pt x="4344" y="1"/>
                  </a:moveTo>
                  <a:lnTo>
                    <a:pt x="3985" y="99"/>
                  </a:lnTo>
                  <a:lnTo>
                    <a:pt x="3430" y="425"/>
                  </a:lnTo>
                  <a:lnTo>
                    <a:pt x="3234" y="850"/>
                  </a:lnTo>
                  <a:lnTo>
                    <a:pt x="3201" y="1144"/>
                  </a:lnTo>
                  <a:lnTo>
                    <a:pt x="3234" y="1536"/>
                  </a:lnTo>
                  <a:lnTo>
                    <a:pt x="3528" y="2189"/>
                  </a:lnTo>
                  <a:lnTo>
                    <a:pt x="4181" y="3202"/>
                  </a:lnTo>
                  <a:lnTo>
                    <a:pt x="4606" y="4312"/>
                  </a:lnTo>
                  <a:lnTo>
                    <a:pt x="4671" y="4639"/>
                  </a:lnTo>
                  <a:lnTo>
                    <a:pt x="4638" y="5194"/>
                  </a:lnTo>
                  <a:lnTo>
                    <a:pt x="4312" y="5847"/>
                  </a:lnTo>
                  <a:lnTo>
                    <a:pt x="3136" y="6729"/>
                  </a:lnTo>
                  <a:lnTo>
                    <a:pt x="2548" y="7023"/>
                  </a:lnTo>
                  <a:lnTo>
                    <a:pt x="2189" y="7219"/>
                  </a:lnTo>
                  <a:lnTo>
                    <a:pt x="1307" y="7349"/>
                  </a:lnTo>
                  <a:lnTo>
                    <a:pt x="490" y="7480"/>
                  </a:lnTo>
                  <a:lnTo>
                    <a:pt x="98" y="7709"/>
                  </a:lnTo>
                  <a:lnTo>
                    <a:pt x="0" y="8035"/>
                  </a:lnTo>
                  <a:lnTo>
                    <a:pt x="33" y="8264"/>
                  </a:lnTo>
                  <a:lnTo>
                    <a:pt x="196" y="8754"/>
                  </a:lnTo>
                  <a:lnTo>
                    <a:pt x="1078" y="9734"/>
                  </a:lnTo>
                  <a:lnTo>
                    <a:pt x="2711" y="10975"/>
                  </a:lnTo>
                  <a:lnTo>
                    <a:pt x="3038" y="11171"/>
                  </a:lnTo>
                  <a:lnTo>
                    <a:pt x="3071" y="11269"/>
                  </a:lnTo>
                  <a:lnTo>
                    <a:pt x="3658" y="12347"/>
                  </a:lnTo>
                  <a:lnTo>
                    <a:pt x="4442" y="13326"/>
                  </a:lnTo>
                  <a:lnTo>
                    <a:pt x="4965" y="13816"/>
                  </a:lnTo>
                  <a:lnTo>
                    <a:pt x="6402" y="14567"/>
                  </a:lnTo>
                  <a:lnTo>
                    <a:pt x="8558" y="15188"/>
                  </a:lnTo>
                  <a:lnTo>
                    <a:pt x="8949" y="15253"/>
                  </a:lnTo>
                  <a:lnTo>
                    <a:pt x="7284" y="13914"/>
                  </a:lnTo>
                  <a:lnTo>
                    <a:pt x="5749" y="12445"/>
                  </a:lnTo>
                  <a:lnTo>
                    <a:pt x="5422" y="12020"/>
                  </a:lnTo>
                  <a:lnTo>
                    <a:pt x="5063" y="10648"/>
                  </a:lnTo>
                  <a:lnTo>
                    <a:pt x="4900" y="8917"/>
                  </a:lnTo>
                  <a:lnTo>
                    <a:pt x="4900" y="7186"/>
                  </a:lnTo>
                  <a:lnTo>
                    <a:pt x="4997" y="6435"/>
                  </a:lnTo>
                  <a:lnTo>
                    <a:pt x="5030" y="4965"/>
                  </a:lnTo>
                  <a:lnTo>
                    <a:pt x="4834" y="3234"/>
                  </a:lnTo>
                  <a:lnTo>
                    <a:pt x="4867" y="2679"/>
                  </a:lnTo>
                  <a:lnTo>
                    <a:pt x="4997" y="2483"/>
                  </a:lnTo>
                  <a:lnTo>
                    <a:pt x="5095" y="2450"/>
                  </a:lnTo>
                  <a:lnTo>
                    <a:pt x="7904" y="2483"/>
                  </a:lnTo>
                  <a:lnTo>
                    <a:pt x="10060" y="2581"/>
                  </a:lnTo>
                  <a:lnTo>
                    <a:pt x="10060" y="2581"/>
                  </a:lnTo>
                  <a:lnTo>
                    <a:pt x="4932" y="99"/>
                  </a:lnTo>
                  <a:lnTo>
                    <a:pt x="4638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0"/>
            <p:cNvSpPr/>
            <p:nvPr/>
          </p:nvSpPr>
          <p:spPr>
            <a:xfrm>
              <a:off x="3531192" y="1882280"/>
              <a:ext cx="167387" cy="184461"/>
            </a:xfrm>
            <a:custGeom>
              <a:avLst/>
              <a:gdLst/>
              <a:ahLst/>
              <a:cxnLst/>
              <a:rect l="l" t="t" r="r" b="b"/>
              <a:pathLst>
                <a:path w="14078" h="15514" fill="none" extrusionOk="0">
                  <a:moveTo>
                    <a:pt x="5193" y="555"/>
                  </a:moveTo>
                  <a:lnTo>
                    <a:pt x="4671" y="327"/>
                  </a:lnTo>
                  <a:lnTo>
                    <a:pt x="4148" y="98"/>
                  </a:lnTo>
                  <a:lnTo>
                    <a:pt x="3854" y="0"/>
                  </a:lnTo>
                  <a:lnTo>
                    <a:pt x="3299" y="163"/>
                  </a:lnTo>
                  <a:lnTo>
                    <a:pt x="3005" y="588"/>
                  </a:lnTo>
                  <a:lnTo>
                    <a:pt x="2907" y="980"/>
                  </a:lnTo>
                  <a:lnTo>
                    <a:pt x="2842" y="1274"/>
                  </a:lnTo>
                  <a:lnTo>
                    <a:pt x="2940" y="1862"/>
                  </a:lnTo>
                  <a:lnTo>
                    <a:pt x="3364" y="2711"/>
                  </a:lnTo>
                  <a:lnTo>
                    <a:pt x="4116" y="3789"/>
                  </a:lnTo>
                  <a:lnTo>
                    <a:pt x="4410" y="4540"/>
                  </a:lnTo>
                  <a:lnTo>
                    <a:pt x="4377" y="5063"/>
                  </a:lnTo>
                  <a:lnTo>
                    <a:pt x="4246" y="5324"/>
                  </a:lnTo>
                  <a:lnTo>
                    <a:pt x="3854" y="5912"/>
                  </a:lnTo>
                  <a:lnTo>
                    <a:pt x="2744" y="6826"/>
                  </a:lnTo>
                  <a:lnTo>
                    <a:pt x="2091" y="7120"/>
                  </a:lnTo>
                  <a:lnTo>
                    <a:pt x="1862" y="7185"/>
                  </a:lnTo>
                  <a:lnTo>
                    <a:pt x="1633" y="7218"/>
                  </a:lnTo>
                  <a:lnTo>
                    <a:pt x="1045" y="7251"/>
                  </a:lnTo>
                  <a:lnTo>
                    <a:pt x="229" y="7545"/>
                  </a:lnTo>
                  <a:lnTo>
                    <a:pt x="0" y="8035"/>
                  </a:lnTo>
                  <a:lnTo>
                    <a:pt x="98" y="8459"/>
                  </a:lnTo>
                  <a:lnTo>
                    <a:pt x="262" y="8949"/>
                  </a:lnTo>
                  <a:lnTo>
                    <a:pt x="784" y="9766"/>
                  </a:lnTo>
                  <a:lnTo>
                    <a:pt x="1405" y="10419"/>
                  </a:lnTo>
                  <a:lnTo>
                    <a:pt x="2058" y="10778"/>
                  </a:lnTo>
                  <a:lnTo>
                    <a:pt x="2352" y="10811"/>
                  </a:lnTo>
                  <a:lnTo>
                    <a:pt x="3070" y="10811"/>
                  </a:lnTo>
                  <a:lnTo>
                    <a:pt x="3168" y="11137"/>
                  </a:lnTo>
                  <a:lnTo>
                    <a:pt x="4344" y="12803"/>
                  </a:lnTo>
                  <a:lnTo>
                    <a:pt x="5455" y="13750"/>
                  </a:lnTo>
                  <a:lnTo>
                    <a:pt x="6402" y="14338"/>
                  </a:lnTo>
                  <a:lnTo>
                    <a:pt x="6957" y="14599"/>
                  </a:lnTo>
                  <a:lnTo>
                    <a:pt x="8068" y="15057"/>
                  </a:lnTo>
                  <a:lnTo>
                    <a:pt x="9995" y="15514"/>
                  </a:lnTo>
                  <a:lnTo>
                    <a:pt x="11138" y="15481"/>
                  </a:lnTo>
                  <a:lnTo>
                    <a:pt x="11758" y="15285"/>
                  </a:lnTo>
                  <a:lnTo>
                    <a:pt x="12281" y="14959"/>
                  </a:lnTo>
                  <a:lnTo>
                    <a:pt x="12673" y="14469"/>
                  </a:lnTo>
                  <a:lnTo>
                    <a:pt x="12836" y="14175"/>
                  </a:lnTo>
                  <a:lnTo>
                    <a:pt x="13359" y="12901"/>
                  </a:lnTo>
                  <a:lnTo>
                    <a:pt x="13881" y="11007"/>
                  </a:lnTo>
                  <a:lnTo>
                    <a:pt x="14077" y="9570"/>
                  </a:lnTo>
                  <a:lnTo>
                    <a:pt x="14077" y="8753"/>
                  </a:lnTo>
                  <a:lnTo>
                    <a:pt x="13979" y="6859"/>
                  </a:lnTo>
                  <a:lnTo>
                    <a:pt x="13391" y="3168"/>
                  </a:lnTo>
                  <a:lnTo>
                    <a:pt x="13261" y="2711"/>
                  </a:lnTo>
                  <a:lnTo>
                    <a:pt x="13195" y="2809"/>
                  </a:lnTo>
                  <a:lnTo>
                    <a:pt x="12118" y="3070"/>
                  </a:lnTo>
                  <a:lnTo>
                    <a:pt x="10746" y="2842"/>
                  </a:lnTo>
                  <a:lnTo>
                    <a:pt x="9766" y="2417"/>
                  </a:lnTo>
                  <a:lnTo>
                    <a:pt x="7055" y="1241"/>
                  </a:lnTo>
                  <a:lnTo>
                    <a:pt x="5193" y="555"/>
                  </a:lnTo>
                  <a:close/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0"/>
            <p:cNvSpPr/>
            <p:nvPr/>
          </p:nvSpPr>
          <p:spPr>
            <a:xfrm>
              <a:off x="3623221" y="1945571"/>
              <a:ext cx="8168" cy="14767"/>
            </a:xfrm>
            <a:custGeom>
              <a:avLst/>
              <a:gdLst/>
              <a:ahLst/>
              <a:cxnLst/>
              <a:rect l="l" t="t" r="r" b="b"/>
              <a:pathLst>
                <a:path w="687" h="1242" extrusionOk="0">
                  <a:moveTo>
                    <a:pt x="262" y="1"/>
                  </a:moveTo>
                  <a:lnTo>
                    <a:pt x="132" y="66"/>
                  </a:lnTo>
                  <a:lnTo>
                    <a:pt x="1" y="425"/>
                  </a:lnTo>
                  <a:lnTo>
                    <a:pt x="34" y="687"/>
                  </a:lnTo>
                  <a:lnTo>
                    <a:pt x="99" y="915"/>
                  </a:lnTo>
                  <a:lnTo>
                    <a:pt x="328" y="1242"/>
                  </a:lnTo>
                  <a:lnTo>
                    <a:pt x="458" y="1242"/>
                  </a:lnTo>
                  <a:lnTo>
                    <a:pt x="556" y="1177"/>
                  </a:lnTo>
                  <a:lnTo>
                    <a:pt x="687" y="817"/>
                  </a:lnTo>
                  <a:lnTo>
                    <a:pt x="654" y="589"/>
                  </a:lnTo>
                  <a:lnTo>
                    <a:pt x="589" y="32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0"/>
            <p:cNvSpPr/>
            <p:nvPr/>
          </p:nvSpPr>
          <p:spPr>
            <a:xfrm>
              <a:off x="3667879" y="1938199"/>
              <a:ext cx="7788" cy="14767"/>
            </a:xfrm>
            <a:custGeom>
              <a:avLst/>
              <a:gdLst/>
              <a:ahLst/>
              <a:cxnLst/>
              <a:rect l="l" t="t" r="r" b="b"/>
              <a:pathLst>
                <a:path w="655" h="1242" extrusionOk="0">
                  <a:moveTo>
                    <a:pt x="230" y="0"/>
                  </a:moveTo>
                  <a:lnTo>
                    <a:pt x="99" y="66"/>
                  </a:lnTo>
                  <a:lnTo>
                    <a:pt x="1" y="425"/>
                  </a:lnTo>
                  <a:lnTo>
                    <a:pt x="34" y="686"/>
                  </a:lnTo>
                  <a:lnTo>
                    <a:pt x="66" y="915"/>
                  </a:lnTo>
                  <a:lnTo>
                    <a:pt x="295" y="1241"/>
                  </a:lnTo>
                  <a:lnTo>
                    <a:pt x="426" y="1241"/>
                  </a:lnTo>
                  <a:lnTo>
                    <a:pt x="556" y="1176"/>
                  </a:lnTo>
                  <a:lnTo>
                    <a:pt x="654" y="817"/>
                  </a:lnTo>
                  <a:lnTo>
                    <a:pt x="654" y="555"/>
                  </a:lnTo>
                  <a:lnTo>
                    <a:pt x="589" y="327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0"/>
            <p:cNvSpPr/>
            <p:nvPr/>
          </p:nvSpPr>
          <p:spPr>
            <a:xfrm>
              <a:off x="3605362" y="1919555"/>
              <a:ext cx="24862" cy="13210"/>
            </a:xfrm>
            <a:custGeom>
              <a:avLst/>
              <a:gdLst/>
              <a:ahLst/>
              <a:cxnLst/>
              <a:rect l="l" t="t" r="r" b="b"/>
              <a:pathLst>
                <a:path w="2091" h="1111" fill="none" extrusionOk="0">
                  <a:moveTo>
                    <a:pt x="1" y="1111"/>
                  </a:moveTo>
                  <a:lnTo>
                    <a:pt x="392" y="621"/>
                  </a:lnTo>
                  <a:lnTo>
                    <a:pt x="1470" y="66"/>
                  </a:lnTo>
                  <a:lnTo>
                    <a:pt x="2091" y="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0"/>
            <p:cNvSpPr/>
            <p:nvPr/>
          </p:nvSpPr>
          <p:spPr>
            <a:xfrm>
              <a:off x="3663230" y="1921886"/>
              <a:ext cx="23697" cy="7396"/>
            </a:xfrm>
            <a:custGeom>
              <a:avLst/>
              <a:gdLst/>
              <a:ahLst/>
              <a:cxnLst/>
              <a:rect l="l" t="t" r="r" b="b"/>
              <a:pathLst>
                <a:path w="1993" h="622" fill="none" extrusionOk="0">
                  <a:moveTo>
                    <a:pt x="0" y="98"/>
                  </a:moveTo>
                  <a:lnTo>
                    <a:pt x="261" y="0"/>
                  </a:lnTo>
                  <a:lnTo>
                    <a:pt x="817" y="0"/>
                  </a:lnTo>
                  <a:lnTo>
                    <a:pt x="1339" y="131"/>
                  </a:lnTo>
                  <a:lnTo>
                    <a:pt x="1796" y="425"/>
                  </a:lnTo>
                  <a:lnTo>
                    <a:pt x="1992" y="621"/>
                  </a:lnTo>
                </a:path>
              </a:pathLst>
            </a:custGeom>
            <a:noFill/>
            <a:ln w="10625" cap="rnd" cmpd="sng">
              <a:solidFill>
                <a:srgbClr val="263238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0"/>
            <p:cNvSpPr/>
            <p:nvPr/>
          </p:nvSpPr>
          <p:spPr>
            <a:xfrm>
              <a:off x="3653516" y="1941302"/>
              <a:ext cx="11272" cy="43898"/>
            </a:xfrm>
            <a:custGeom>
              <a:avLst/>
              <a:gdLst/>
              <a:ahLst/>
              <a:cxnLst/>
              <a:rect l="l" t="t" r="r" b="b"/>
              <a:pathLst>
                <a:path w="948" h="3692" fill="none" extrusionOk="0">
                  <a:moveTo>
                    <a:pt x="458" y="1"/>
                  </a:moveTo>
                  <a:lnTo>
                    <a:pt x="425" y="850"/>
                  </a:lnTo>
                  <a:lnTo>
                    <a:pt x="458" y="1699"/>
                  </a:lnTo>
                  <a:lnTo>
                    <a:pt x="588" y="2189"/>
                  </a:lnTo>
                  <a:lnTo>
                    <a:pt x="882" y="2646"/>
                  </a:lnTo>
                  <a:lnTo>
                    <a:pt x="948" y="2940"/>
                  </a:lnTo>
                  <a:lnTo>
                    <a:pt x="915" y="3136"/>
                  </a:lnTo>
                  <a:lnTo>
                    <a:pt x="817" y="3332"/>
                  </a:lnTo>
                  <a:lnTo>
                    <a:pt x="556" y="3561"/>
                  </a:lnTo>
                  <a:lnTo>
                    <a:pt x="98" y="3691"/>
                  </a:lnTo>
                  <a:lnTo>
                    <a:pt x="1" y="369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0"/>
            <p:cNvSpPr/>
            <p:nvPr/>
          </p:nvSpPr>
          <p:spPr>
            <a:xfrm>
              <a:off x="3621282" y="2006543"/>
              <a:ext cx="21759" cy="5446"/>
            </a:xfrm>
            <a:custGeom>
              <a:avLst/>
              <a:gdLst/>
              <a:ahLst/>
              <a:cxnLst/>
              <a:rect l="l" t="t" r="r" b="b"/>
              <a:pathLst>
                <a:path w="1830" h="458" fill="none" extrusionOk="0">
                  <a:moveTo>
                    <a:pt x="1830" y="360"/>
                  </a:moveTo>
                  <a:lnTo>
                    <a:pt x="1340" y="458"/>
                  </a:lnTo>
                  <a:lnTo>
                    <a:pt x="425" y="262"/>
                  </a:lnTo>
                  <a:lnTo>
                    <a:pt x="1" y="1"/>
                  </a:lnTo>
                </a:path>
              </a:pathLst>
            </a:custGeom>
            <a:noFill/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0"/>
            <p:cNvSpPr/>
            <p:nvPr/>
          </p:nvSpPr>
          <p:spPr>
            <a:xfrm flipH="1">
              <a:off x="3812735" y="3357850"/>
              <a:ext cx="83495" cy="99044"/>
            </a:xfrm>
            <a:custGeom>
              <a:avLst/>
              <a:gdLst/>
              <a:ahLst/>
              <a:cxnLst/>
              <a:rect l="l" t="t" r="r" b="b"/>
              <a:pathLst>
                <a:path w="6697" h="8330" extrusionOk="0">
                  <a:moveTo>
                    <a:pt x="5325" y="1"/>
                  </a:moveTo>
                  <a:lnTo>
                    <a:pt x="4639" y="556"/>
                  </a:lnTo>
                  <a:lnTo>
                    <a:pt x="1667" y="3626"/>
                  </a:lnTo>
                  <a:lnTo>
                    <a:pt x="491" y="5292"/>
                  </a:lnTo>
                  <a:lnTo>
                    <a:pt x="33" y="6304"/>
                  </a:lnTo>
                  <a:lnTo>
                    <a:pt x="1" y="6729"/>
                  </a:lnTo>
                  <a:lnTo>
                    <a:pt x="33" y="7121"/>
                  </a:lnTo>
                  <a:lnTo>
                    <a:pt x="197" y="7741"/>
                  </a:lnTo>
                  <a:lnTo>
                    <a:pt x="556" y="8133"/>
                  </a:lnTo>
                  <a:lnTo>
                    <a:pt x="1046" y="8329"/>
                  </a:lnTo>
                  <a:lnTo>
                    <a:pt x="1634" y="8329"/>
                  </a:lnTo>
                  <a:lnTo>
                    <a:pt x="2320" y="8101"/>
                  </a:lnTo>
                  <a:lnTo>
                    <a:pt x="3496" y="7447"/>
                  </a:lnTo>
                  <a:lnTo>
                    <a:pt x="4345" y="6729"/>
                  </a:lnTo>
                  <a:lnTo>
                    <a:pt x="4737" y="6304"/>
                  </a:lnTo>
                  <a:lnTo>
                    <a:pt x="5390" y="5357"/>
                  </a:lnTo>
                  <a:lnTo>
                    <a:pt x="6076" y="3789"/>
                  </a:lnTo>
                  <a:lnTo>
                    <a:pt x="6664" y="850"/>
                  </a:lnTo>
                  <a:lnTo>
                    <a:pt x="6696" y="327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rgbClr val="FFFFFF"/>
            </a:solidFill>
            <a:ln w="10625" cap="rnd" cmpd="sng">
              <a:solidFill>
                <a:schemeClr val="dk1"/>
              </a:solidFill>
              <a:prstDash val="solid"/>
              <a:miter lim="3266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40"/>
          <p:cNvGrpSpPr/>
          <p:nvPr/>
        </p:nvGrpSpPr>
        <p:grpSpPr>
          <a:xfrm>
            <a:off x="719999" y="205925"/>
            <a:ext cx="279251" cy="280503"/>
            <a:chOff x="-2832476" y="459025"/>
            <a:chExt cx="279251" cy="280503"/>
          </a:xfrm>
        </p:grpSpPr>
        <p:sp>
          <p:nvSpPr>
            <p:cNvPr id="1087" name="Google Shape;1087;p40"/>
            <p:cNvSpPr/>
            <p:nvPr/>
          </p:nvSpPr>
          <p:spPr>
            <a:xfrm>
              <a:off x="-2699761" y="45902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-2699761" y="64805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-2643383" y="590474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0"/>
            <p:cNvSpPr/>
            <p:nvPr/>
          </p:nvSpPr>
          <p:spPr>
            <a:xfrm>
              <a:off x="-2832476" y="590474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1" name="Google Shape;1091;p40"/>
          <p:cNvGrpSpPr/>
          <p:nvPr/>
        </p:nvGrpSpPr>
        <p:grpSpPr>
          <a:xfrm>
            <a:off x="6784690" y="297900"/>
            <a:ext cx="243082" cy="242093"/>
            <a:chOff x="6547165" y="297900"/>
            <a:chExt cx="243082" cy="242093"/>
          </a:xfrm>
        </p:grpSpPr>
        <p:sp>
          <p:nvSpPr>
            <p:cNvPr id="1092" name="Google Shape;1092;p40"/>
            <p:cNvSpPr/>
            <p:nvPr/>
          </p:nvSpPr>
          <p:spPr>
            <a:xfrm>
              <a:off x="6661093" y="297900"/>
              <a:ext cx="13765" cy="79061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0"/>
            <p:cNvSpPr/>
            <p:nvPr/>
          </p:nvSpPr>
          <p:spPr>
            <a:xfrm>
              <a:off x="6661093" y="461404"/>
              <a:ext cx="13765" cy="78589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0"/>
            <p:cNvSpPr/>
            <p:nvPr/>
          </p:nvSpPr>
          <p:spPr>
            <a:xfrm>
              <a:off x="6711163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0"/>
            <p:cNvSpPr/>
            <p:nvPr/>
          </p:nvSpPr>
          <p:spPr>
            <a:xfrm>
              <a:off x="6547165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40"/>
          <p:cNvGrpSpPr/>
          <p:nvPr/>
        </p:nvGrpSpPr>
        <p:grpSpPr>
          <a:xfrm>
            <a:off x="8733165" y="297900"/>
            <a:ext cx="243082" cy="242093"/>
            <a:chOff x="6547165" y="297900"/>
            <a:chExt cx="243082" cy="242093"/>
          </a:xfrm>
        </p:grpSpPr>
        <p:sp>
          <p:nvSpPr>
            <p:cNvPr id="1097" name="Google Shape;1097;p40"/>
            <p:cNvSpPr/>
            <p:nvPr/>
          </p:nvSpPr>
          <p:spPr>
            <a:xfrm>
              <a:off x="6661093" y="297900"/>
              <a:ext cx="13765" cy="79061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0"/>
            <p:cNvSpPr/>
            <p:nvPr/>
          </p:nvSpPr>
          <p:spPr>
            <a:xfrm>
              <a:off x="6661093" y="461404"/>
              <a:ext cx="13765" cy="78589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0"/>
            <p:cNvSpPr/>
            <p:nvPr/>
          </p:nvSpPr>
          <p:spPr>
            <a:xfrm>
              <a:off x="6711163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0"/>
            <p:cNvSpPr/>
            <p:nvPr/>
          </p:nvSpPr>
          <p:spPr>
            <a:xfrm>
              <a:off x="6547165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40"/>
          <p:cNvSpPr txBox="1">
            <a:spLocks noGrp="1"/>
          </p:cNvSpPr>
          <p:nvPr>
            <p:ph type="subTitle" idx="1"/>
          </p:nvPr>
        </p:nvSpPr>
        <p:spPr>
          <a:xfrm>
            <a:off x="786298" y="2677568"/>
            <a:ext cx="2146500" cy="49667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b="1" dirty="0"/>
              <a:t>Actividades Claves</a:t>
            </a:r>
            <a:endParaRPr b="1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04" name="Google Shape;1104;p40"/>
          <p:cNvSpPr txBox="1">
            <a:spLocks noGrp="1"/>
          </p:cNvSpPr>
          <p:nvPr>
            <p:ph type="subTitle" idx="3"/>
          </p:nvPr>
        </p:nvSpPr>
        <p:spPr>
          <a:xfrm>
            <a:off x="766391" y="3174245"/>
            <a:ext cx="21465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1" dirty="0"/>
              <a:t>Estructura de costo</a:t>
            </a:r>
            <a:endParaRPr b="1" dirty="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1106" name="Google Shape;1106;p40"/>
          <p:cNvGrpSpPr/>
          <p:nvPr/>
        </p:nvGrpSpPr>
        <p:grpSpPr>
          <a:xfrm>
            <a:off x="239852" y="955500"/>
            <a:ext cx="217525" cy="218499"/>
            <a:chOff x="-2166423" y="1208600"/>
            <a:chExt cx="217525" cy="218499"/>
          </a:xfrm>
        </p:grpSpPr>
        <p:sp>
          <p:nvSpPr>
            <p:cNvPr id="1107" name="Google Shape;1107;p40"/>
            <p:cNvSpPr/>
            <p:nvPr/>
          </p:nvSpPr>
          <p:spPr>
            <a:xfrm>
              <a:off x="-2063043" y="120860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-2063043" y="135584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-2019127" y="131099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0"/>
            <p:cNvSpPr/>
            <p:nvPr/>
          </p:nvSpPr>
          <p:spPr>
            <a:xfrm>
              <a:off x="-2166423" y="131099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1" name="Google Shape;1111;p40"/>
          <p:cNvSpPr txBox="1">
            <a:spLocks noGrp="1"/>
          </p:cNvSpPr>
          <p:nvPr>
            <p:ph type="subTitle" idx="5"/>
          </p:nvPr>
        </p:nvSpPr>
        <p:spPr>
          <a:xfrm>
            <a:off x="6404696" y="3050198"/>
            <a:ext cx="2146500" cy="426136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 dirty="0"/>
              <a:t>Propuesta de Valor</a:t>
            </a:r>
          </a:p>
        </p:txBody>
      </p:sp>
      <p:sp>
        <p:nvSpPr>
          <p:cNvPr id="1112" name="Google Shape;1112;p40"/>
          <p:cNvSpPr txBox="1">
            <a:spLocks noGrp="1"/>
          </p:cNvSpPr>
          <p:nvPr>
            <p:ph type="title" idx="6"/>
          </p:nvPr>
        </p:nvSpPr>
        <p:spPr>
          <a:xfrm>
            <a:off x="488462" y="1304981"/>
            <a:ext cx="3394607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dirty="0">
                <a:solidFill>
                  <a:srgbClr val="4C4C4B"/>
                </a:solidFill>
                <a:ea typeface="Open Sans"/>
                <a:cs typeface="Open Sans"/>
              </a:rPr>
              <a:t>El </a:t>
            </a:r>
            <a:r>
              <a:rPr lang="es-CL" dirty="0">
                <a:solidFill>
                  <a:srgbClr val="4C4C4B"/>
                </a:solidFill>
                <a:ea typeface="Open Sans"/>
                <a:cs typeface="Open Sans"/>
              </a:rPr>
              <a:t>lienzo descompone un negocio en </a:t>
            </a:r>
            <a:r>
              <a:rPr lang="es-CL" dirty="0">
                <a:solidFill>
                  <a:schemeClr val="tx2">
                    <a:lumMod val="75000"/>
                  </a:schemeClr>
                </a:solidFill>
                <a:ea typeface="Open Sans"/>
                <a:cs typeface="Open Sans"/>
              </a:rPr>
              <a:t>nueve bloques interconectados: </a:t>
            </a:r>
            <a:endParaRPr lang="es-CL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13" name="Google Shape;1113;p40"/>
          <p:cNvSpPr txBox="1">
            <a:spLocks noGrp="1"/>
          </p:cNvSpPr>
          <p:nvPr>
            <p:ph type="subTitle" idx="7"/>
          </p:nvPr>
        </p:nvSpPr>
        <p:spPr>
          <a:xfrm>
            <a:off x="720000" y="2212675"/>
            <a:ext cx="2146500" cy="41715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CL" b="1" dirty="0"/>
              <a:t>Aliados Claves</a:t>
            </a:r>
          </a:p>
        </p:txBody>
      </p:sp>
      <p:sp>
        <p:nvSpPr>
          <p:cNvPr id="1115" name="Google Shape;1115;p40"/>
          <p:cNvSpPr txBox="1">
            <a:spLocks noGrp="1"/>
          </p:cNvSpPr>
          <p:nvPr>
            <p:ph type="subTitle" idx="9"/>
          </p:nvPr>
        </p:nvSpPr>
        <p:spPr>
          <a:xfrm>
            <a:off x="6277125" y="2212675"/>
            <a:ext cx="2146500" cy="41715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b="1" dirty="0"/>
              <a:t>Recursos Claves</a:t>
            </a:r>
            <a:endParaRPr b="1" dirty="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16" name="Google Shape;1116;p40"/>
          <p:cNvSpPr txBox="1">
            <a:spLocks noGrp="1"/>
          </p:cNvSpPr>
          <p:nvPr>
            <p:ph type="title" idx="13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¿</a:t>
            </a:r>
            <a:r>
              <a:rPr lang="es-CL" dirty="0"/>
              <a:t>Qué es un Business </a:t>
            </a:r>
            <a:r>
              <a:rPr lang="es-CL" dirty="0" err="1"/>
              <a:t>Model</a:t>
            </a:r>
            <a:r>
              <a:rPr lang="es-CL" dirty="0"/>
              <a:t> </a:t>
            </a:r>
            <a:r>
              <a:rPr lang="es-CL" dirty="0" err="1"/>
              <a:t>Canvas</a:t>
            </a:r>
            <a:r>
              <a:rPr lang="es-CL" dirty="0"/>
              <a:t>?</a:t>
            </a:r>
          </a:p>
        </p:txBody>
      </p:sp>
      <p:sp>
        <p:nvSpPr>
          <p:cNvPr id="224" name="Google Shape;1111;p40"/>
          <p:cNvSpPr txBox="1">
            <a:spLocks/>
          </p:cNvSpPr>
          <p:nvPr/>
        </p:nvSpPr>
        <p:spPr>
          <a:xfrm>
            <a:off x="6428098" y="2653822"/>
            <a:ext cx="2344609" cy="41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s-CL" b="1" dirty="0">
                <a:solidFill>
                  <a:schemeClr val="tx1"/>
                </a:solidFill>
              </a:rPr>
              <a:t>Relación con el cliente</a:t>
            </a:r>
          </a:p>
        </p:txBody>
      </p:sp>
      <p:sp>
        <p:nvSpPr>
          <p:cNvPr id="225" name="Google Shape;1111;p40"/>
          <p:cNvSpPr txBox="1">
            <a:spLocks/>
          </p:cNvSpPr>
          <p:nvPr/>
        </p:nvSpPr>
        <p:spPr>
          <a:xfrm>
            <a:off x="3506685" y="3476334"/>
            <a:ext cx="2344609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s-CL" b="1" dirty="0"/>
              <a:t>Fuentes de ingreso</a:t>
            </a:r>
          </a:p>
        </p:txBody>
      </p:sp>
      <p:sp>
        <p:nvSpPr>
          <p:cNvPr id="226" name="Google Shape;1111;p40"/>
          <p:cNvSpPr txBox="1">
            <a:spLocks/>
          </p:cNvSpPr>
          <p:nvPr/>
        </p:nvSpPr>
        <p:spPr>
          <a:xfrm>
            <a:off x="3503349" y="3781680"/>
            <a:ext cx="2344609" cy="34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s-CL" b="1" dirty="0"/>
              <a:t>Segmento Cliente</a:t>
            </a:r>
          </a:p>
        </p:txBody>
      </p:sp>
      <p:sp>
        <p:nvSpPr>
          <p:cNvPr id="227" name="Google Shape;1111;p40"/>
          <p:cNvSpPr txBox="1">
            <a:spLocks/>
          </p:cNvSpPr>
          <p:nvPr/>
        </p:nvSpPr>
        <p:spPr>
          <a:xfrm>
            <a:off x="3495463" y="4065495"/>
            <a:ext cx="2344609" cy="40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s-CL" b="1" dirty="0"/>
              <a:t>Canales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E7955124-CFD1-04BD-9A13-1EC9EB1E4B0E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D5152BF7-43D8-A109-FAE0-3934F09F06B3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ADBD704D-F9FD-5063-FC84-48953C62B3F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2579F710-6F4C-BD42-E7E0-2E6BDE514E1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51"/>
          <p:cNvSpPr txBox="1">
            <a:spLocks noGrp="1"/>
          </p:cNvSpPr>
          <p:nvPr>
            <p:ph type="title" idx="2"/>
          </p:nvPr>
        </p:nvSpPr>
        <p:spPr>
          <a:xfrm>
            <a:off x="720000" y="2477972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GB" dirty="0" err="1"/>
              <a:t>Segmento</a:t>
            </a:r>
            <a:r>
              <a:rPr lang="en-GB" dirty="0"/>
              <a:t> de </a:t>
            </a:r>
            <a:r>
              <a:rPr lang="en-GB" dirty="0" err="1"/>
              <a:t>clientes</a:t>
            </a:r>
            <a:endParaRPr dirty="0"/>
          </a:p>
        </p:txBody>
      </p:sp>
      <p:sp>
        <p:nvSpPr>
          <p:cNvPr id="1712" name="Google Shape;1712;p51"/>
          <p:cNvSpPr txBox="1">
            <a:spLocks noGrp="1"/>
          </p:cNvSpPr>
          <p:nvPr>
            <p:ph type="subTitle" idx="1"/>
          </p:nvPr>
        </p:nvSpPr>
        <p:spPr>
          <a:xfrm>
            <a:off x="511629" y="2835808"/>
            <a:ext cx="3947636" cy="1303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s-MX" sz="1100" b="1" dirty="0"/>
              <a:t>Masivo</a:t>
            </a:r>
            <a:r>
              <a:rPr lang="es-MX" sz="1100" dirty="0"/>
              <a:t>: Amplio mercado sin diferenciación.</a:t>
            </a:r>
          </a:p>
          <a:p>
            <a:pPr marL="0" lvl="0" indent="0">
              <a:buSzPts val="1100"/>
            </a:pPr>
            <a:r>
              <a:rPr lang="es-MX" sz="1100" dirty="0"/>
              <a:t>Segmentado: Diferentes grupos con necesidades específicas.</a:t>
            </a:r>
          </a:p>
          <a:p>
            <a:pPr marL="0" lvl="0" indent="0">
              <a:buSzPts val="1100"/>
            </a:pPr>
            <a:r>
              <a:rPr lang="es-MX" sz="1100" b="1" dirty="0"/>
              <a:t>Nicho</a:t>
            </a:r>
            <a:r>
              <a:rPr lang="es-MX" sz="1100" dirty="0"/>
              <a:t>: Segmento pequeño y especializado.</a:t>
            </a:r>
          </a:p>
          <a:p>
            <a:pPr marL="0" lvl="0" indent="0">
              <a:buSzPts val="1100"/>
            </a:pPr>
            <a:r>
              <a:rPr lang="es-MX" sz="1100" dirty="0"/>
              <a:t>Diversificado: Varios segmentos no relacionados.</a:t>
            </a:r>
          </a:p>
          <a:p>
            <a:pPr marL="0" lvl="0" indent="0">
              <a:buSzPts val="1100"/>
            </a:pPr>
            <a:r>
              <a:rPr lang="es-MX" sz="1100" b="1" dirty="0" err="1"/>
              <a:t>Multi-Sided</a:t>
            </a:r>
            <a:r>
              <a:rPr lang="es-MX" sz="1100" dirty="0"/>
              <a:t>: Conexiones entre grupos interdependientes.</a:t>
            </a:r>
            <a:endParaRPr sz="1100" dirty="0"/>
          </a:p>
        </p:txBody>
      </p:sp>
      <p:sp>
        <p:nvSpPr>
          <p:cNvPr id="1713" name="Google Shape;1713;p51"/>
          <p:cNvSpPr txBox="1">
            <a:spLocks noGrp="1"/>
          </p:cNvSpPr>
          <p:nvPr>
            <p:ph type="title" idx="3"/>
          </p:nvPr>
        </p:nvSpPr>
        <p:spPr>
          <a:xfrm>
            <a:off x="4944744" y="2286092"/>
            <a:ext cx="2458629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 err="1"/>
              <a:t>Relación</a:t>
            </a:r>
            <a:r>
              <a:rPr lang="en-GB" dirty="0"/>
              <a:t> con el </a:t>
            </a:r>
            <a:r>
              <a:rPr lang="en-GB" dirty="0" err="1"/>
              <a:t>cliente</a:t>
            </a:r>
            <a:endParaRPr dirty="0"/>
          </a:p>
        </p:txBody>
      </p:sp>
      <p:sp>
        <p:nvSpPr>
          <p:cNvPr id="1714" name="Google Shape;1714;p51"/>
          <p:cNvSpPr txBox="1">
            <a:spLocks noGrp="1"/>
          </p:cNvSpPr>
          <p:nvPr>
            <p:ph type="subTitle" idx="4"/>
          </p:nvPr>
        </p:nvSpPr>
        <p:spPr>
          <a:xfrm>
            <a:off x="4684714" y="2629120"/>
            <a:ext cx="3969427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SzPts val="1100"/>
            </a:pPr>
            <a:r>
              <a:rPr lang="es-MX" sz="1100" b="1" dirty="0"/>
              <a:t>Personalizada</a:t>
            </a:r>
            <a:r>
              <a:rPr lang="es-MX" sz="1100" dirty="0"/>
              <a:t>: Atención individualizada.</a:t>
            </a:r>
          </a:p>
          <a:p>
            <a:pPr marL="0" lvl="0" indent="0" algn="l">
              <a:buSzPts val="1100"/>
            </a:pPr>
            <a:r>
              <a:rPr lang="es-MX" sz="1100" b="1" dirty="0"/>
              <a:t>Automatizada</a:t>
            </a:r>
            <a:r>
              <a:rPr lang="es-MX" sz="1100" dirty="0"/>
              <a:t>: Interacciones a través de sistemas automáticos.</a:t>
            </a:r>
          </a:p>
          <a:p>
            <a:pPr marL="0" lvl="0" indent="0" algn="l">
              <a:buSzPts val="1100"/>
            </a:pPr>
            <a:r>
              <a:rPr lang="es-MX" sz="1100" b="1" dirty="0"/>
              <a:t>Comunitaria</a:t>
            </a:r>
            <a:r>
              <a:rPr lang="es-MX" sz="1100" dirty="0"/>
              <a:t>: Fomento de la interacción entre clientes.</a:t>
            </a:r>
          </a:p>
          <a:p>
            <a:pPr marL="0" lvl="0" indent="0" algn="l">
              <a:buSzPts val="1100"/>
            </a:pPr>
            <a:r>
              <a:rPr lang="es-MX" sz="1100" b="1" dirty="0"/>
              <a:t>Autoservicio</a:t>
            </a:r>
            <a:r>
              <a:rPr lang="es-MX" sz="1100" dirty="0"/>
              <a:t>: Gestión por parte del cliente.</a:t>
            </a:r>
          </a:p>
          <a:p>
            <a:pPr marL="0" lvl="0" indent="0" algn="l">
              <a:buSzPts val="1100"/>
            </a:pPr>
            <a:r>
              <a:rPr lang="es-MX" sz="1100" b="1" dirty="0"/>
              <a:t>Asistida</a:t>
            </a:r>
            <a:r>
              <a:rPr lang="es-MX" sz="1100" dirty="0"/>
              <a:t>: Ayuda disponible bajo demanda.</a:t>
            </a:r>
            <a:endParaRPr sz="1100" dirty="0"/>
          </a:p>
        </p:txBody>
      </p:sp>
      <p:sp>
        <p:nvSpPr>
          <p:cNvPr id="1715" name="Google Shape;1715;p51"/>
          <p:cNvSpPr txBox="1">
            <a:spLocks noGrp="1"/>
          </p:cNvSpPr>
          <p:nvPr>
            <p:ph type="title" idx="5"/>
          </p:nvPr>
        </p:nvSpPr>
        <p:spPr>
          <a:xfrm>
            <a:off x="685872" y="799159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dirty="0" err="1"/>
              <a:t>Propuesta</a:t>
            </a:r>
            <a:r>
              <a:rPr lang="en-GB" dirty="0"/>
              <a:t> de </a:t>
            </a:r>
            <a:r>
              <a:rPr lang="en-GB" dirty="0" err="1"/>
              <a:t>valor</a:t>
            </a:r>
            <a:endParaRPr dirty="0"/>
          </a:p>
        </p:txBody>
      </p:sp>
      <p:sp>
        <p:nvSpPr>
          <p:cNvPr id="1716" name="Google Shape;1716;p51"/>
          <p:cNvSpPr txBox="1">
            <a:spLocks noGrp="1"/>
          </p:cNvSpPr>
          <p:nvPr>
            <p:ph type="subTitle" idx="6"/>
          </p:nvPr>
        </p:nvSpPr>
        <p:spPr>
          <a:xfrm>
            <a:off x="511629" y="1123010"/>
            <a:ext cx="3947636" cy="975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sz="1100" b="1" dirty="0"/>
              <a:t>Problema a Resolver</a:t>
            </a:r>
            <a:r>
              <a:rPr lang="es-MX" sz="1100" dirty="0"/>
              <a:t>: Identifica las dificultades del cliente.</a:t>
            </a:r>
          </a:p>
          <a:p>
            <a:pPr marL="0" lvl="0" indent="0"/>
            <a:r>
              <a:rPr lang="es-MX" sz="1100" b="1" dirty="0"/>
              <a:t>Beneficios Ofrecidos: </a:t>
            </a:r>
            <a:r>
              <a:rPr lang="es-MX" sz="1100" dirty="0"/>
              <a:t>Ventajas y valor del producto/servicio.</a:t>
            </a:r>
          </a:p>
          <a:p>
            <a:pPr marL="0" lvl="0" indent="0"/>
            <a:r>
              <a:rPr lang="es-MX" sz="1100" b="1" dirty="0"/>
              <a:t>Diferenciación:</a:t>
            </a:r>
            <a:r>
              <a:rPr lang="es-MX" sz="1100" dirty="0"/>
              <a:t> Razones para elegir nuestra oferta frente a la competencia.</a:t>
            </a:r>
            <a:endParaRPr sz="11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/>
          </a:p>
        </p:txBody>
      </p:sp>
      <p:sp>
        <p:nvSpPr>
          <p:cNvPr id="1717" name="Google Shape;1717;p51"/>
          <p:cNvSpPr txBox="1">
            <a:spLocks noGrp="1"/>
          </p:cNvSpPr>
          <p:nvPr>
            <p:ph type="title" idx="7"/>
          </p:nvPr>
        </p:nvSpPr>
        <p:spPr>
          <a:xfrm>
            <a:off x="4944744" y="103993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 algn="l"/>
            <a:r>
              <a:rPr lang="en-GB" dirty="0"/>
              <a:t>Canales</a:t>
            </a:r>
            <a:endParaRPr dirty="0"/>
          </a:p>
        </p:txBody>
      </p:sp>
      <p:sp>
        <p:nvSpPr>
          <p:cNvPr id="1718" name="Google Shape;1718;p51"/>
          <p:cNvSpPr txBox="1">
            <a:spLocks noGrp="1"/>
          </p:cNvSpPr>
          <p:nvPr>
            <p:ph type="subTitle" idx="8"/>
          </p:nvPr>
        </p:nvSpPr>
        <p:spPr>
          <a:xfrm>
            <a:off x="4684715" y="1397456"/>
            <a:ext cx="3969427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SzPts val="1100"/>
            </a:pPr>
            <a:r>
              <a:rPr lang="es-CL" sz="1100" b="1" dirty="0"/>
              <a:t>Propios</a:t>
            </a:r>
            <a:r>
              <a:rPr lang="es-CL" sz="1100" dirty="0"/>
              <a:t>: Tiendas físicas, sitio web, aplicaciones.</a:t>
            </a:r>
          </a:p>
          <a:p>
            <a:pPr marL="0" lvl="0" indent="0" algn="l">
              <a:buSzPts val="1100"/>
            </a:pPr>
            <a:r>
              <a:rPr lang="es-CL" sz="1100" b="1" dirty="0"/>
              <a:t>De Socios</a:t>
            </a:r>
            <a:r>
              <a:rPr lang="es-CL" sz="1100" dirty="0"/>
              <a:t>: Distribuidores, minoristas, plataformas online.</a:t>
            </a:r>
            <a:endParaRPr sz="1100" dirty="0"/>
          </a:p>
        </p:txBody>
      </p:sp>
      <p:grpSp>
        <p:nvGrpSpPr>
          <p:cNvPr id="1719" name="Google Shape;1719;p51"/>
          <p:cNvGrpSpPr/>
          <p:nvPr/>
        </p:nvGrpSpPr>
        <p:grpSpPr>
          <a:xfrm rot="10800000">
            <a:off x="7770520" y="4768074"/>
            <a:ext cx="279251" cy="280502"/>
            <a:chOff x="2600586" y="-790575"/>
            <a:chExt cx="279251" cy="280502"/>
          </a:xfrm>
        </p:grpSpPr>
        <p:sp>
          <p:nvSpPr>
            <p:cNvPr id="1720" name="Google Shape;1720;p51"/>
            <p:cNvSpPr/>
            <p:nvPr/>
          </p:nvSpPr>
          <p:spPr>
            <a:xfrm>
              <a:off x="2733301" y="-7905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1"/>
            <p:cNvSpPr/>
            <p:nvPr/>
          </p:nvSpPr>
          <p:spPr>
            <a:xfrm>
              <a:off x="2733301" y="-601547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1"/>
            <p:cNvSpPr/>
            <p:nvPr/>
          </p:nvSpPr>
          <p:spPr>
            <a:xfrm>
              <a:off x="2789679" y="-659127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1"/>
            <p:cNvSpPr/>
            <p:nvPr/>
          </p:nvSpPr>
          <p:spPr>
            <a:xfrm>
              <a:off x="2600586" y="-659127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4" name="Google Shape;1724;p51"/>
          <p:cNvGrpSpPr/>
          <p:nvPr/>
        </p:nvGrpSpPr>
        <p:grpSpPr>
          <a:xfrm rot="10800000">
            <a:off x="4459267" y="4768073"/>
            <a:ext cx="225449" cy="226452"/>
            <a:chOff x="2600577" y="-942975"/>
            <a:chExt cx="225449" cy="226452"/>
          </a:xfrm>
        </p:grpSpPr>
        <p:sp>
          <p:nvSpPr>
            <p:cNvPr id="1725" name="Google Shape;1725;p51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1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1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1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9" name="Google Shape;1729;p51"/>
          <p:cNvGrpSpPr/>
          <p:nvPr/>
        </p:nvGrpSpPr>
        <p:grpSpPr>
          <a:xfrm>
            <a:off x="7707031" y="237661"/>
            <a:ext cx="179826" cy="180626"/>
            <a:chOff x="772452" y="98699"/>
            <a:chExt cx="179826" cy="180626"/>
          </a:xfrm>
        </p:grpSpPr>
        <p:sp>
          <p:nvSpPr>
            <p:cNvPr id="1730" name="Google Shape;1730;p51"/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1"/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1"/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1"/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4" name="Google Shape;1734;p51"/>
          <p:cNvGrpSpPr/>
          <p:nvPr/>
        </p:nvGrpSpPr>
        <p:grpSpPr>
          <a:xfrm>
            <a:off x="8809284" y="1037468"/>
            <a:ext cx="219461" cy="220453"/>
            <a:chOff x="772462" y="98696"/>
            <a:chExt cx="219461" cy="220453"/>
          </a:xfrm>
        </p:grpSpPr>
        <p:sp>
          <p:nvSpPr>
            <p:cNvPr id="1735" name="Google Shape;1735;p51"/>
            <p:cNvSpPr/>
            <p:nvPr/>
          </p:nvSpPr>
          <p:spPr>
            <a:xfrm>
              <a:off x="876762" y="98696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1"/>
            <p:cNvSpPr/>
            <p:nvPr/>
          </p:nvSpPr>
          <p:spPr>
            <a:xfrm>
              <a:off x="876762" y="247258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1"/>
            <p:cNvSpPr/>
            <p:nvPr/>
          </p:nvSpPr>
          <p:spPr>
            <a:xfrm>
              <a:off x="921070" y="202004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1"/>
            <p:cNvSpPr/>
            <p:nvPr/>
          </p:nvSpPr>
          <p:spPr>
            <a:xfrm>
              <a:off x="772462" y="202004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51"/>
          <p:cNvGrpSpPr/>
          <p:nvPr/>
        </p:nvGrpSpPr>
        <p:grpSpPr>
          <a:xfrm>
            <a:off x="793177" y="195562"/>
            <a:ext cx="217525" cy="218499"/>
            <a:chOff x="-1723348" y="4595850"/>
            <a:chExt cx="217525" cy="218499"/>
          </a:xfrm>
        </p:grpSpPr>
        <p:sp>
          <p:nvSpPr>
            <p:cNvPr id="1740" name="Google Shape;1740;p51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1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1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1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4" name="Google Shape;1744;p51"/>
          <p:cNvGrpSpPr/>
          <p:nvPr/>
        </p:nvGrpSpPr>
        <p:grpSpPr>
          <a:xfrm>
            <a:off x="139513" y="736287"/>
            <a:ext cx="180859" cy="180123"/>
            <a:chOff x="6034925" y="548950"/>
            <a:chExt cx="180859" cy="180123"/>
          </a:xfrm>
        </p:grpSpPr>
        <p:sp>
          <p:nvSpPr>
            <p:cNvPr id="1745" name="Google Shape;1745;p51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1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1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1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790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CL" dirty="0">
                <a:solidFill>
                  <a:schemeClr val="lt2"/>
                </a:solidFill>
              </a:rPr>
              <a:t>Business</a:t>
            </a:r>
            <a:r>
              <a:rPr lang="es-CL" dirty="0"/>
              <a:t> </a:t>
            </a:r>
            <a:r>
              <a:rPr lang="es-CL" dirty="0" err="1"/>
              <a:t>Model</a:t>
            </a:r>
            <a:r>
              <a:rPr lang="es-CL" dirty="0"/>
              <a:t> </a:t>
            </a:r>
            <a:r>
              <a:rPr lang="es-CL" dirty="0" err="1">
                <a:solidFill>
                  <a:schemeClr val="lt2"/>
                </a:solidFill>
              </a:rPr>
              <a:t>Canvas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F67E3568-9E15-EEE0-35CD-C61259FBCC68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6FB19CC6-66A9-E42B-6231-88A32442FF0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CD647C9C-119A-E17A-C9F9-9A3DC09AAF5C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9E9DAE13-7DFB-5894-E5E6-AA2AE91D3BB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51"/>
          <p:cNvSpPr txBox="1">
            <a:spLocks noGrp="1"/>
          </p:cNvSpPr>
          <p:nvPr>
            <p:ph type="title" idx="2"/>
          </p:nvPr>
        </p:nvSpPr>
        <p:spPr>
          <a:xfrm>
            <a:off x="720000" y="2571750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dirty="0"/>
              <a:t>Recursos Claves</a:t>
            </a:r>
            <a:endParaRPr dirty="0"/>
          </a:p>
        </p:txBody>
      </p:sp>
      <p:sp>
        <p:nvSpPr>
          <p:cNvPr id="1712" name="Google Shape;1712;p51"/>
          <p:cNvSpPr txBox="1">
            <a:spLocks noGrp="1"/>
          </p:cNvSpPr>
          <p:nvPr>
            <p:ph type="subTitle" idx="1"/>
          </p:nvPr>
        </p:nvSpPr>
        <p:spPr>
          <a:xfrm>
            <a:off x="511629" y="2909627"/>
            <a:ext cx="3947636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s-MX" sz="1100" b="1" dirty="0"/>
              <a:t>Físicos: </a:t>
            </a:r>
            <a:r>
              <a:rPr lang="es-MX" sz="1100" dirty="0"/>
              <a:t>Infraestructura, maquinaria, equipos.</a:t>
            </a:r>
          </a:p>
          <a:p>
            <a:pPr marL="0" lvl="0" indent="0">
              <a:buSzPts val="1100"/>
            </a:pPr>
            <a:r>
              <a:rPr lang="es-MX" sz="1100" b="1" dirty="0"/>
              <a:t>Intelectuales: </a:t>
            </a:r>
            <a:r>
              <a:rPr lang="es-MX" sz="1100" dirty="0"/>
              <a:t>Propiedad intelectual, marcas, datos.</a:t>
            </a:r>
          </a:p>
          <a:p>
            <a:pPr marL="0" lvl="0" indent="0">
              <a:buSzPts val="1100"/>
            </a:pPr>
            <a:r>
              <a:rPr lang="es-MX" sz="1100" b="1" dirty="0"/>
              <a:t>Humanos: </a:t>
            </a:r>
            <a:r>
              <a:rPr lang="es-MX" sz="1100" dirty="0"/>
              <a:t>Personal y habilidades del equipo.</a:t>
            </a:r>
          </a:p>
          <a:p>
            <a:pPr marL="0" lvl="0" indent="0">
              <a:buSzPts val="1100"/>
            </a:pPr>
            <a:r>
              <a:rPr lang="es-MX" sz="1100" b="1" dirty="0"/>
              <a:t>Financieros: </a:t>
            </a:r>
            <a:r>
              <a:rPr lang="es-MX" sz="1100" dirty="0"/>
              <a:t>Capital e inversiones.</a:t>
            </a:r>
            <a:endParaRPr sz="1100" dirty="0"/>
          </a:p>
        </p:txBody>
      </p:sp>
      <p:sp>
        <p:nvSpPr>
          <p:cNvPr id="1713" name="Google Shape;1713;p51"/>
          <p:cNvSpPr txBox="1">
            <a:spLocks noGrp="1"/>
          </p:cNvSpPr>
          <p:nvPr>
            <p:ph type="title" idx="3"/>
          </p:nvPr>
        </p:nvSpPr>
        <p:spPr>
          <a:xfrm>
            <a:off x="4944744" y="2601734"/>
            <a:ext cx="2458629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GB" dirty="0" err="1"/>
              <a:t>Flujos</a:t>
            </a:r>
            <a:r>
              <a:rPr lang="en-GB" dirty="0"/>
              <a:t> de </a:t>
            </a:r>
            <a:r>
              <a:rPr lang="en-GB" dirty="0" err="1"/>
              <a:t>Ingresos</a:t>
            </a:r>
            <a:endParaRPr dirty="0"/>
          </a:p>
        </p:txBody>
      </p:sp>
      <p:sp>
        <p:nvSpPr>
          <p:cNvPr id="1714" name="Google Shape;1714;p51"/>
          <p:cNvSpPr txBox="1">
            <a:spLocks noGrp="1"/>
          </p:cNvSpPr>
          <p:nvPr>
            <p:ph type="subTitle" idx="4"/>
          </p:nvPr>
        </p:nvSpPr>
        <p:spPr>
          <a:xfrm>
            <a:off x="4684715" y="2956079"/>
            <a:ext cx="3969427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SzPts val="1100"/>
            </a:pPr>
            <a:r>
              <a:rPr lang="es-MX" sz="1100" b="1" dirty="0"/>
              <a:t>Ventas de Productos: </a:t>
            </a:r>
            <a:r>
              <a:rPr lang="es-MX" sz="1100" dirty="0"/>
              <a:t>Ingresos por venta directa.</a:t>
            </a:r>
          </a:p>
          <a:p>
            <a:pPr marL="0" lvl="0" indent="0" algn="l">
              <a:buSzPts val="1100"/>
            </a:pPr>
            <a:r>
              <a:rPr lang="es-MX" sz="1100" b="1" dirty="0"/>
              <a:t>Servicios: </a:t>
            </a:r>
            <a:r>
              <a:rPr lang="es-MX" sz="1100" dirty="0"/>
              <a:t>Honorarios por servicios prestados.</a:t>
            </a:r>
          </a:p>
          <a:p>
            <a:pPr marL="0" lvl="0" indent="0" algn="l">
              <a:buSzPts val="1100"/>
            </a:pPr>
            <a:r>
              <a:rPr lang="es-MX" sz="1100" b="1" dirty="0"/>
              <a:t>Suscripciones: </a:t>
            </a:r>
            <a:r>
              <a:rPr lang="es-MX" sz="1100" dirty="0"/>
              <a:t>Pagos recurrentes por acceso a productos o servicios.</a:t>
            </a:r>
          </a:p>
          <a:p>
            <a:pPr marL="0" lvl="0" indent="0" algn="l">
              <a:buSzPts val="1100"/>
            </a:pPr>
            <a:r>
              <a:rPr lang="es-MX" sz="1100" b="1" dirty="0"/>
              <a:t>Licencias: </a:t>
            </a:r>
            <a:r>
              <a:rPr lang="es-MX" sz="1100" dirty="0"/>
              <a:t>Ingresos por uso de propiedad intelectual.</a:t>
            </a:r>
          </a:p>
          <a:p>
            <a:pPr marL="0" lvl="0" indent="0" algn="l">
              <a:buSzPts val="1100"/>
            </a:pPr>
            <a:r>
              <a:rPr lang="es-MX" sz="1100" b="1" dirty="0"/>
              <a:t>Publicidad: </a:t>
            </a:r>
            <a:r>
              <a:rPr lang="es-MX" sz="1100" dirty="0"/>
              <a:t>Ingresos por espacios publicitarios.</a:t>
            </a:r>
          </a:p>
        </p:txBody>
      </p:sp>
      <p:sp>
        <p:nvSpPr>
          <p:cNvPr id="1715" name="Google Shape;1715;p51"/>
          <p:cNvSpPr txBox="1">
            <a:spLocks noGrp="1"/>
          </p:cNvSpPr>
          <p:nvPr>
            <p:ph type="title" idx="5"/>
          </p:nvPr>
        </p:nvSpPr>
        <p:spPr>
          <a:xfrm>
            <a:off x="720000" y="103993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dirty="0"/>
              <a:t>Actividades claves</a:t>
            </a:r>
            <a:endParaRPr dirty="0"/>
          </a:p>
        </p:txBody>
      </p:sp>
      <p:sp>
        <p:nvSpPr>
          <p:cNvPr id="1716" name="Google Shape;1716;p51"/>
          <p:cNvSpPr txBox="1">
            <a:spLocks noGrp="1"/>
          </p:cNvSpPr>
          <p:nvPr>
            <p:ph type="subTitle" idx="6"/>
          </p:nvPr>
        </p:nvSpPr>
        <p:spPr>
          <a:xfrm>
            <a:off x="511629" y="1397456"/>
            <a:ext cx="3947636" cy="12465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sz="1100" b="1" dirty="0"/>
              <a:t>Producción: </a:t>
            </a:r>
            <a:r>
              <a:rPr lang="es-MX" sz="1100" dirty="0"/>
              <a:t>Creación de productos o servicios.</a:t>
            </a:r>
          </a:p>
          <a:p>
            <a:pPr marL="0" lvl="0" indent="0"/>
            <a:r>
              <a:rPr lang="es-MX" sz="1100" b="1" dirty="0"/>
              <a:t>Resolución de Problemas: </a:t>
            </a:r>
            <a:r>
              <a:rPr lang="es-MX" sz="1100" dirty="0"/>
              <a:t>Brindar soluciones a los clientes.</a:t>
            </a:r>
          </a:p>
          <a:p>
            <a:pPr marL="0" lvl="0" indent="0"/>
            <a:r>
              <a:rPr lang="es-MX" sz="1100" b="1" dirty="0"/>
              <a:t>Plataforma/red: </a:t>
            </a:r>
            <a:r>
              <a:rPr lang="es-MX" sz="1100" dirty="0"/>
              <a:t>Gestión de plataformas o redes. </a:t>
            </a:r>
            <a:endParaRPr sz="11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/>
          </a:p>
        </p:txBody>
      </p:sp>
      <p:sp>
        <p:nvSpPr>
          <p:cNvPr id="1717" name="Google Shape;1717;p51"/>
          <p:cNvSpPr txBox="1">
            <a:spLocks noGrp="1"/>
          </p:cNvSpPr>
          <p:nvPr>
            <p:ph type="title" idx="7"/>
          </p:nvPr>
        </p:nvSpPr>
        <p:spPr>
          <a:xfrm>
            <a:off x="4944744" y="1039935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 algn="l"/>
            <a:r>
              <a:rPr lang="en-GB" dirty="0" err="1"/>
              <a:t>Aliados</a:t>
            </a:r>
            <a:r>
              <a:rPr lang="en-GB" dirty="0"/>
              <a:t> Claves</a:t>
            </a:r>
            <a:endParaRPr dirty="0"/>
          </a:p>
        </p:txBody>
      </p:sp>
      <p:sp>
        <p:nvSpPr>
          <p:cNvPr id="1718" name="Google Shape;1718;p51"/>
          <p:cNvSpPr txBox="1">
            <a:spLocks noGrp="1"/>
          </p:cNvSpPr>
          <p:nvPr>
            <p:ph type="subTitle" idx="8"/>
          </p:nvPr>
        </p:nvSpPr>
        <p:spPr>
          <a:xfrm>
            <a:off x="4684715" y="1397456"/>
            <a:ext cx="3969427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SzPts val="1100"/>
            </a:pPr>
            <a:r>
              <a:rPr lang="es-MX" sz="1100" b="1" dirty="0"/>
              <a:t>Proveedores: </a:t>
            </a:r>
            <a:r>
              <a:rPr lang="es-MX" sz="1100" dirty="0"/>
              <a:t>Fuentes de materiales y servicios.</a:t>
            </a:r>
          </a:p>
          <a:p>
            <a:pPr marL="0" lvl="0" indent="0" algn="l">
              <a:buSzPts val="1100"/>
            </a:pPr>
            <a:r>
              <a:rPr lang="es-MX" sz="1100" b="1" dirty="0"/>
              <a:t>Socios Estratégicos: </a:t>
            </a:r>
            <a:r>
              <a:rPr lang="es-MX" sz="1100" dirty="0"/>
              <a:t>Colaboraciones para valor compartido.</a:t>
            </a:r>
          </a:p>
          <a:p>
            <a:pPr marL="0" lvl="0" indent="0" algn="l">
              <a:buSzPts val="1100"/>
            </a:pPr>
            <a:r>
              <a:rPr lang="es-MX" sz="1100" b="1" dirty="0"/>
              <a:t>Competidores: </a:t>
            </a:r>
            <a:r>
              <a:rPr lang="es-MX" sz="1100" dirty="0"/>
              <a:t>Alianzas en áreas específicas para enfrentar desafíos comunes.</a:t>
            </a:r>
            <a:endParaRPr sz="1100" dirty="0"/>
          </a:p>
        </p:txBody>
      </p:sp>
      <p:grpSp>
        <p:nvGrpSpPr>
          <p:cNvPr id="1719" name="Google Shape;1719;p51"/>
          <p:cNvGrpSpPr/>
          <p:nvPr/>
        </p:nvGrpSpPr>
        <p:grpSpPr>
          <a:xfrm rot="10800000">
            <a:off x="7770520" y="4768074"/>
            <a:ext cx="279251" cy="280502"/>
            <a:chOff x="2600586" y="-790575"/>
            <a:chExt cx="279251" cy="280502"/>
          </a:xfrm>
        </p:grpSpPr>
        <p:sp>
          <p:nvSpPr>
            <p:cNvPr id="1720" name="Google Shape;1720;p51"/>
            <p:cNvSpPr/>
            <p:nvPr/>
          </p:nvSpPr>
          <p:spPr>
            <a:xfrm>
              <a:off x="2733301" y="-7905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1"/>
            <p:cNvSpPr/>
            <p:nvPr/>
          </p:nvSpPr>
          <p:spPr>
            <a:xfrm>
              <a:off x="2733301" y="-601547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1"/>
            <p:cNvSpPr/>
            <p:nvPr/>
          </p:nvSpPr>
          <p:spPr>
            <a:xfrm>
              <a:off x="2789679" y="-659127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1"/>
            <p:cNvSpPr/>
            <p:nvPr/>
          </p:nvSpPr>
          <p:spPr>
            <a:xfrm>
              <a:off x="2600586" y="-659127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4" name="Google Shape;1724;p51"/>
          <p:cNvGrpSpPr/>
          <p:nvPr/>
        </p:nvGrpSpPr>
        <p:grpSpPr>
          <a:xfrm rot="10800000">
            <a:off x="4459267" y="4768073"/>
            <a:ext cx="225449" cy="226452"/>
            <a:chOff x="2600577" y="-942975"/>
            <a:chExt cx="225449" cy="226452"/>
          </a:xfrm>
        </p:grpSpPr>
        <p:sp>
          <p:nvSpPr>
            <p:cNvPr id="1725" name="Google Shape;1725;p51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1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1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1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9" name="Google Shape;1729;p51"/>
          <p:cNvGrpSpPr/>
          <p:nvPr/>
        </p:nvGrpSpPr>
        <p:grpSpPr>
          <a:xfrm>
            <a:off x="7707031" y="237661"/>
            <a:ext cx="179826" cy="180626"/>
            <a:chOff x="772452" y="98699"/>
            <a:chExt cx="179826" cy="180626"/>
          </a:xfrm>
        </p:grpSpPr>
        <p:sp>
          <p:nvSpPr>
            <p:cNvPr id="1730" name="Google Shape;1730;p51"/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1"/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1"/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1"/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4" name="Google Shape;1734;p51"/>
          <p:cNvGrpSpPr/>
          <p:nvPr/>
        </p:nvGrpSpPr>
        <p:grpSpPr>
          <a:xfrm>
            <a:off x="8809284" y="1037468"/>
            <a:ext cx="219461" cy="220453"/>
            <a:chOff x="772462" y="98696"/>
            <a:chExt cx="219461" cy="220453"/>
          </a:xfrm>
        </p:grpSpPr>
        <p:sp>
          <p:nvSpPr>
            <p:cNvPr id="1735" name="Google Shape;1735;p51"/>
            <p:cNvSpPr/>
            <p:nvPr/>
          </p:nvSpPr>
          <p:spPr>
            <a:xfrm>
              <a:off x="876762" y="98696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1"/>
            <p:cNvSpPr/>
            <p:nvPr/>
          </p:nvSpPr>
          <p:spPr>
            <a:xfrm>
              <a:off x="876762" y="247258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1"/>
            <p:cNvSpPr/>
            <p:nvPr/>
          </p:nvSpPr>
          <p:spPr>
            <a:xfrm>
              <a:off x="921070" y="202004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1"/>
            <p:cNvSpPr/>
            <p:nvPr/>
          </p:nvSpPr>
          <p:spPr>
            <a:xfrm>
              <a:off x="772462" y="202004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51"/>
          <p:cNvGrpSpPr/>
          <p:nvPr/>
        </p:nvGrpSpPr>
        <p:grpSpPr>
          <a:xfrm>
            <a:off x="793177" y="195562"/>
            <a:ext cx="217525" cy="218499"/>
            <a:chOff x="-1723348" y="4595850"/>
            <a:chExt cx="217525" cy="218499"/>
          </a:xfrm>
        </p:grpSpPr>
        <p:sp>
          <p:nvSpPr>
            <p:cNvPr id="1740" name="Google Shape;1740;p51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1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1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1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4" name="Google Shape;1744;p51"/>
          <p:cNvGrpSpPr/>
          <p:nvPr/>
        </p:nvGrpSpPr>
        <p:grpSpPr>
          <a:xfrm>
            <a:off x="139513" y="736287"/>
            <a:ext cx="180859" cy="180123"/>
            <a:chOff x="6034925" y="548950"/>
            <a:chExt cx="180859" cy="180123"/>
          </a:xfrm>
        </p:grpSpPr>
        <p:sp>
          <p:nvSpPr>
            <p:cNvPr id="1745" name="Google Shape;1745;p51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1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1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1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790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CL" dirty="0">
                <a:solidFill>
                  <a:schemeClr val="lt2"/>
                </a:solidFill>
              </a:rPr>
              <a:t>Business</a:t>
            </a:r>
            <a:r>
              <a:rPr lang="es-CL" dirty="0"/>
              <a:t> </a:t>
            </a:r>
            <a:r>
              <a:rPr lang="es-CL" dirty="0" err="1"/>
              <a:t>Model</a:t>
            </a:r>
            <a:r>
              <a:rPr lang="es-CL" dirty="0"/>
              <a:t> </a:t>
            </a:r>
            <a:r>
              <a:rPr lang="es-CL" dirty="0" err="1">
                <a:solidFill>
                  <a:schemeClr val="lt2"/>
                </a:solidFill>
              </a:rPr>
              <a:t>Canvas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6623C31-4F34-DEFF-F8A3-8BAC8BE5B5CD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66E49BA-AD04-65DF-2452-5A267EE2F28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E52A4390-333F-D407-51F3-3657C483A1BD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A019AA6A-7EEB-3F04-5019-EF6FE7CE429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14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51"/>
          <p:cNvSpPr txBox="1">
            <a:spLocks noGrp="1"/>
          </p:cNvSpPr>
          <p:nvPr>
            <p:ph type="title" idx="5"/>
          </p:nvPr>
        </p:nvSpPr>
        <p:spPr>
          <a:xfrm>
            <a:off x="720000" y="1815076"/>
            <a:ext cx="21465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GB" dirty="0"/>
              <a:t>Estructura de </a:t>
            </a:r>
            <a:r>
              <a:rPr lang="en-GB" dirty="0" err="1"/>
              <a:t>Costos</a:t>
            </a:r>
            <a:endParaRPr dirty="0"/>
          </a:p>
        </p:txBody>
      </p:sp>
      <p:sp>
        <p:nvSpPr>
          <p:cNvPr id="1716" name="Google Shape;1716;p51"/>
          <p:cNvSpPr txBox="1">
            <a:spLocks noGrp="1"/>
          </p:cNvSpPr>
          <p:nvPr>
            <p:ph type="subTitle" idx="6"/>
          </p:nvPr>
        </p:nvSpPr>
        <p:spPr>
          <a:xfrm>
            <a:off x="511629" y="2218411"/>
            <a:ext cx="3947636" cy="12465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sz="1100" dirty="0"/>
              <a:t>Gastos y costos necesarios para operar y llevar a cabo el modelo de negocio.</a:t>
            </a:r>
          </a:p>
          <a:p>
            <a:pPr marL="0" lvl="0" indent="0"/>
            <a:r>
              <a:rPr lang="es-MX" sz="1100" b="1" dirty="0"/>
              <a:t>Costos Fijos</a:t>
            </a:r>
            <a:r>
              <a:rPr lang="es-MX" sz="1100" dirty="0"/>
              <a:t>: Gastos constantes (alquiler, sueldos).</a:t>
            </a:r>
          </a:p>
          <a:p>
            <a:pPr marL="0" lvl="0" indent="0"/>
            <a:r>
              <a:rPr lang="es-MX" sz="1100" b="1" dirty="0"/>
              <a:t>Costos Variables</a:t>
            </a:r>
            <a:r>
              <a:rPr lang="es-MX" sz="1100" dirty="0"/>
              <a:t>: Gastos que fluctúan con la producción (materias primas, comisiones).</a:t>
            </a:r>
          </a:p>
          <a:p>
            <a:pPr marL="0" lvl="0" indent="0"/>
            <a:r>
              <a:rPr lang="es-MX" sz="1100" b="1" dirty="0"/>
              <a:t>Costos Mixtos</a:t>
            </a:r>
            <a:r>
              <a:rPr lang="es-MX" sz="1100" dirty="0"/>
              <a:t>: Combinación de costos fijos y variables.</a:t>
            </a:r>
            <a:endParaRPr sz="1100" dirty="0"/>
          </a:p>
        </p:txBody>
      </p:sp>
      <p:grpSp>
        <p:nvGrpSpPr>
          <p:cNvPr id="1719" name="Google Shape;1719;p51"/>
          <p:cNvGrpSpPr/>
          <p:nvPr/>
        </p:nvGrpSpPr>
        <p:grpSpPr>
          <a:xfrm rot="10800000">
            <a:off x="7770520" y="4768074"/>
            <a:ext cx="279251" cy="280502"/>
            <a:chOff x="2600586" y="-790575"/>
            <a:chExt cx="279251" cy="280502"/>
          </a:xfrm>
        </p:grpSpPr>
        <p:sp>
          <p:nvSpPr>
            <p:cNvPr id="1720" name="Google Shape;1720;p51"/>
            <p:cNvSpPr/>
            <p:nvPr/>
          </p:nvSpPr>
          <p:spPr>
            <a:xfrm>
              <a:off x="2733301" y="-7905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1"/>
            <p:cNvSpPr/>
            <p:nvPr/>
          </p:nvSpPr>
          <p:spPr>
            <a:xfrm>
              <a:off x="2733301" y="-601547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1"/>
            <p:cNvSpPr/>
            <p:nvPr/>
          </p:nvSpPr>
          <p:spPr>
            <a:xfrm>
              <a:off x="2789679" y="-659127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1"/>
            <p:cNvSpPr/>
            <p:nvPr/>
          </p:nvSpPr>
          <p:spPr>
            <a:xfrm>
              <a:off x="2600586" y="-659127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4" name="Google Shape;1724;p51"/>
          <p:cNvGrpSpPr/>
          <p:nvPr/>
        </p:nvGrpSpPr>
        <p:grpSpPr>
          <a:xfrm rot="10800000">
            <a:off x="4459267" y="4768073"/>
            <a:ext cx="225449" cy="226452"/>
            <a:chOff x="2600577" y="-942975"/>
            <a:chExt cx="225449" cy="226452"/>
          </a:xfrm>
        </p:grpSpPr>
        <p:sp>
          <p:nvSpPr>
            <p:cNvPr id="1725" name="Google Shape;1725;p51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1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1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1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9" name="Google Shape;1729;p51"/>
          <p:cNvGrpSpPr/>
          <p:nvPr/>
        </p:nvGrpSpPr>
        <p:grpSpPr>
          <a:xfrm>
            <a:off x="7707031" y="237661"/>
            <a:ext cx="179826" cy="180626"/>
            <a:chOff x="772452" y="98699"/>
            <a:chExt cx="179826" cy="180626"/>
          </a:xfrm>
        </p:grpSpPr>
        <p:sp>
          <p:nvSpPr>
            <p:cNvPr id="1730" name="Google Shape;1730;p51"/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1"/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1"/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1"/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4" name="Google Shape;1734;p51"/>
          <p:cNvGrpSpPr/>
          <p:nvPr/>
        </p:nvGrpSpPr>
        <p:grpSpPr>
          <a:xfrm>
            <a:off x="8809284" y="1037468"/>
            <a:ext cx="219461" cy="220453"/>
            <a:chOff x="772462" y="98696"/>
            <a:chExt cx="219461" cy="220453"/>
          </a:xfrm>
        </p:grpSpPr>
        <p:sp>
          <p:nvSpPr>
            <p:cNvPr id="1735" name="Google Shape;1735;p51"/>
            <p:cNvSpPr/>
            <p:nvPr/>
          </p:nvSpPr>
          <p:spPr>
            <a:xfrm>
              <a:off x="876762" y="98696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1"/>
            <p:cNvSpPr/>
            <p:nvPr/>
          </p:nvSpPr>
          <p:spPr>
            <a:xfrm>
              <a:off x="876762" y="247258"/>
              <a:ext cx="11854" cy="71891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1"/>
            <p:cNvSpPr/>
            <p:nvPr/>
          </p:nvSpPr>
          <p:spPr>
            <a:xfrm>
              <a:off x="921070" y="202004"/>
              <a:ext cx="70854" cy="12846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1"/>
            <p:cNvSpPr/>
            <p:nvPr/>
          </p:nvSpPr>
          <p:spPr>
            <a:xfrm>
              <a:off x="772462" y="202004"/>
              <a:ext cx="70899" cy="12846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51"/>
          <p:cNvGrpSpPr/>
          <p:nvPr/>
        </p:nvGrpSpPr>
        <p:grpSpPr>
          <a:xfrm>
            <a:off x="793177" y="195562"/>
            <a:ext cx="217525" cy="218499"/>
            <a:chOff x="-1723348" y="4595850"/>
            <a:chExt cx="217525" cy="218499"/>
          </a:xfrm>
        </p:grpSpPr>
        <p:sp>
          <p:nvSpPr>
            <p:cNvPr id="1740" name="Google Shape;1740;p51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1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1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1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4" name="Google Shape;1744;p51"/>
          <p:cNvGrpSpPr/>
          <p:nvPr/>
        </p:nvGrpSpPr>
        <p:grpSpPr>
          <a:xfrm>
            <a:off x="139513" y="736287"/>
            <a:ext cx="180859" cy="180123"/>
            <a:chOff x="6034925" y="548950"/>
            <a:chExt cx="180859" cy="180123"/>
          </a:xfrm>
        </p:grpSpPr>
        <p:sp>
          <p:nvSpPr>
            <p:cNvPr id="1745" name="Google Shape;1745;p51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1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1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1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790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CL" dirty="0">
                <a:solidFill>
                  <a:schemeClr val="lt2"/>
                </a:solidFill>
              </a:rPr>
              <a:t>Business</a:t>
            </a:r>
            <a:r>
              <a:rPr lang="es-CL" dirty="0"/>
              <a:t> </a:t>
            </a:r>
            <a:r>
              <a:rPr lang="es-CL" dirty="0" err="1"/>
              <a:t>Model</a:t>
            </a:r>
            <a:r>
              <a:rPr lang="es-CL" dirty="0"/>
              <a:t> </a:t>
            </a:r>
            <a:r>
              <a:rPr lang="es-CL" dirty="0" err="1">
                <a:solidFill>
                  <a:schemeClr val="lt2"/>
                </a:solidFill>
              </a:rPr>
              <a:t>Canvas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680C6334-AECA-F5FC-D374-4A7087774645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1F9A883B-ABE0-08F0-81B6-D592D1378B73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5655E6CC-8E6C-0FED-3B87-8AECB0AD84C3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BB78CAE3-B839-5478-8B55-621A5946F4A7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oogle Shape;2382;p64">
            <a:extLst>
              <a:ext uri="{FF2B5EF4-FFF2-40B4-BE49-F238E27FC236}">
                <a16:creationId xmlns:a16="http://schemas.microsoft.com/office/drawing/2014/main" id="{F627E348-71C2-BE5E-EB3E-A267D2E03B5E}"/>
              </a:ext>
            </a:extLst>
          </p:cNvPr>
          <p:cNvGrpSpPr/>
          <p:nvPr/>
        </p:nvGrpSpPr>
        <p:grpSpPr>
          <a:xfrm>
            <a:off x="5652127" y="989932"/>
            <a:ext cx="2974621" cy="3568790"/>
            <a:chOff x="1494198" y="1732815"/>
            <a:chExt cx="2364000" cy="2836200"/>
          </a:xfrm>
        </p:grpSpPr>
        <p:sp>
          <p:nvSpPr>
            <p:cNvPr id="8" name="Google Shape;2383;p64">
              <a:extLst>
                <a:ext uri="{FF2B5EF4-FFF2-40B4-BE49-F238E27FC236}">
                  <a16:creationId xmlns:a16="http://schemas.microsoft.com/office/drawing/2014/main" id="{56D81F8F-31BF-1E46-981E-BFC5E1BCEB14}"/>
                </a:ext>
              </a:extLst>
            </p:cNvPr>
            <p:cNvSpPr/>
            <p:nvPr/>
          </p:nvSpPr>
          <p:spPr>
            <a:xfrm flipH="1">
              <a:off x="1494198" y="1732815"/>
              <a:ext cx="2364000" cy="2836200"/>
            </a:xfrm>
            <a:prstGeom prst="roundRect">
              <a:avLst>
                <a:gd name="adj" fmla="val 484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384;p64">
              <a:extLst>
                <a:ext uri="{FF2B5EF4-FFF2-40B4-BE49-F238E27FC236}">
                  <a16:creationId xmlns:a16="http://schemas.microsoft.com/office/drawing/2014/main" id="{43023D69-A44F-9166-AD7F-0A5D8A8FFEEA}"/>
                </a:ext>
              </a:extLst>
            </p:cNvPr>
            <p:cNvSpPr/>
            <p:nvPr/>
          </p:nvSpPr>
          <p:spPr>
            <a:xfrm>
              <a:off x="2570963" y="4282375"/>
              <a:ext cx="208200" cy="2082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Google Shape;2385;p64">
            <a:extLst>
              <a:ext uri="{FF2B5EF4-FFF2-40B4-BE49-F238E27FC236}">
                <a16:creationId xmlns:a16="http://schemas.microsoft.com/office/drawing/2014/main" id="{5A1305D8-D103-6044-8FAE-BE2493A644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97" t="1021" r="797" b="7770"/>
          <a:stretch/>
        </p:blipFill>
        <p:spPr>
          <a:xfrm>
            <a:off x="5868037" y="1153907"/>
            <a:ext cx="2542800" cy="2906400"/>
          </a:xfrm>
          <a:prstGeom prst="roundRect">
            <a:avLst>
              <a:gd name="adj" fmla="val 127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038" y="1153623"/>
            <a:ext cx="2542800" cy="29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2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1"/>
          <p:cNvSpPr/>
          <p:nvPr/>
        </p:nvSpPr>
        <p:spPr>
          <a:xfrm>
            <a:off x="6660425" y="463075"/>
            <a:ext cx="1148250" cy="1089950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2" name="Google Shape;1122;p41"/>
          <p:cNvGrpSpPr/>
          <p:nvPr/>
        </p:nvGrpSpPr>
        <p:grpSpPr>
          <a:xfrm>
            <a:off x="5357715" y="555050"/>
            <a:ext cx="243082" cy="242093"/>
            <a:chOff x="6547165" y="297900"/>
            <a:chExt cx="243082" cy="242093"/>
          </a:xfrm>
        </p:grpSpPr>
        <p:sp>
          <p:nvSpPr>
            <p:cNvPr id="1123" name="Google Shape;1123;p41"/>
            <p:cNvSpPr/>
            <p:nvPr/>
          </p:nvSpPr>
          <p:spPr>
            <a:xfrm>
              <a:off x="6661093" y="297900"/>
              <a:ext cx="13765" cy="79061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1"/>
            <p:cNvSpPr/>
            <p:nvPr/>
          </p:nvSpPr>
          <p:spPr>
            <a:xfrm>
              <a:off x="6661093" y="461404"/>
              <a:ext cx="13765" cy="78589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1"/>
            <p:cNvSpPr/>
            <p:nvPr/>
          </p:nvSpPr>
          <p:spPr>
            <a:xfrm>
              <a:off x="6711163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1"/>
            <p:cNvSpPr/>
            <p:nvPr/>
          </p:nvSpPr>
          <p:spPr>
            <a:xfrm>
              <a:off x="6547165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7" name="Google Shape;1127;p41"/>
          <p:cNvGrpSpPr/>
          <p:nvPr/>
        </p:nvGrpSpPr>
        <p:grpSpPr>
          <a:xfrm>
            <a:off x="5490820" y="3136932"/>
            <a:ext cx="259833" cy="260997"/>
            <a:chOff x="6548002" y="3230725"/>
            <a:chExt cx="217525" cy="218499"/>
          </a:xfrm>
        </p:grpSpPr>
        <p:sp>
          <p:nvSpPr>
            <p:cNvPr id="1128" name="Google Shape;1128;p41"/>
            <p:cNvSpPr/>
            <p:nvPr/>
          </p:nvSpPr>
          <p:spPr>
            <a:xfrm>
              <a:off x="6651382" y="3230725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1"/>
            <p:cNvSpPr/>
            <p:nvPr/>
          </p:nvSpPr>
          <p:spPr>
            <a:xfrm>
              <a:off x="6651382" y="3377971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1"/>
            <p:cNvSpPr/>
            <p:nvPr/>
          </p:nvSpPr>
          <p:spPr>
            <a:xfrm>
              <a:off x="6695298" y="3333118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1"/>
            <p:cNvSpPr/>
            <p:nvPr/>
          </p:nvSpPr>
          <p:spPr>
            <a:xfrm>
              <a:off x="6548002" y="3333118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41"/>
          <p:cNvGrpSpPr/>
          <p:nvPr/>
        </p:nvGrpSpPr>
        <p:grpSpPr>
          <a:xfrm>
            <a:off x="4215293" y="4051946"/>
            <a:ext cx="162726" cy="162064"/>
            <a:chOff x="5609968" y="939246"/>
            <a:chExt cx="162726" cy="162064"/>
          </a:xfrm>
        </p:grpSpPr>
        <p:sp>
          <p:nvSpPr>
            <p:cNvPr id="1133" name="Google Shape;1133;p41"/>
            <p:cNvSpPr/>
            <p:nvPr/>
          </p:nvSpPr>
          <p:spPr>
            <a:xfrm>
              <a:off x="5686234" y="939246"/>
              <a:ext cx="9215" cy="52927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1"/>
            <p:cNvSpPr/>
            <p:nvPr/>
          </p:nvSpPr>
          <p:spPr>
            <a:xfrm>
              <a:off x="5686234" y="1048699"/>
              <a:ext cx="9215" cy="52611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1"/>
            <p:cNvSpPr/>
            <p:nvPr/>
          </p:nvSpPr>
          <p:spPr>
            <a:xfrm>
              <a:off x="5719752" y="1015828"/>
              <a:ext cx="52942" cy="9230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1"/>
            <p:cNvSpPr/>
            <p:nvPr/>
          </p:nvSpPr>
          <p:spPr>
            <a:xfrm>
              <a:off x="5609968" y="1015828"/>
              <a:ext cx="52942" cy="9230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41"/>
          <p:cNvGrpSpPr/>
          <p:nvPr/>
        </p:nvGrpSpPr>
        <p:grpSpPr>
          <a:xfrm>
            <a:off x="452340" y="855350"/>
            <a:ext cx="243082" cy="242093"/>
            <a:chOff x="6547165" y="297900"/>
            <a:chExt cx="243082" cy="242093"/>
          </a:xfrm>
        </p:grpSpPr>
        <p:sp>
          <p:nvSpPr>
            <p:cNvPr id="1138" name="Google Shape;1138;p41"/>
            <p:cNvSpPr/>
            <p:nvPr/>
          </p:nvSpPr>
          <p:spPr>
            <a:xfrm>
              <a:off x="6661093" y="297900"/>
              <a:ext cx="13765" cy="79061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1"/>
            <p:cNvSpPr/>
            <p:nvPr/>
          </p:nvSpPr>
          <p:spPr>
            <a:xfrm>
              <a:off x="6661093" y="461404"/>
              <a:ext cx="13765" cy="78589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6711163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1"/>
            <p:cNvSpPr/>
            <p:nvPr/>
          </p:nvSpPr>
          <p:spPr>
            <a:xfrm>
              <a:off x="6547165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2" name="Google Shape;1142;p41"/>
          <p:cNvGrpSpPr/>
          <p:nvPr/>
        </p:nvGrpSpPr>
        <p:grpSpPr>
          <a:xfrm>
            <a:off x="1856045" y="4685507"/>
            <a:ext cx="259833" cy="260997"/>
            <a:chOff x="6548002" y="3230725"/>
            <a:chExt cx="217525" cy="218499"/>
          </a:xfrm>
        </p:grpSpPr>
        <p:sp>
          <p:nvSpPr>
            <p:cNvPr id="1143" name="Google Shape;1143;p41"/>
            <p:cNvSpPr/>
            <p:nvPr/>
          </p:nvSpPr>
          <p:spPr>
            <a:xfrm>
              <a:off x="6651382" y="3230725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651382" y="3377971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695298" y="3333118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548002" y="3333118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7" name="Google Shape;1147;p41"/>
          <p:cNvGrpSpPr/>
          <p:nvPr/>
        </p:nvGrpSpPr>
        <p:grpSpPr>
          <a:xfrm>
            <a:off x="2885202" y="190463"/>
            <a:ext cx="243082" cy="242093"/>
            <a:chOff x="6547165" y="297900"/>
            <a:chExt cx="243082" cy="242093"/>
          </a:xfrm>
        </p:grpSpPr>
        <p:sp>
          <p:nvSpPr>
            <p:cNvPr id="1148" name="Google Shape;1148;p41"/>
            <p:cNvSpPr/>
            <p:nvPr/>
          </p:nvSpPr>
          <p:spPr>
            <a:xfrm>
              <a:off x="6661093" y="297900"/>
              <a:ext cx="13765" cy="79061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661093" y="461404"/>
              <a:ext cx="13765" cy="78589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711163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547165" y="412301"/>
              <a:ext cx="79084" cy="13788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83" y="821026"/>
            <a:ext cx="8089234" cy="3603920"/>
          </a:xfrm>
          <a:prstGeom prst="rect">
            <a:avLst/>
          </a:prstGeom>
        </p:spPr>
      </p:pic>
      <p:sp>
        <p:nvSpPr>
          <p:cNvPr id="38" name="Google Shape;1363;p45"/>
          <p:cNvSpPr txBox="1">
            <a:spLocks noGrp="1"/>
          </p:cNvSpPr>
          <p:nvPr>
            <p:ph type="title"/>
          </p:nvPr>
        </p:nvSpPr>
        <p:spPr>
          <a:xfrm>
            <a:off x="-95621" y="149330"/>
            <a:ext cx="867476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tx1"/>
                </a:solidFill>
              </a:rPr>
              <a:t>Business Model Canvas</a:t>
            </a:r>
            <a:endParaRPr sz="4000" dirty="0">
              <a:solidFill>
                <a:schemeClr val="tx1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241C066C-C4BB-8295-61FA-DE02EEA1BFF4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9EE16C55-6CA4-5856-E9A6-887BD7A2D1A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67B9631B-605E-4273-9DC0-2A2F5B2527CC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8BB63995-7F14-3B4A-64C7-3B2E3C51FFA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43"/>
          <p:cNvGrpSpPr/>
          <p:nvPr/>
        </p:nvGrpSpPr>
        <p:grpSpPr>
          <a:xfrm>
            <a:off x="3717411" y="4208400"/>
            <a:ext cx="279251" cy="280502"/>
            <a:chOff x="3245936" y="3278875"/>
            <a:chExt cx="279251" cy="280502"/>
          </a:xfrm>
        </p:grpSpPr>
        <p:sp>
          <p:nvSpPr>
            <p:cNvPr id="1218" name="Google Shape;1218;p43"/>
            <p:cNvSpPr/>
            <p:nvPr/>
          </p:nvSpPr>
          <p:spPr>
            <a:xfrm>
              <a:off x="3378651" y="32788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3"/>
            <p:cNvSpPr/>
            <p:nvPr/>
          </p:nvSpPr>
          <p:spPr>
            <a:xfrm>
              <a:off x="3378651" y="3467903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3"/>
            <p:cNvSpPr/>
            <p:nvPr/>
          </p:nvSpPr>
          <p:spPr>
            <a:xfrm>
              <a:off x="3435029" y="3410323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3"/>
            <p:cNvSpPr/>
            <p:nvPr/>
          </p:nvSpPr>
          <p:spPr>
            <a:xfrm>
              <a:off x="3245936" y="3410323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43"/>
          <p:cNvGrpSpPr/>
          <p:nvPr/>
        </p:nvGrpSpPr>
        <p:grpSpPr>
          <a:xfrm flipH="1">
            <a:off x="8139423" y="225742"/>
            <a:ext cx="280926" cy="280503"/>
            <a:chOff x="-2832476" y="459025"/>
            <a:chExt cx="279251" cy="280503"/>
          </a:xfrm>
        </p:grpSpPr>
        <p:sp>
          <p:nvSpPr>
            <p:cNvPr id="1223" name="Google Shape;1223;p43"/>
            <p:cNvSpPr/>
            <p:nvPr/>
          </p:nvSpPr>
          <p:spPr>
            <a:xfrm>
              <a:off x="-2699761" y="45902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3"/>
            <p:cNvSpPr/>
            <p:nvPr/>
          </p:nvSpPr>
          <p:spPr>
            <a:xfrm>
              <a:off x="-2699761" y="64805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3"/>
            <p:cNvSpPr/>
            <p:nvPr/>
          </p:nvSpPr>
          <p:spPr>
            <a:xfrm>
              <a:off x="-2643383" y="590474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3"/>
            <p:cNvSpPr/>
            <p:nvPr/>
          </p:nvSpPr>
          <p:spPr>
            <a:xfrm>
              <a:off x="-2832476" y="590474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7" name="Google Shape;1227;p43"/>
          <p:cNvGrpSpPr/>
          <p:nvPr/>
        </p:nvGrpSpPr>
        <p:grpSpPr>
          <a:xfrm>
            <a:off x="3321836" y="975325"/>
            <a:ext cx="279251" cy="280502"/>
            <a:chOff x="3245936" y="3278875"/>
            <a:chExt cx="279251" cy="280502"/>
          </a:xfrm>
        </p:grpSpPr>
        <p:sp>
          <p:nvSpPr>
            <p:cNvPr id="1228" name="Google Shape;1228;p43"/>
            <p:cNvSpPr/>
            <p:nvPr/>
          </p:nvSpPr>
          <p:spPr>
            <a:xfrm>
              <a:off x="3378651" y="3278875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3"/>
            <p:cNvSpPr/>
            <p:nvPr/>
          </p:nvSpPr>
          <p:spPr>
            <a:xfrm>
              <a:off x="3378651" y="3467903"/>
              <a:ext cx="15084" cy="9147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3"/>
            <p:cNvSpPr/>
            <p:nvPr/>
          </p:nvSpPr>
          <p:spPr>
            <a:xfrm>
              <a:off x="3435029" y="3410323"/>
              <a:ext cx="90158" cy="1634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3"/>
            <p:cNvSpPr/>
            <p:nvPr/>
          </p:nvSpPr>
          <p:spPr>
            <a:xfrm>
              <a:off x="3245936" y="3410323"/>
              <a:ext cx="90215" cy="1634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2" name="Google Shape;1232;p43"/>
          <p:cNvGrpSpPr/>
          <p:nvPr/>
        </p:nvGrpSpPr>
        <p:grpSpPr>
          <a:xfrm>
            <a:off x="7600265" y="3309775"/>
            <a:ext cx="217525" cy="218499"/>
            <a:chOff x="-1723348" y="4595850"/>
            <a:chExt cx="217525" cy="218499"/>
          </a:xfrm>
        </p:grpSpPr>
        <p:sp>
          <p:nvSpPr>
            <p:cNvPr id="1233" name="Google Shape;1233;p43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3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3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3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7" name="Google Shape;1237;p43"/>
          <p:cNvGrpSpPr/>
          <p:nvPr/>
        </p:nvGrpSpPr>
        <p:grpSpPr>
          <a:xfrm>
            <a:off x="882650" y="4654588"/>
            <a:ext cx="180859" cy="180123"/>
            <a:chOff x="6034925" y="548950"/>
            <a:chExt cx="180859" cy="180123"/>
          </a:xfrm>
        </p:grpSpPr>
        <p:sp>
          <p:nvSpPr>
            <p:cNvPr id="1238" name="Google Shape;1238;p43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3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3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3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2" name="Google Shape;1242;p43"/>
          <p:cNvGrpSpPr/>
          <p:nvPr/>
        </p:nvGrpSpPr>
        <p:grpSpPr>
          <a:xfrm>
            <a:off x="1283263" y="2329288"/>
            <a:ext cx="180859" cy="180123"/>
            <a:chOff x="6034925" y="548950"/>
            <a:chExt cx="180859" cy="180123"/>
          </a:xfrm>
        </p:grpSpPr>
        <p:sp>
          <p:nvSpPr>
            <p:cNvPr id="1243" name="Google Shape;1243;p43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3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3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3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43"/>
          <p:cNvGrpSpPr/>
          <p:nvPr/>
        </p:nvGrpSpPr>
        <p:grpSpPr>
          <a:xfrm>
            <a:off x="1264915" y="256750"/>
            <a:ext cx="217525" cy="218499"/>
            <a:chOff x="-1723348" y="4595850"/>
            <a:chExt cx="217525" cy="218499"/>
          </a:xfrm>
        </p:grpSpPr>
        <p:sp>
          <p:nvSpPr>
            <p:cNvPr id="1248" name="Google Shape;1248;p43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3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3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3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7BF9314B-BA0E-8FF2-84FC-2F6A8EBF6333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F0365FF1-694E-4E6B-97D0-7D9CD1692213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EC66DA78-C45E-49C8-FEC6-9AF49E061CA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DE295658-5EA2-5E64-10A1-625EA5D2B5B2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4D0A21-F46D-4142-97A8-54450FE12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753" y="271478"/>
            <a:ext cx="5990865" cy="4126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5" name="Google Shape;1795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76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6" name="Google Shape;1796;p52"/>
          <p:cNvGrpSpPr/>
          <p:nvPr/>
        </p:nvGrpSpPr>
        <p:grpSpPr>
          <a:xfrm rot="10800000">
            <a:off x="4346542" y="1108348"/>
            <a:ext cx="225449" cy="226452"/>
            <a:chOff x="2600577" y="-942975"/>
            <a:chExt cx="225449" cy="226452"/>
          </a:xfrm>
        </p:grpSpPr>
        <p:sp>
          <p:nvSpPr>
            <p:cNvPr id="1797" name="Google Shape;1797;p5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52"/>
          <p:cNvGrpSpPr/>
          <p:nvPr/>
        </p:nvGrpSpPr>
        <p:grpSpPr>
          <a:xfrm rot="10800000">
            <a:off x="1029692" y="549716"/>
            <a:ext cx="298021" cy="299347"/>
            <a:chOff x="2600577" y="-942975"/>
            <a:chExt cx="225449" cy="226452"/>
          </a:xfrm>
        </p:grpSpPr>
        <p:sp>
          <p:nvSpPr>
            <p:cNvPr id="1802" name="Google Shape;1802;p5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52"/>
          <p:cNvGrpSpPr/>
          <p:nvPr/>
        </p:nvGrpSpPr>
        <p:grpSpPr>
          <a:xfrm rot="10800000">
            <a:off x="5427172" y="3883990"/>
            <a:ext cx="298021" cy="299347"/>
            <a:chOff x="2600577" y="-942975"/>
            <a:chExt cx="225449" cy="226452"/>
          </a:xfrm>
        </p:grpSpPr>
        <p:sp>
          <p:nvSpPr>
            <p:cNvPr id="1807" name="Google Shape;1807;p5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1" name="Google Shape;1811;p52"/>
          <p:cNvGrpSpPr/>
          <p:nvPr/>
        </p:nvGrpSpPr>
        <p:grpSpPr>
          <a:xfrm rot="10800000">
            <a:off x="8017292" y="539998"/>
            <a:ext cx="225449" cy="226452"/>
            <a:chOff x="2600577" y="-942975"/>
            <a:chExt cx="225449" cy="226452"/>
          </a:xfrm>
        </p:grpSpPr>
        <p:sp>
          <p:nvSpPr>
            <p:cNvPr id="1812" name="Google Shape;1812;p5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6" name="Google Shape;1816;p52"/>
          <p:cNvGrpSpPr/>
          <p:nvPr/>
        </p:nvGrpSpPr>
        <p:grpSpPr>
          <a:xfrm rot="10800000">
            <a:off x="8135167" y="4183323"/>
            <a:ext cx="225449" cy="226452"/>
            <a:chOff x="2600577" y="-942975"/>
            <a:chExt cx="225449" cy="226452"/>
          </a:xfrm>
        </p:grpSpPr>
        <p:sp>
          <p:nvSpPr>
            <p:cNvPr id="1817" name="Google Shape;1817;p5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1" name="Google Shape;1821;p52"/>
          <p:cNvGrpSpPr/>
          <p:nvPr/>
        </p:nvGrpSpPr>
        <p:grpSpPr>
          <a:xfrm rot="10800000">
            <a:off x="3087914" y="361979"/>
            <a:ext cx="175580" cy="187751"/>
            <a:chOff x="2600577" y="-942975"/>
            <a:chExt cx="225449" cy="226452"/>
          </a:xfrm>
        </p:grpSpPr>
        <p:sp>
          <p:nvSpPr>
            <p:cNvPr id="1822" name="Google Shape;1822;p52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2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2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2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BD856E9F-E371-E3C8-4D0B-9B33EBC4530E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3D49E9B0-4A42-AA65-A0A7-D5607C6E0C3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0517C842-40EE-959A-C2E9-F8DF03BAF8A0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B8C876B9-F0D8-E95D-50C3-CC7B6766AB77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86B2AF-5C8B-51DE-1493-808FD7883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94" y="118094"/>
            <a:ext cx="8098960" cy="4236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4"/>
          <p:cNvSpPr/>
          <p:nvPr/>
        </p:nvSpPr>
        <p:spPr>
          <a:xfrm rot="2018186">
            <a:off x="2619795" y="2568246"/>
            <a:ext cx="3853168" cy="2724278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44"/>
          <p:cNvSpPr/>
          <p:nvPr/>
        </p:nvSpPr>
        <p:spPr>
          <a:xfrm rot="-1887987" flipH="1">
            <a:off x="3453425" y="805775"/>
            <a:ext cx="2241838" cy="1810315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44"/>
          <p:cNvSpPr/>
          <p:nvPr/>
        </p:nvSpPr>
        <p:spPr>
          <a:xfrm rot="-8409358">
            <a:off x="6218037" y="1135367"/>
            <a:ext cx="2352601" cy="2505958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44"/>
          <p:cNvSpPr/>
          <p:nvPr/>
        </p:nvSpPr>
        <p:spPr>
          <a:xfrm rot="-8670388">
            <a:off x="155240" y="1416913"/>
            <a:ext cx="2469346" cy="1980626"/>
          </a:xfrm>
          <a:custGeom>
            <a:avLst/>
            <a:gdLst/>
            <a:ahLst/>
            <a:cxnLst/>
            <a:rect l="l" t="t" r="r" b="b"/>
            <a:pathLst>
              <a:path w="45930" h="43598" extrusionOk="0">
                <a:moveTo>
                  <a:pt x="27755" y="0"/>
                </a:moveTo>
                <a:lnTo>
                  <a:pt x="25171" y="206"/>
                </a:lnTo>
                <a:lnTo>
                  <a:pt x="22611" y="663"/>
                </a:lnTo>
                <a:lnTo>
                  <a:pt x="20073" y="1372"/>
                </a:lnTo>
                <a:lnTo>
                  <a:pt x="17581" y="2287"/>
                </a:lnTo>
                <a:lnTo>
                  <a:pt x="15204" y="3407"/>
                </a:lnTo>
                <a:lnTo>
                  <a:pt x="12940" y="4687"/>
                </a:lnTo>
                <a:lnTo>
                  <a:pt x="10837" y="6150"/>
                </a:lnTo>
                <a:lnTo>
                  <a:pt x="8940" y="7728"/>
                </a:lnTo>
                <a:lnTo>
                  <a:pt x="8071" y="8574"/>
                </a:lnTo>
                <a:lnTo>
                  <a:pt x="7408" y="9259"/>
                </a:lnTo>
                <a:lnTo>
                  <a:pt x="6173" y="10700"/>
                </a:lnTo>
                <a:lnTo>
                  <a:pt x="5602" y="11431"/>
                </a:lnTo>
                <a:lnTo>
                  <a:pt x="4710" y="12689"/>
                </a:lnTo>
                <a:lnTo>
                  <a:pt x="3110" y="15524"/>
                </a:lnTo>
                <a:lnTo>
                  <a:pt x="1761" y="18656"/>
                </a:lnTo>
                <a:lnTo>
                  <a:pt x="732" y="22016"/>
                </a:lnTo>
                <a:lnTo>
                  <a:pt x="389" y="23731"/>
                </a:lnTo>
                <a:lnTo>
                  <a:pt x="206" y="24897"/>
                </a:lnTo>
                <a:lnTo>
                  <a:pt x="1" y="27252"/>
                </a:lnTo>
                <a:lnTo>
                  <a:pt x="23" y="29584"/>
                </a:lnTo>
                <a:lnTo>
                  <a:pt x="321" y="31847"/>
                </a:lnTo>
                <a:lnTo>
                  <a:pt x="869" y="34019"/>
                </a:lnTo>
                <a:lnTo>
                  <a:pt x="1738" y="36076"/>
                </a:lnTo>
                <a:lnTo>
                  <a:pt x="2927" y="37974"/>
                </a:lnTo>
                <a:lnTo>
                  <a:pt x="4436" y="39666"/>
                </a:lnTo>
                <a:lnTo>
                  <a:pt x="5350" y="40420"/>
                </a:lnTo>
                <a:lnTo>
                  <a:pt x="5853" y="40786"/>
                </a:lnTo>
                <a:lnTo>
                  <a:pt x="6905" y="41449"/>
                </a:lnTo>
                <a:lnTo>
                  <a:pt x="8551" y="42272"/>
                </a:lnTo>
                <a:lnTo>
                  <a:pt x="10860" y="43049"/>
                </a:lnTo>
                <a:lnTo>
                  <a:pt x="13283" y="43461"/>
                </a:lnTo>
                <a:lnTo>
                  <a:pt x="15775" y="43598"/>
                </a:lnTo>
                <a:lnTo>
                  <a:pt x="18290" y="43484"/>
                </a:lnTo>
                <a:lnTo>
                  <a:pt x="20759" y="43163"/>
                </a:lnTo>
                <a:lnTo>
                  <a:pt x="23160" y="42683"/>
                </a:lnTo>
                <a:lnTo>
                  <a:pt x="24326" y="42386"/>
                </a:lnTo>
                <a:lnTo>
                  <a:pt x="25537" y="42066"/>
                </a:lnTo>
                <a:lnTo>
                  <a:pt x="27915" y="41266"/>
                </a:lnTo>
                <a:lnTo>
                  <a:pt x="29081" y="40832"/>
                </a:lnTo>
                <a:lnTo>
                  <a:pt x="30224" y="40329"/>
                </a:lnTo>
                <a:lnTo>
                  <a:pt x="32464" y="39208"/>
                </a:lnTo>
                <a:lnTo>
                  <a:pt x="34613" y="37905"/>
                </a:lnTo>
                <a:lnTo>
                  <a:pt x="36625" y="36419"/>
                </a:lnTo>
                <a:lnTo>
                  <a:pt x="38500" y="34773"/>
                </a:lnTo>
                <a:lnTo>
                  <a:pt x="40215" y="32967"/>
                </a:lnTo>
                <a:lnTo>
                  <a:pt x="41746" y="31001"/>
                </a:lnTo>
                <a:lnTo>
                  <a:pt x="43072" y="28898"/>
                </a:lnTo>
                <a:lnTo>
                  <a:pt x="43644" y="27778"/>
                </a:lnTo>
                <a:lnTo>
                  <a:pt x="44192" y="26657"/>
                </a:lnTo>
                <a:lnTo>
                  <a:pt x="45015" y="24303"/>
                </a:lnTo>
                <a:lnTo>
                  <a:pt x="45610" y="21856"/>
                </a:lnTo>
                <a:lnTo>
                  <a:pt x="45907" y="19364"/>
                </a:lnTo>
                <a:lnTo>
                  <a:pt x="45930" y="16872"/>
                </a:lnTo>
                <a:lnTo>
                  <a:pt x="45656" y="14381"/>
                </a:lnTo>
                <a:lnTo>
                  <a:pt x="45061" y="11980"/>
                </a:lnTo>
                <a:lnTo>
                  <a:pt x="44192" y="9648"/>
                </a:lnTo>
                <a:lnTo>
                  <a:pt x="43621" y="8528"/>
                </a:lnTo>
                <a:lnTo>
                  <a:pt x="43278" y="7911"/>
                </a:lnTo>
                <a:lnTo>
                  <a:pt x="42501" y="6745"/>
                </a:lnTo>
                <a:lnTo>
                  <a:pt x="41701" y="5693"/>
                </a:lnTo>
                <a:lnTo>
                  <a:pt x="40809" y="4733"/>
                </a:lnTo>
                <a:lnTo>
                  <a:pt x="39391" y="3453"/>
                </a:lnTo>
                <a:lnTo>
                  <a:pt x="37334" y="2104"/>
                </a:lnTo>
                <a:lnTo>
                  <a:pt x="35093" y="1098"/>
                </a:lnTo>
                <a:lnTo>
                  <a:pt x="32739" y="412"/>
                </a:lnTo>
                <a:lnTo>
                  <a:pt x="30270" y="46"/>
                </a:lnTo>
                <a:lnTo>
                  <a:pt x="277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44"/>
          <p:cNvSpPr txBox="1">
            <a:spLocks noGrp="1"/>
          </p:cNvSpPr>
          <p:nvPr>
            <p:ph type="subTitle" idx="1"/>
          </p:nvPr>
        </p:nvSpPr>
        <p:spPr>
          <a:xfrm>
            <a:off x="253247" y="1897864"/>
            <a:ext cx="2370652" cy="7015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s-MX" dirty="0"/>
              <a:t>Una hipótesis es una </a:t>
            </a:r>
            <a:r>
              <a:rPr lang="es-MX" b="1" dirty="0"/>
              <a:t>suposición</a:t>
            </a:r>
            <a:r>
              <a:rPr lang="es-MX" dirty="0"/>
              <a:t> que fundamenta la viabilidad de una idea de negocio.</a:t>
            </a:r>
          </a:p>
        </p:txBody>
      </p:sp>
      <p:sp>
        <p:nvSpPr>
          <p:cNvPr id="1271" name="Google Shape;1271;p44"/>
          <p:cNvSpPr txBox="1">
            <a:spLocks noGrp="1"/>
          </p:cNvSpPr>
          <p:nvPr>
            <p:ph type="subTitle" idx="8"/>
          </p:nvPr>
        </p:nvSpPr>
        <p:spPr>
          <a:xfrm>
            <a:off x="2639764" y="3131997"/>
            <a:ext cx="3379020" cy="1033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s-MX" dirty="0"/>
              <a:t>Estas hipótesis deben </a:t>
            </a:r>
            <a:r>
              <a:rPr lang="es-MX" b="1" dirty="0"/>
              <a:t>validarse</a:t>
            </a:r>
            <a:r>
              <a:rPr lang="es-MX" dirty="0"/>
              <a:t> para asegurar que el modelo de negocio es </a:t>
            </a:r>
            <a:r>
              <a:rPr lang="es-MX" b="1" dirty="0"/>
              <a:t>factible, deseable y viable.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72" name="Google Shape;1272;p44"/>
          <p:cNvSpPr txBox="1">
            <a:spLocks noGrp="1"/>
          </p:cNvSpPr>
          <p:nvPr>
            <p:ph type="title" idx="9"/>
          </p:nvPr>
        </p:nvSpPr>
        <p:spPr>
          <a:xfrm>
            <a:off x="3279520" y="1714835"/>
            <a:ext cx="2723399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b="0" dirty="0"/>
              <a:t>Hipótesis y su relación con el </a:t>
            </a:r>
            <a:r>
              <a:rPr lang="es-MX" dirty="0"/>
              <a:t>BMC</a:t>
            </a:r>
          </a:p>
        </p:txBody>
      </p:sp>
      <p:sp>
        <p:nvSpPr>
          <p:cNvPr id="1275" name="Google Shape;1275;p44"/>
          <p:cNvSpPr txBox="1">
            <a:spLocks noGrp="1"/>
          </p:cNvSpPr>
          <p:nvPr>
            <p:ph type="subTitle" idx="15"/>
          </p:nvPr>
        </p:nvSpPr>
        <p:spPr>
          <a:xfrm>
            <a:off x="6210271" y="1800979"/>
            <a:ext cx="2368132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s-MX" dirty="0"/>
              <a:t>En el Business </a:t>
            </a:r>
            <a:r>
              <a:rPr lang="es-MX" dirty="0" err="1"/>
              <a:t>Model</a:t>
            </a:r>
            <a:r>
              <a:rPr lang="es-MX" dirty="0"/>
              <a:t> </a:t>
            </a:r>
            <a:r>
              <a:rPr lang="es-MX" dirty="0" err="1"/>
              <a:t>Canvas</a:t>
            </a:r>
            <a:r>
              <a:rPr lang="es-MX" dirty="0"/>
              <a:t>, todas las áreas clave se construyen inicialmente sobre hipótesis.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1276" name="Google Shape;1276;p44"/>
          <p:cNvGrpSpPr/>
          <p:nvPr/>
        </p:nvGrpSpPr>
        <p:grpSpPr>
          <a:xfrm>
            <a:off x="719990" y="1112700"/>
            <a:ext cx="217525" cy="218499"/>
            <a:chOff x="-1723348" y="4595850"/>
            <a:chExt cx="217525" cy="218499"/>
          </a:xfrm>
        </p:grpSpPr>
        <p:sp>
          <p:nvSpPr>
            <p:cNvPr id="1277" name="Google Shape;1277;p44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4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4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4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44"/>
          <p:cNvGrpSpPr/>
          <p:nvPr/>
        </p:nvGrpSpPr>
        <p:grpSpPr>
          <a:xfrm>
            <a:off x="8224802" y="3911187"/>
            <a:ext cx="217525" cy="218499"/>
            <a:chOff x="-1723348" y="4595850"/>
            <a:chExt cx="217525" cy="218499"/>
          </a:xfrm>
        </p:grpSpPr>
        <p:sp>
          <p:nvSpPr>
            <p:cNvPr id="1282" name="Google Shape;1282;p44"/>
            <p:cNvSpPr/>
            <p:nvPr/>
          </p:nvSpPr>
          <p:spPr>
            <a:xfrm>
              <a:off x="-1619968" y="4595850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4"/>
            <p:cNvSpPr/>
            <p:nvPr/>
          </p:nvSpPr>
          <p:spPr>
            <a:xfrm>
              <a:off x="-1619968" y="4743096"/>
              <a:ext cx="11750" cy="7125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4"/>
            <p:cNvSpPr/>
            <p:nvPr/>
          </p:nvSpPr>
          <p:spPr>
            <a:xfrm>
              <a:off x="-1576052" y="4698243"/>
              <a:ext cx="70229" cy="12732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4"/>
            <p:cNvSpPr/>
            <p:nvPr/>
          </p:nvSpPr>
          <p:spPr>
            <a:xfrm>
              <a:off x="-1723348" y="4698243"/>
              <a:ext cx="70274" cy="12732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44"/>
          <p:cNvGrpSpPr/>
          <p:nvPr/>
        </p:nvGrpSpPr>
        <p:grpSpPr>
          <a:xfrm>
            <a:off x="8243150" y="4807975"/>
            <a:ext cx="180859" cy="180123"/>
            <a:chOff x="6034925" y="548950"/>
            <a:chExt cx="180859" cy="180123"/>
          </a:xfrm>
        </p:grpSpPr>
        <p:sp>
          <p:nvSpPr>
            <p:cNvPr id="1287" name="Google Shape;1287;p44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4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4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4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1" name="Google Shape;1321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MX" dirty="0">
                <a:solidFill>
                  <a:schemeClr val="tx1"/>
                </a:solidFill>
              </a:rPr>
              <a:t>Proceso de experimentación</a:t>
            </a:r>
            <a:r>
              <a:rPr lang="es-MX" dirty="0">
                <a:solidFill>
                  <a:schemeClr val="lt2"/>
                </a:solidFill>
              </a:rPr>
              <a:t> con Clientes/Usuarios</a:t>
            </a:r>
          </a:p>
        </p:txBody>
      </p:sp>
      <p:grpSp>
        <p:nvGrpSpPr>
          <p:cNvPr id="1322" name="Google Shape;1322;p44"/>
          <p:cNvGrpSpPr/>
          <p:nvPr/>
        </p:nvGrpSpPr>
        <p:grpSpPr>
          <a:xfrm>
            <a:off x="72388" y="786987"/>
            <a:ext cx="180859" cy="180123"/>
            <a:chOff x="6034925" y="548950"/>
            <a:chExt cx="180859" cy="180123"/>
          </a:xfrm>
        </p:grpSpPr>
        <p:sp>
          <p:nvSpPr>
            <p:cNvPr id="1323" name="Google Shape;1323;p44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4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4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4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30DB3F96-FF9D-FFA7-EF84-902B1C1F783B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3DB12A6-7BF7-0FEF-C1F4-1CF6B52E5038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477EC68F-6DF5-BEA9-1C12-D8DB87E2A1F9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8DB9A9D8-8B3D-4255-B9AA-70038ED5198E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47"/>
          <p:cNvSpPr txBox="1">
            <a:spLocks noGrp="1"/>
          </p:cNvSpPr>
          <p:nvPr>
            <p:ph type="subTitle" idx="1"/>
          </p:nvPr>
        </p:nvSpPr>
        <p:spPr>
          <a:xfrm>
            <a:off x="952278" y="2812433"/>
            <a:ext cx="7471772" cy="10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/>
              <a:t>Al desarrollar un modelo de negocio, todos sus componentes se basan en hipótesis que necesitan ser validadas. Cada bloque del modelo resalta una dimensión específica que debe evaluarse.</a:t>
            </a:r>
            <a:endParaRPr sz="1200" dirty="0"/>
          </a:p>
        </p:txBody>
      </p:sp>
      <p:sp>
        <p:nvSpPr>
          <p:cNvPr id="1420" name="Google Shape;1420;p47"/>
          <p:cNvSpPr/>
          <p:nvPr/>
        </p:nvSpPr>
        <p:spPr>
          <a:xfrm rot="10800000">
            <a:off x="4112339" y="1669609"/>
            <a:ext cx="1085454" cy="1076752"/>
          </a:xfrm>
          <a:prstGeom prst="donut">
            <a:avLst>
              <a:gd name="adj" fmla="val 1502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47"/>
          <p:cNvSpPr/>
          <p:nvPr/>
        </p:nvSpPr>
        <p:spPr>
          <a:xfrm rot="10800000">
            <a:off x="4161829" y="1718837"/>
            <a:ext cx="1009580" cy="1001943"/>
          </a:xfrm>
          <a:prstGeom prst="blockArc">
            <a:avLst>
              <a:gd name="adj1" fmla="val 5490482"/>
              <a:gd name="adj2" fmla="val 21574652"/>
              <a:gd name="adj3" fmla="val 88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47"/>
          <p:cNvSpPr txBox="1">
            <a:spLocks noGrp="1"/>
          </p:cNvSpPr>
          <p:nvPr>
            <p:ph type="title" idx="2"/>
          </p:nvPr>
        </p:nvSpPr>
        <p:spPr>
          <a:xfrm>
            <a:off x="4337028" y="2025308"/>
            <a:ext cx="657219" cy="5359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1</a:t>
            </a:r>
            <a:endParaRPr sz="3600" dirty="0"/>
          </a:p>
        </p:txBody>
      </p:sp>
      <p:grpSp>
        <p:nvGrpSpPr>
          <p:cNvPr id="1426" name="Google Shape;1426;p47"/>
          <p:cNvGrpSpPr/>
          <p:nvPr/>
        </p:nvGrpSpPr>
        <p:grpSpPr>
          <a:xfrm rot="10800000">
            <a:off x="4514005" y="3982998"/>
            <a:ext cx="225449" cy="226452"/>
            <a:chOff x="2600577" y="-942975"/>
            <a:chExt cx="225449" cy="226452"/>
          </a:xfrm>
        </p:grpSpPr>
        <p:sp>
          <p:nvSpPr>
            <p:cNvPr id="1427" name="Google Shape;1427;p47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7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7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7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1" name="Google Shape;1431;p47"/>
          <p:cNvGrpSpPr/>
          <p:nvPr/>
        </p:nvGrpSpPr>
        <p:grpSpPr>
          <a:xfrm rot="10800000">
            <a:off x="6959742" y="4622698"/>
            <a:ext cx="225449" cy="226452"/>
            <a:chOff x="2600577" y="-942975"/>
            <a:chExt cx="225449" cy="226452"/>
          </a:xfrm>
        </p:grpSpPr>
        <p:sp>
          <p:nvSpPr>
            <p:cNvPr id="1432" name="Google Shape;1432;p47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7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7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7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7"/>
          <p:cNvGrpSpPr/>
          <p:nvPr/>
        </p:nvGrpSpPr>
        <p:grpSpPr>
          <a:xfrm rot="10800000">
            <a:off x="4209067" y="4673048"/>
            <a:ext cx="225449" cy="226452"/>
            <a:chOff x="2600577" y="-942975"/>
            <a:chExt cx="225449" cy="226452"/>
          </a:xfrm>
        </p:grpSpPr>
        <p:sp>
          <p:nvSpPr>
            <p:cNvPr id="1437" name="Google Shape;1437;p47"/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7"/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7"/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7"/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47"/>
          <p:cNvGrpSpPr/>
          <p:nvPr/>
        </p:nvGrpSpPr>
        <p:grpSpPr>
          <a:xfrm>
            <a:off x="772452" y="98699"/>
            <a:ext cx="179826" cy="180626"/>
            <a:chOff x="772452" y="98699"/>
            <a:chExt cx="179826" cy="180626"/>
          </a:xfrm>
        </p:grpSpPr>
        <p:sp>
          <p:nvSpPr>
            <p:cNvPr id="1442" name="Google Shape;1442;p47"/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7"/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7"/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7"/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47"/>
          <p:cNvGrpSpPr/>
          <p:nvPr/>
        </p:nvGrpSpPr>
        <p:grpSpPr>
          <a:xfrm>
            <a:off x="8854500" y="1798725"/>
            <a:ext cx="180859" cy="180123"/>
            <a:chOff x="6034925" y="548950"/>
            <a:chExt cx="180859" cy="180123"/>
          </a:xfrm>
        </p:grpSpPr>
        <p:sp>
          <p:nvSpPr>
            <p:cNvPr id="1447" name="Google Shape;1447;p47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7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7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7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1" name="Google Shape;1451;p47"/>
          <p:cNvGrpSpPr/>
          <p:nvPr/>
        </p:nvGrpSpPr>
        <p:grpSpPr>
          <a:xfrm>
            <a:off x="8513563" y="1057025"/>
            <a:ext cx="180859" cy="180123"/>
            <a:chOff x="6034925" y="548950"/>
            <a:chExt cx="180859" cy="180123"/>
          </a:xfrm>
        </p:grpSpPr>
        <p:sp>
          <p:nvSpPr>
            <p:cNvPr id="1452" name="Google Shape;1452;p47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7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7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7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47"/>
          <p:cNvGrpSpPr/>
          <p:nvPr/>
        </p:nvGrpSpPr>
        <p:grpSpPr>
          <a:xfrm>
            <a:off x="122850" y="807500"/>
            <a:ext cx="180859" cy="180123"/>
            <a:chOff x="6034925" y="548950"/>
            <a:chExt cx="180859" cy="180123"/>
          </a:xfrm>
        </p:grpSpPr>
        <p:sp>
          <p:nvSpPr>
            <p:cNvPr id="1457" name="Google Shape;1457;p47"/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7"/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7"/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7"/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1" name="Google Shape;1461;p47"/>
          <p:cNvSpPr txBox="1">
            <a:spLocks noGrp="1"/>
          </p:cNvSpPr>
          <p:nvPr>
            <p:ph type="title"/>
          </p:nvPr>
        </p:nvSpPr>
        <p:spPr>
          <a:xfrm>
            <a:off x="72005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Hipotesis</a:t>
            </a:r>
            <a:r>
              <a:rPr lang="en-GB" dirty="0"/>
              <a:t> y </a:t>
            </a:r>
            <a:r>
              <a:rPr lang="en-GB" dirty="0">
                <a:solidFill>
                  <a:schemeClr val="lt2"/>
                </a:solidFill>
              </a:rPr>
              <a:t>Canvas</a:t>
            </a:r>
            <a:endParaRPr dirty="0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38A9CB02-2A64-75F8-77A6-892398F6B316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B093E8F6-92F3-8242-3D38-83336EA50425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514E4714-6D33-D2F2-B385-A0BAC739A446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66D6D57D-08C6-8181-A1FC-6D2C404AD442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53"/>
          <p:cNvSpPr/>
          <p:nvPr/>
        </p:nvSpPr>
        <p:spPr>
          <a:xfrm>
            <a:off x="1427710" y="1524576"/>
            <a:ext cx="1270506" cy="1211266"/>
          </a:xfrm>
          <a:custGeom>
            <a:avLst/>
            <a:gdLst/>
            <a:ahLst/>
            <a:cxnLst/>
            <a:rect l="l" t="t" r="r" b="b"/>
            <a:pathLst>
              <a:path w="8430" h="8038" extrusionOk="0">
                <a:moveTo>
                  <a:pt x="4411" y="0"/>
                </a:moveTo>
                <a:cubicBezTo>
                  <a:pt x="3383" y="0"/>
                  <a:pt x="2355" y="393"/>
                  <a:pt x="1570" y="1178"/>
                </a:cubicBezTo>
                <a:cubicBezTo>
                  <a:pt x="0" y="2746"/>
                  <a:pt x="0" y="5291"/>
                  <a:pt x="1570" y="6860"/>
                </a:cubicBezTo>
                <a:cubicBezTo>
                  <a:pt x="2323" y="7613"/>
                  <a:pt x="3345" y="8037"/>
                  <a:pt x="4411" y="8037"/>
                </a:cubicBezTo>
                <a:cubicBezTo>
                  <a:pt x="5477" y="8037"/>
                  <a:pt x="6500" y="7613"/>
                  <a:pt x="7253" y="6860"/>
                </a:cubicBezTo>
                <a:cubicBezTo>
                  <a:pt x="8007" y="6106"/>
                  <a:pt x="8429" y="5084"/>
                  <a:pt x="8429" y="4019"/>
                </a:cubicBezTo>
                <a:cubicBezTo>
                  <a:pt x="8429" y="2953"/>
                  <a:pt x="8007" y="1931"/>
                  <a:pt x="7253" y="1178"/>
                </a:cubicBezTo>
                <a:cubicBezTo>
                  <a:pt x="6468" y="393"/>
                  <a:pt x="5440" y="0"/>
                  <a:pt x="4411" y="0"/>
                </a:cubicBezTo>
                <a:close/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000" b="1" dirty="0">
                <a:solidFill>
                  <a:schemeClr val="dk2"/>
                </a:solidFill>
                <a:latin typeface="Signika"/>
                <a:sym typeface="Signika"/>
              </a:rPr>
              <a:t>F</a:t>
            </a:r>
            <a:endParaRPr lang="es-CL" sz="6000" dirty="0">
              <a:solidFill>
                <a:schemeClr val="dk2"/>
              </a:solidFill>
            </a:endParaRPr>
          </a:p>
        </p:txBody>
      </p:sp>
      <p:grpSp>
        <p:nvGrpSpPr>
          <p:cNvPr id="1836" name="Google Shape;1836;p53"/>
          <p:cNvGrpSpPr/>
          <p:nvPr/>
        </p:nvGrpSpPr>
        <p:grpSpPr>
          <a:xfrm>
            <a:off x="5640350" y="4742098"/>
            <a:ext cx="225449" cy="226458"/>
            <a:chOff x="2267375" y="95710"/>
            <a:chExt cx="225449" cy="226458"/>
          </a:xfrm>
        </p:grpSpPr>
        <p:sp>
          <p:nvSpPr>
            <p:cNvPr id="1837" name="Google Shape;1837;p53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3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3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3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1" name="Google Shape;1841;p53"/>
          <p:cNvGrpSpPr/>
          <p:nvPr/>
        </p:nvGrpSpPr>
        <p:grpSpPr>
          <a:xfrm>
            <a:off x="144425" y="1170223"/>
            <a:ext cx="225449" cy="226458"/>
            <a:chOff x="2267375" y="95710"/>
            <a:chExt cx="225449" cy="226458"/>
          </a:xfrm>
        </p:grpSpPr>
        <p:sp>
          <p:nvSpPr>
            <p:cNvPr id="1842" name="Google Shape;1842;p53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3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3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3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6" name="Google Shape;1846;p53"/>
          <p:cNvSpPr/>
          <p:nvPr/>
        </p:nvSpPr>
        <p:spPr>
          <a:xfrm>
            <a:off x="3709246" y="1524576"/>
            <a:ext cx="1270506" cy="1211266"/>
          </a:xfrm>
          <a:custGeom>
            <a:avLst/>
            <a:gdLst/>
            <a:ahLst/>
            <a:cxnLst/>
            <a:rect l="l" t="t" r="r" b="b"/>
            <a:pathLst>
              <a:path w="8430" h="8038" extrusionOk="0">
                <a:moveTo>
                  <a:pt x="4411" y="0"/>
                </a:moveTo>
                <a:cubicBezTo>
                  <a:pt x="3383" y="0"/>
                  <a:pt x="2355" y="393"/>
                  <a:pt x="1570" y="1178"/>
                </a:cubicBezTo>
                <a:cubicBezTo>
                  <a:pt x="0" y="2746"/>
                  <a:pt x="0" y="5291"/>
                  <a:pt x="1570" y="6860"/>
                </a:cubicBezTo>
                <a:cubicBezTo>
                  <a:pt x="2323" y="7613"/>
                  <a:pt x="3345" y="8037"/>
                  <a:pt x="4411" y="8037"/>
                </a:cubicBezTo>
                <a:cubicBezTo>
                  <a:pt x="5477" y="8037"/>
                  <a:pt x="6500" y="7613"/>
                  <a:pt x="7253" y="6860"/>
                </a:cubicBezTo>
                <a:cubicBezTo>
                  <a:pt x="8007" y="6106"/>
                  <a:pt x="8429" y="5084"/>
                  <a:pt x="8429" y="4019"/>
                </a:cubicBezTo>
                <a:cubicBezTo>
                  <a:pt x="8429" y="2953"/>
                  <a:pt x="8007" y="1931"/>
                  <a:pt x="7253" y="1178"/>
                </a:cubicBezTo>
                <a:cubicBezTo>
                  <a:pt x="6468" y="393"/>
                  <a:pt x="5440" y="0"/>
                  <a:pt x="4411" y="0"/>
                </a:cubicBezTo>
                <a:close/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000" b="1" dirty="0">
                <a:solidFill>
                  <a:schemeClr val="dk2"/>
                </a:solidFill>
                <a:latin typeface="Signika"/>
                <a:sym typeface="Signika"/>
              </a:rPr>
              <a:t>D</a:t>
            </a:r>
            <a:endParaRPr lang="es-CL" dirty="0">
              <a:solidFill>
                <a:schemeClr val="dk2"/>
              </a:solidFill>
            </a:endParaRPr>
          </a:p>
        </p:txBody>
      </p:sp>
      <p:sp>
        <p:nvSpPr>
          <p:cNvPr id="1847" name="Google Shape;1847;p53"/>
          <p:cNvSpPr/>
          <p:nvPr/>
        </p:nvSpPr>
        <p:spPr>
          <a:xfrm>
            <a:off x="6352250" y="1524576"/>
            <a:ext cx="1270506" cy="1211266"/>
          </a:xfrm>
          <a:custGeom>
            <a:avLst/>
            <a:gdLst/>
            <a:ahLst/>
            <a:cxnLst/>
            <a:rect l="l" t="t" r="r" b="b"/>
            <a:pathLst>
              <a:path w="8430" h="8038" extrusionOk="0">
                <a:moveTo>
                  <a:pt x="4411" y="0"/>
                </a:moveTo>
                <a:cubicBezTo>
                  <a:pt x="3383" y="0"/>
                  <a:pt x="2355" y="393"/>
                  <a:pt x="1570" y="1178"/>
                </a:cubicBezTo>
                <a:cubicBezTo>
                  <a:pt x="0" y="2746"/>
                  <a:pt x="0" y="5291"/>
                  <a:pt x="1570" y="6860"/>
                </a:cubicBezTo>
                <a:cubicBezTo>
                  <a:pt x="2323" y="7613"/>
                  <a:pt x="3345" y="8037"/>
                  <a:pt x="4411" y="8037"/>
                </a:cubicBezTo>
                <a:cubicBezTo>
                  <a:pt x="5477" y="8037"/>
                  <a:pt x="6500" y="7613"/>
                  <a:pt x="7253" y="6860"/>
                </a:cubicBezTo>
                <a:cubicBezTo>
                  <a:pt x="8007" y="6106"/>
                  <a:pt x="8429" y="5084"/>
                  <a:pt x="8429" y="4019"/>
                </a:cubicBezTo>
                <a:cubicBezTo>
                  <a:pt x="8429" y="2953"/>
                  <a:pt x="8007" y="1931"/>
                  <a:pt x="7253" y="1178"/>
                </a:cubicBezTo>
                <a:cubicBezTo>
                  <a:pt x="6468" y="393"/>
                  <a:pt x="5440" y="0"/>
                  <a:pt x="4411" y="0"/>
                </a:cubicBezTo>
                <a:close/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000" b="1" dirty="0">
                <a:solidFill>
                  <a:schemeClr val="dk2"/>
                </a:solidFill>
                <a:latin typeface="Signika"/>
                <a:sym typeface="Signika"/>
              </a:rPr>
              <a:t>V</a:t>
            </a:r>
            <a:endParaRPr lang="es-CL" dirty="0">
              <a:solidFill>
                <a:schemeClr val="dk2"/>
              </a:solidFill>
            </a:endParaRPr>
          </a:p>
        </p:txBody>
      </p:sp>
      <p:sp>
        <p:nvSpPr>
          <p:cNvPr id="1849" name="Google Shape;1849;p53"/>
          <p:cNvSpPr/>
          <p:nvPr/>
        </p:nvSpPr>
        <p:spPr>
          <a:xfrm>
            <a:off x="1221164" y="2575685"/>
            <a:ext cx="1683600" cy="486600"/>
          </a:xfrm>
          <a:prstGeom prst="roundRect">
            <a:avLst>
              <a:gd name="adj" fmla="val 3591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CL" sz="1600" b="1" dirty="0">
                <a:solidFill>
                  <a:schemeClr val="lt1"/>
                </a:solidFill>
                <a:latin typeface="Signika"/>
                <a:sym typeface="Signika"/>
              </a:rPr>
              <a:t>Factibilidad</a:t>
            </a:r>
            <a:endParaRPr lang="es-CL" sz="1200" dirty="0"/>
          </a:p>
        </p:txBody>
      </p:sp>
      <p:sp>
        <p:nvSpPr>
          <p:cNvPr id="1850" name="Google Shape;1850;p53"/>
          <p:cNvSpPr/>
          <p:nvPr/>
        </p:nvSpPr>
        <p:spPr>
          <a:xfrm>
            <a:off x="3502704" y="2580075"/>
            <a:ext cx="1683600" cy="486600"/>
          </a:xfrm>
          <a:prstGeom prst="roundRect">
            <a:avLst>
              <a:gd name="adj" fmla="val 3591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CL" sz="1600" b="1" dirty="0">
                <a:solidFill>
                  <a:schemeClr val="lt1"/>
                </a:solidFill>
                <a:latin typeface="Signika"/>
                <a:ea typeface="Signika"/>
                <a:cs typeface="Signika"/>
                <a:sym typeface="Signika"/>
              </a:rPr>
              <a:t>Deseabilidad</a:t>
            </a:r>
            <a:endParaRPr lang="es-CL" sz="1200" dirty="0"/>
          </a:p>
        </p:txBody>
      </p:sp>
      <p:sp>
        <p:nvSpPr>
          <p:cNvPr id="1851" name="Google Shape;1851;p53"/>
          <p:cNvSpPr/>
          <p:nvPr/>
        </p:nvSpPr>
        <p:spPr>
          <a:xfrm>
            <a:off x="6145703" y="2580075"/>
            <a:ext cx="1683600" cy="486600"/>
          </a:xfrm>
          <a:prstGeom prst="roundRect">
            <a:avLst>
              <a:gd name="adj" fmla="val 3591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CL" sz="1600" b="1" dirty="0">
                <a:solidFill>
                  <a:schemeClr val="lt1"/>
                </a:solidFill>
                <a:latin typeface="Signika"/>
                <a:ea typeface="Signika"/>
                <a:cs typeface="Signika"/>
                <a:sym typeface="Signika"/>
              </a:rPr>
              <a:t>Viabilidad</a:t>
            </a:r>
            <a:endParaRPr lang="es-CL" sz="1200" dirty="0"/>
          </a:p>
        </p:txBody>
      </p:sp>
      <p:grpSp>
        <p:nvGrpSpPr>
          <p:cNvPr id="1857" name="Google Shape;1857;p53"/>
          <p:cNvGrpSpPr/>
          <p:nvPr/>
        </p:nvGrpSpPr>
        <p:grpSpPr>
          <a:xfrm>
            <a:off x="8775539" y="3371096"/>
            <a:ext cx="159077" cy="159766"/>
            <a:chOff x="2267375" y="95710"/>
            <a:chExt cx="225449" cy="226458"/>
          </a:xfrm>
        </p:grpSpPr>
        <p:sp>
          <p:nvSpPr>
            <p:cNvPr id="1858" name="Google Shape;1858;p53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53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53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53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2" name="Google Shape;1862;p53"/>
          <p:cNvGrpSpPr/>
          <p:nvPr/>
        </p:nvGrpSpPr>
        <p:grpSpPr>
          <a:xfrm>
            <a:off x="80125" y="3238348"/>
            <a:ext cx="225449" cy="226458"/>
            <a:chOff x="2267375" y="95710"/>
            <a:chExt cx="225449" cy="226458"/>
          </a:xfrm>
        </p:grpSpPr>
        <p:sp>
          <p:nvSpPr>
            <p:cNvPr id="1863" name="Google Shape;1863;p53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53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53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53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7" name="Google Shape;1867;p53"/>
          <p:cNvGrpSpPr/>
          <p:nvPr/>
        </p:nvGrpSpPr>
        <p:grpSpPr>
          <a:xfrm>
            <a:off x="8742350" y="4604398"/>
            <a:ext cx="225449" cy="226458"/>
            <a:chOff x="2267375" y="95710"/>
            <a:chExt cx="225449" cy="226458"/>
          </a:xfrm>
        </p:grpSpPr>
        <p:sp>
          <p:nvSpPr>
            <p:cNvPr id="1868" name="Google Shape;1868;p53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53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53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53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2" name="Google Shape;1872;p5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s-MX" dirty="0">
                <a:solidFill>
                  <a:schemeClr val="tx1"/>
                </a:solidFill>
              </a:rPr>
              <a:t>¿Cómo debe ser una </a:t>
            </a:r>
            <a:r>
              <a:rPr lang="es-MX" dirty="0">
                <a:solidFill>
                  <a:schemeClr val="lt2"/>
                </a:solidFill>
              </a:rPr>
              <a:t>hipótesis efectiva?</a:t>
            </a:r>
          </a:p>
        </p:txBody>
      </p:sp>
      <p:sp>
        <p:nvSpPr>
          <p:cNvPr id="3" name="Google Shape;1976;p55">
            <a:extLst>
              <a:ext uri="{FF2B5EF4-FFF2-40B4-BE49-F238E27FC236}">
                <a16:creationId xmlns:a16="http://schemas.microsoft.com/office/drawing/2014/main" id="{94F6ABBD-55CE-37C4-0C92-198D4CD94890}"/>
              </a:ext>
            </a:extLst>
          </p:cNvPr>
          <p:cNvSpPr/>
          <p:nvPr/>
        </p:nvSpPr>
        <p:spPr>
          <a:xfrm>
            <a:off x="1079071" y="3170781"/>
            <a:ext cx="1967785" cy="980463"/>
          </a:xfrm>
          <a:prstGeom prst="roundRect">
            <a:avLst>
              <a:gd name="adj" fmla="val 359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1200" dirty="0">
                <a:latin typeface="Poppins"/>
                <a:ea typeface="Poppins"/>
                <a:cs typeface="Poppins"/>
                <a:sym typeface="Poppins"/>
              </a:rPr>
              <a:t>Si es posible hacerlo bien, o si existe el riesgo de tener una mala o pobre ejecución. 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36058B55-5E80-45E8-7B44-6ABA8452F472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64C137EC-9D23-CA7C-927B-7043BEDBBF84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6B94C367-BCB7-99E8-2714-D0DE88181399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6FF4CE20-F4B6-2E9E-6E9C-DAC4AC1DE72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9" name="Google Shape;1976;p55">
            <a:extLst>
              <a:ext uri="{FF2B5EF4-FFF2-40B4-BE49-F238E27FC236}">
                <a16:creationId xmlns:a16="http://schemas.microsoft.com/office/drawing/2014/main" id="{94F6ABBD-55CE-37C4-0C92-198D4CD94890}"/>
              </a:ext>
            </a:extLst>
          </p:cNvPr>
          <p:cNvSpPr/>
          <p:nvPr/>
        </p:nvSpPr>
        <p:spPr>
          <a:xfrm>
            <a:off x="3360607" y="3154384"/>
            <a:ext cx="1967785" cy="980463"/>
          </a:xfrm>
          <a:prstGeom prst="roundRect">
            <a:avLst>
              <a:gd name="adj" fmla="val 359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1200" dirty="0">
                <a:latin typeface="Poppins"/>
                <a:ea typeface="Poppins"/>
                <a:cs typeface="Poppins"/>
                <a:sym typeface="Poppins"/>
              </a:rPr>
              <a:t>Suposiciones respecto a que realmente se creará valor para el cliente. </a:t>
            </a:r>
          </a:p>
        </p:txBody>
      </p:sp>
      <p:sp>
        <p:nvSpPr>
          <p:cNvPr id="41" name="Google Shape;1976;p55">
            <a:extLst>
              <a:ext uri="{FF2B5EF4-FFF2-40B4-BE49-F238E27FC236}">
                <a16:creationId xmlns:a16="http://schemas.microsoft.com/office/drawing/2014/main" id="{94F6ABBD-55CE-37C4-0C92-198D4CD94890}"/>
              </a:ext>
            </a:extLst>
          </p:cNvPr>
          <p:cNvSpPr/>
          <p:nvPr/>
        </p:nvSpPr>
        <p:spPr>
          <a:xfrm>
            <a:off x="5919579" y="3170781"/>
            <a:ext cx="2135849" cy="1202800"/>
          </a:xfrm>
          <a:prstGeom prst="roundRect">
            <a:avLst>
              <a:gd name="adj" fmla="val 359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L" sz="1200" dirty="0">
                <a:latin typeface="Poppins"/>
                <a:ea typeface="Poppins"/>
                <a:cs typeface="Poppins"/>
                <a:sym typeface="Poppins"/>
              </a:rPr>
              <a:t>Se relaciona con suposiciones financieras que permiten ganar más dinero del que gastas.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45"/>
          <p:cNvGrpSpPr/>
          <p:nvPr/>
        </p:nvGrpSpPr>
        <p:grpSpPr>
          <a:xfrm>
            <a:off x="192050" y="4814123"/>
            <a:ext cx="225449" cy="226458"/>
            <a:chOff x="2267375" y="95710"/>
            <a:chExt cx="225449" cy="226458"/>
          </a:xfrm>
        </p:grpSpPr>
        <p:sp>
          <p:nvSpPr>
            <p:cNvPr id="1339" name="Google Shape;1339;p45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5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5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5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45"/>
          <p:cNvGrpSpPr/>
          <p:nvPr/>
        </p:nvGrpSpPr>
        <p:grpSpPr>
          <a:xfrm>
            <a:off x="192050" y="1370248"/>
            <a:ext cx="225449" cy="226458"/>
            <a:chOff x="2267375" y="95710"/>
            <a:chExt cx="225449" cy="226458"/>
          </a:xfrm>
        </p:grpSpPr>
        <p:sp>
          <p:nvSpPr>
            <p:cNvPr id="1344" name="Google Shape;1344;p45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5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5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5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45"/>
          <p:cNvGrpSpPr/>
          <p:nvPr/>
        </p:nvGrpSpPr>
        <p:grpSpPr>
          <a:xfrm>
            <a:off x="8865750" y="4279748"/>
            <a:ext cx="225449" cy="226458"/>
            <a:chOff x="2267375" y="95710"/>
            <a:chExt cx="225449" cy="226458"/>
          </a:xfrm>
        </p:grpSpPr>
        <p:sp>
          <p:nvSpPr>
            <p:cNvPr id="1349" name="Google Shape;1349;p45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5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5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5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3" name="Google Shape;1353;p45"/>
          <p:cNvGrpSpPr/>
          <p:nvPr/>
        </p:nvGrpSpPr>
        <p:grpSpPr>
          <a:xfrm>
            <a:off x="867314" y="4016396"/>
            <a:ext cx="159077" cy="159766"/>
            <a:chOff x="2267375" y="95710"/>
            <a:chExt cx="225449" cy="226458"/>
          </a:xfrm>
        </p:grpSpPr>
        <p:sp>
          <p:nvSpPr>
            <p:cNvPr id="1354" name="Google Shape;1354;p45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5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5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5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" name="Google Shape;1358;p45"/>
          <p:cNvGrpSpPr/>
          <p:nvPr/>
        </p:nvGrpSpPr>
        <p:grpSpPr>
          <a:xfrm>
            <a:off x="5400014" y="4847471"/>
            <a:ext cx="159077" cy="159766"/>
            <a:chOff x="2267375" y="95710"/>
            <a:chExt cx="225449" cy="226458"/>
          </a:xfrm>
        </p:grpSpPr>
        <p:sp>
          <p:nvSpPr>
            <p:cNvPr id="1359" name="Google Shape;1359;p45"/>
            <p:cNvSpPr/>
            <p:nvPr/>
          </p:nvSpPr>
          <p:spPr>
            <a:xfrm>
              <a:off x="2374521" y="9571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5"/>
            <p:cNvSpPr/>
            <p:nvPr/>
          </p:nvSpPr>
          <p:spPr>
            <a:xfrm>
              <a:off x="2374521" y="248320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5"/>
            <p:cNvSpPr/>
            <p:nvPr/>
          </p:nvSpPr>
          <p:spPr>
            <a:xfrm>
              <a:off x="2420037" y="201833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5"/>
            <p:cNvSpPr/>
            <p:nvPr/>
          </p:nvSpPr>
          <p:spPr>
            <a:xfrm>
              <a:off x="2267375" y="201833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4" name="Google Shape;1364;p45"/>
          <p:cNvSpPr txBox="1"/>
          <p:nvPr/>
        </p:nvSpPr>
        <p:spPr>
          <a:xfrm>
            <a:off x="2275650" y="4358325"/>
            <a:ext cx="4592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oppins"/>
                <a:ea typeface="Poppins"/>
                <a:cs typeface="Poppins"/>
                <a:sym typeface="Poppins"/>
              </a:rPr>
              <a:t>To modify this graph, click on it, follow the link, change the data and paste the graph here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1411A99E-7966-3E91-F742-3B117B05F908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97F3E823-9AA6-22F5-1F5D-E4E46AA8866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CA26B04C-1D52-4C78-14EA-FD0AD5951A41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C45F6C9D-7BA6-8330-0720-5B0064C40421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73" y="308823"/>
            <a:ext cx="6909295" cy="4083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>
          <a:extLst>
            <a:ext uri="{FF2B5EF4-FFF2-40B4-BE49-F238E27FC236}">
              <a16:creationId xmlns:a16="http://schemas.microsoft.com/office/drawing/2014/main" id="{48BCFA17-3F01-086E-7783-29E62D2E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47">
            <a:extLst>
              <a:ext uri="{FF2B5EF4-FFF2-40B4-BE49-F238E27FC236}">
                <a16:creationId xmlns:a16="http://schemas.microsoft.com/office/drawing/2014/main" id="{B62B21B2-BA39-EA9A-5C8B-F1728748E9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47" y="1173280"/>
            <a:ext cx="74717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 dirty="0"/>
              <a:t>Después de crear la primera versión del Business </a:t>
            </a:r>
            <a:r>
              <a:rPr lang="es-ES" sz="1100" dirty="0" err="1"/>
              <a:t>Model</a:t>
            </a:r>
            <a:r>
              <a:rPr lang="es-ES" sz="1100" dirty="0"/>
              <a:t> </a:t>
            </a:r>
            <a:r>
              <a:rPr lang="es-ES" sz="1100" dirty="0" err="1"/>
              <a:t>Canvas</a:t>
            </a:r>
            <a:r>
              <a:rPr lang="es-ES" sz="1100" dirty="0"/>
              <a:t>, el equipo debe identificar y seleccionar las suposiciones críticas sobre factibilidad, deseabilidad y viabilidad para la etapa de experimentación.</a:t>
            </a:r>
            <a:endParaRPr sz="1100" dirty="0"/>
          </a:p>
        </p:txBody>
      </p:sp>
      <p:grpSp>
        <p:nvGrpSpPr>
          <p:cNvPr id="1426" name="Google Shape;1426;p47">
            <a:extLst>
              <a:ext uri="{FF2B5EF4-FFF2-40B4-BE49-F238E27FC236}">
                <a16:creationId xmlns:a16="http://schemas.microsoft.com/office/drawing/2014/main" id="{678EECF0-FFC7-3AC4-39C9-3001E16D7FDC}"/>
              </a:ext>
            </a:extLst>
          </p:cNvPr>
          <p:cNvGrpSpPr/>
          <p:nvPr/>
        </p:nvGrpSpPr>
        <p:grpSpPr>
          <a:xfrm rot="10800000">
            <a:off x="4514005" y="3982998"/>
            <a:ext cx="225449" cy="226452"/>
            <a:chOff x="2600577" y="-942975"/>
            <a:chExt cx="225449" cy="226452"/>
          </a:xfrm>
        </p:grpSpPr>
        <p:sp>
          <p:nvSpPr>
            <p:cNvPr id="1427" name="Google Shape;1427;p47">
              <a:extLst>
                <a:ext uri="{FF2B5EF4-FFF2-40B4-BE49-F238E27FC236}">
                  <a16:creationId xmlns:a16="http://schemas.microsoft.com/office/drawing/2014/main" id="{E2716E5F-734F-8822-A916-04A26E33F5A6}"/>
                </a:ext>
              </a:extLst>
            </p:cNvPr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7">
              <a:extLst>
                <a:ext uri="{FF2B5EF4-FFF2-40B4-BE49-F238E27FC236}">
                  <a16:creationId xmlns:a16="http://schemas.microsoft.com/office/drawing/2014/main" id="{0224A1A8-47C1-EDB9-59F1-D086706B5082}"/>
                </a:ext>
              </a:extLst>
            </p:cNvPr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7">
              <a:extLst>
                <a:ext uri="{FF2B5EF4-FFF2-40B4-BE49-F238E27FC236}">
                  <a16:creationId xmlns:a16="http://schemas.microsoft.com/office/drawing/2014/main" id="{6EE8A642-E0A2-0C5B-42DB-FADA1569111E}"/>
                </a:ext>
              </a:extLst>
            </p:cNvPr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7">
              <a:extLst>
                <a:ext uri="{FF2B5EF4-FFF2-40B4-BE49-F238E27FC236}">
                  <a16:creationId xmlns:a16="http://schemas.microsoft.com/office/drawing/2014/main" id="{32253860-D580-EAD1-F349-D092202E5EDE}"/>
                </a:ext>
              </a:extLst>
            </p:cNvPr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1" name="Google Shape;1431;p47">
            <a:extLst>
              <a:ext uri="{FF2B5EF4-FFF2-40B4-BE49-F238E27FC236}">
                <a16:creationId xmlns:a16="http://schemas.microsoft.com/office/drawing/2014/main" id="{380ECDAA-7E7A-9C68-7868-BEA12DB169CF}"/>
              </a:ext>
            </a:extLst>
          </p:cNvPr>
          <p:cNvGrpSpPr/>
          <p:nvPr/>
        </p:nvGrpSpPr>
        <p:grpSpPr>
          <a:xfrm rot="10800000">
            <a:off x="6959742" y="4622698"/>
            <a:ext cx="225449" cy="226452"/>
            <a:chOff x="2600577" y="-942975"/>
            <a:chExt cx="225449" cy="226452"/>
          </a:xfrm>
        </p:grpSpPr>
        <p:sp>
          <p:nvSpPr>
            <p:cNvPr id="1432" name="Google Shape;1432;p47">
              <a:extLst>
                <a:ext uri="{FF2B5EF4-FFF2-40B4-BE49-F238E27FC236}">
                  <a16:creationId xmlns:a16="http://schemas.microsoft.com/office/drawing/2014/main" id="{CF4F9233-5D4F-6122-B328-39CE870325D6}"/>
                </a:ext>
              </a:extLst>
            </p:cNvPr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7">
              <a:extLst>
                <a:ext uri="{FF2B5EF4-FFF2-40B4-BE49-F238E27FC236}">
                  <a16:creationId xmlns:a16="http://schemas.microsoft.com/office/drawing/2014/main" id="{BEC7C084-375C-3D29-8C18-5E12B4EBD445}"/>
                </a:ext>
              </a:extLst>
            </p:cNvPr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7">
              <a:extLst>
                <a:ext uri="{FF2B5EF4-FFF2-40B4-BE49-F238E27FC236}">
                  <a16:creationId xmlns:a16="http://schemas.microsoft.com/office/drawing/2014/main" id="{1449ECDF-4B56-AFD7-5926-42606A301B06}"/>
                </a:ext>
              </a:extLst>
            </p:cNvPr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7">
              <a:extLst>
                <a:ext uri="{FF2B5EF4-FFF2-40B4-BE49-F238E27FC236}">
                  <a16:creationId xmlns:a16="http://schemas.microsoft.com/office/drawing/2014/main" id="{854AE09C-9D79-76AC-0D51-373743E1750D}"/>
                </a:ext>
              </a:extLst>
            </p:cNvPr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7">
            <a:extLst>
              <a:ext uri="{FF2B5EF4-FFF2-40B4-BE49-F238E27FC236}">
                <a16:creationId xmlns:a16="http://schemas.microsoft.com/office/drawing/2014/main" id="{C8511E30-78AA-FF06-0023-4304BF0803AB}"/>
              </a:ext>
            </a:extLst>
          </p:cNvPr>
          <p:cNvGrpSpPr/>
          <p:nvPr/>
        </p:nvGrpSpPr>
        <p:grpSpPr>
          <a:xfrm rot="10800000">
            <a:off x="4209067" y="4673048"/>
            <a:ext cx="225449" cy="226452"/>
            <a:chOff x="2600577" y="-942975"/>
            <a:chExt cx="225449" cy="226452"/>
          </a:xfrm>
        </p:grpSpPr>
        <p:sp>
          <p:nvSpPr>
            <p:cNvPr id="1437" name="Google Shape;1437;p47">
              <a:extLst>
                <a:ext uri="{FF2B5EF4-FFF2-40B4-BE49-F238E27FC236}">
                  <a16:creationId xmlns:a16="http://schemas.microsoft.com/office/drawing/2014/main" id="{6F3BF74A-0AD1-5146-2079-BA8491C676AF}"/>
                </a:ext>
              </a:extLst>
            </p:cNvPr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7">
              <a:extLst>
                <a:ext uri="{FF2B5EF4-FFF2-40B4-BE49-F238E27FC236}">
                  <a16:creationId xmlns:a16="http://schemas.microsoft.com/office/drawing/2014/main" id="{3ECF80D1-65A5-6200-8795-3DE4D8C1DEDB}"/>
                </a:ext>
              </a:extLst>
            </p:cNvPr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7">
              <a:extLst>
                <a:ext uri="{FF2B5EF4-FFF2-40B4-BE49-F238E27FC236}">
                  <a16:creationId xmlns:a16="http://schemas.microsoft.com/office/drawing/2014/main" id="{E3097E71-F3B3-F209-6112-F66A80D2C4B1}"/>
                </a:ext>
              </a:extLst>
            </p:cNvPr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7">
              <a:extLst>
                <a:ext uri="{FF2B5EF4-FFF2-40B4-BE49-F238E27FC236}">
                  <a16:creationId xmlns:a16="http://schemas.microsoft.com/office/drawing/2014/main" id="{C863805E-AC7E-A680-A99C-00C4EBF4C66D}"/>
                </a:ext>
              </a:extLst>
            </p:cNvPr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47">
            <a:extLst>
              <a:ext uri="{FF2B5EF4-FFF2-40B4-BE49-F238E27FC236}">
                <a16:creationId xmlns:a16="http://schemas.microsoft.com/office/drawing/2014/main" id="{65CC141C-B37F-E5FB-425D-B70BA0A85966}"/>
              </a:ext>
            </a:extLst>
          </p:cNvPr>
          <p:cNvGrpSpPr/>
          <p:nvPr/>
        </p:nvGrpSpPr>
        <p:grpSpPr>
          <a:xfrm>
            <a:off x="772452" y="98699"/>
            <a:ext cx="179826" cy="180626"/>
            <a:chOff x="772452" y="98699"/>
            <a:chExt cx="179826" cy="180626"/>
          </a:xfrm>
        </p:grpSpPr>
        <p:sp>
          <p:nvSpPr>
            <p:cNvPr id="1442" name="Google Shape;1442;p47">
              <a:extLst>
                <a:ext uri="{FF2B5EF4-FFF2-40B4-BE49-F238E27FC236}">
                  <a16:creationId xmlns:a16="http://schemas.microsoft.com/office/drawing/2014/main" id="{4D544F8F-9AC1-1F69-2E58-C09BE5B177AB}"/>
                </a:ext>
              </a:extLst>
            </p:cNvPr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7">
              <a:extLst>
                <a:ext uri="{FF2B5EF4-FFF2-40B4-BE49-F238E27FC236}">
                  <a16:creationId xmlns:a16="http://schemas.microsoft.com/office/drawing/2014/main" id="{CC35BF71-E050-4771-5569-08BF75C329F2}"/>
                </a:ext>
              </a:extLst>
            </p:cNvPr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7">
              <a:extLst>
                <a:ext uri="{FF2B5EF4-FFF2-40B4-BE49-F238E27FC236}">
                  <a16:creationId xmlns:a16="http://schemas.microsoft.com/office/drawing/2014/main" id="{FCEAAB93-C86A-7F76-FDE8-26E2D7A37531}"/>
                </a:ext>
              </a:extLst>
            </p:cNvPr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7">
              <a:extLst>
                <a:ext uri="{FF2B5EF4-FFF2-40B4-BE49-F238E27FC236}">
                  <a16:creationId xmlns:a16="http://schemas.microsoft.com/office/drawing/2014/main" id="{EE8CB563-D7A8-B826-DD2B-1E5DA854AEB1}"/>
                </a:ext>
              </a:extLst>
            </p:cNvPr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47">
            <a:extLst>
              <a:ext uri="{FF2B5EF4-FFF2-40B4-BE49-F238E27FC236}">
                <a16:creationId xmlns:a16="http://schemas.microsoft.com/office/drawing/2014/main" id="{F4C9D546-F94A-7944-8420-70A373A92D5F}"/>
              </a:ext>
            </a:extLst>
          </p:cNvPr>
          <p:cNvGrpSpPr/>
          <p:nvPr/>
        </p:nvGrpSpPr>
        <p:grpSpPr>
          <a:xfrm>
            <a:off x="8854500" y="1798725"/>
            <a:ext cx="180859" cy="180123"/>
            <a:chOff x="6034925" y="548950"/>
            <a:chExt cx="180859" cy="180123"/>
          </a:xfrm>
        </p:grpSpPr>
        <p:sp>
          <p:nvSpPr>
            <p:cNvPr id="1447" name="Google Shape;1447;p47">
              <a:extLst>
                <a:ext uri="{FF2B5EF4-FFF2-40B4-BE49-F238E27FC236}">
                  <a16:creationId xmlns:a16="http://schemas.microsoft.com/office/drawing/2014/main" id="{66386560-A8A2-86F9-3ECA-68E90B801B12}"/>
                </a:ext>
              </a:extLst>
            </p:cNvPr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7">
              <a:extLst>
                <a:ext uri="{FF2B5EF4-FFF2-40B4-BE49-F238E27FC236}">
                  <a16:creationId xmlns:a16="http://schemas.microsoft.com/office/drawing/2014/main" id="{D5B39245-BD0D-6062-C3B4-9B5B3C35978D}"/>
                </a:ext>
              </a:extLst>
            </p:cNvPr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7">
              <a:extLst>
                <a:ext uri="{FF2B5EF4-FFF2-40B4-BE49-F238E27FC236}">
                  <a16:creationId xmlns:a16="http://schemas.microsoft.com/office/drawing/2014/main" id="{D8C03D42-C822-C828-6EF3-A7F5B433358A}"/>
                </a:ext>
              </a:extLst>
            </p:cNvPr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7">
              <a:extLst>
                <a:ext uri="{FF2B5EF4-FFF2-40B4-BE49-F238E27FC236}">
                  <a16:creationId xmlns:a16="http://schemas.microsoft.com/office/drawing/2014/main" id="{AED9FFA2-3C68-E99E-9451-7853645AFC2D}"/>
                </a:ext>
              </a:extLst>
            </p:cNvPr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1" name="Google Shape;1451;p47">
            <a:extLst>
              <a:ext uri="{FF2B5EF4-FFF2-40B4-BE49-F238E27FC236}">
                <a16:creationId xmlns:a16="http://schemas.microsoft.com/office/drawing/2014/main" id="{ED9808AE-2288-E50B-FDD0-5E88B1371C49}"/>
              </a:ext>
            </a:extLst>
          </p:cNvPr>
          <p:cNvGrpSpPr/>
          <p:nvPr/>
        </p:nvGrpSpPr>
        <p:grpSpPr>
          <a:xfrm>
            <a:off x="8513563" y="1057025"/>
            <a:ext cx="180859" cy="180123"/>
            <a:chOff x="6034925" y="548950"/>
            <a:chExt cx="180859" cy="180123"/>
          </a:xfrm>
        </p:grpSpPr>
        <p:sp>
          <p:nvSpPr>
            <p:cNvPr id="1452" name="Google Shape;1452;p47">
              <a:extLst>
                <a:ext uri="{FF2B5EF4-FFF2-40B4-BE49-F238E27FC236}">
                  <a16:creationId xmlns:a16="http://schemas.microsoft.com/office/drawing/2014/main" id="{7B9FA68A-2F35-D1E5-0F10-EF98F7273C27}"/>
                </a:ext>
              </a:extLst>
            </p:cNvPr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7">
              <a:extLst>
                <a:ext uri="{FF2B5EF4-FFF2-40B4-BE49-F238E27FC236}">
                  <a16:creationId xmlns:a16="http://schemas.microsoft.com/office/drawing/2014/main" id="{C7781EE0-9933-D18B-DA33-C0C61642245E}"/>
                </a:ext>
              </a:extLst>
            </p:cNvPr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7">
              <a:extLst>
                <a:ext uri="{FF2B5EF4-FFF2-40B4-BE49-F238E27FC236}">
                  <a16:creationId xmlns:a16="http://schemas.microsoft.com/office/drawing/2014/main" id="{CF6219B0-13D2-A845-7413-0400AB55903C}"/>
                </a:ext>
              </a:extLst>
            </p:cNvPr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7">
              <a:extLst>
                <a:ext uri="{FF2B5EF4-FFF2-40B4-BE49-F238E27FC236}">
                  <a16:creationId xmlns:a16="http://schemas.microsoft.com/office/drawing/2014/main" id="{2B92E719-F76B-4732-E684-8016EA1AE42D}"/>
                </a:ext>
              </a:extLst>
            </p:cNvPr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47">
            <a:extLst>
              <a:ext uri="{FF2B5EF4-FFF2-40B4-BE49-F238E27FC236}">
                <a16:creationId xmlns:a16="http://schemas.microsoft.com/office/drawing/2014/main" id="{7E17C938-E377-397A-8F31-9AB9629E4715}"/>
              </a:ext>
            </a:extLst>
          </p:cNvPr>
          <p:cNvGrpSpPr/>
          <p:nvPr/>
        </p:nvGrpSpPr>
        <p:grpSpPr>
          <a:xfrm>
            <a:off x="122850" y="807500"/>
            <a:ext cx="180859" cy="180123"/>
            <a:chOff x="6034925" y="548950"/>
            <a:chExt cx="180859" cy="180123"/>
          </a:xfrm>
        </p:grpSpPr>
        <p:sp>
          <p:nvSpPr>
            <p:cNvPr id="1457" name="Google Shape;1457;p47">
              <a:extLst>
                <a:ext uri="{FF2B5EF4-FFF2-40B4-BE49-F238E27FC236}">
                  <a16:creationId xmlns:a16="http://schemas.microsoft.com/office/drawing/2014/main" id="{93C23992-3C07-7EA1-FA85-074155488E21}"/>
                </a:ext>
              </a:extLst>
            </p:cNvPr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7">
              <a:extLst>
                <a:ext uri="{FF2B5EF4-FFF2-40B4-BE49-F238E27FC236}">
                  <a16:creationId xmlns:a16="http://schemas.microsoft.com/office/drawing/2014/main" id="{9FED0D76-F1A6-D5C4-1EAD-B39929628EA0}"/>
                </a:ext>
              </a:extLst>
            </p:cNvPr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7">
              <a:extLst>
                <a:ext uri="{FF2B5EF4-FFF2-40B4-BE49-F238E27FC236}">
                  <a16:creationId xmlns:a16="http://schemas.microsoft.com/office/drawing/2014/main" id="{493F70A3-9AF8-0C62-DC17-354DFF748D82}"/>
                </a:ext>
              </a:extLst>
            </p:cNvPr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7">
              <a:extLst>
                <a:ext uri="{FF2B5EF4-FFF2-40B4-BE49-F238E27FC236}">
                  <a16:creationId xmlns:a16="http://schemas.microsoft.com/office/drawing/2014/main" id="{E8B7A1CF-FE14-C482-A6F2-B593EADE7731}"/>
                </a:ext>
              </a:extLst>
            </p:cNvPr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1" name="Google Shape;1461;p47">
            <a:extLst>
              <a:ext uri="{FF2B5EF4-FFF2-40B4-BE49-F238E27FC236}">
                <a16:creationId xmlns:a16="http://schemas.microsoft.com/office/drawing/2014/main" id="{E058C1FA-CB04-8AB3-28DF-EC2DA45293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50" y="74024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 Características de la form</a:t>
            </a:r>
            <a:r>
              <a:rPr lang="es-ES" dirty="0">
                <a:solidFill>
                  <a:schemeClr val="lt2"/>
                </a:solidFill>
              </a:rPr>
              <a:t>ulación de una hipótesis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0C9D30AB-ECCA-B7D5-4B53-6810CD2106E2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0E9A5DF2-71BA-3EC0-57DC-08E6BC0656A4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291481D5-F00B-D832-530D-2980BC135EB8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D412F48B-5F14-F817-0F7E-CA51B13E7132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Google Shape;1835;p53">
            <a:extLst>
              <a:ext uri="{FF2B5EF4-FFF2-40B4-BE49-F238E27FC236}">
                <a16:creationId xmlns:a16="http://schemas.microsoft.com/office/drawing/2014/main" id="{08464B0A-9509-A534-4AE3-31E57DDD9743}"/>
              </a:ext>
            </a:extLst>
          </p:cNvPr>
          <p:cNvSpPr/>
          <p:nvPr/>
        </p:nvSpPr>
        <p:spPr>
          <a:xfrm>
            <a:off x="1081548" y="1668394"/>
            <a:ext cx="1270506" cy="1211266"/>
          </a:xfrm>
          <a:custGeom>
            <a:avLst/>
            <a:gdLst/>
            <a:ahLst/>
            <a:cxnLst/>
            <a:rect l="l" t="t" r="r" b="b"/>
            <a:pathLst>
              <a:path w="8430" h="8038" extrusionOk="0">
                <a:moveTo>
                  <a:pt x="4411" y="0"/>
                </a:moveTo>
                <a:cubicBezTo>
                  <a:pt x="3383" y="0"/>
                  <a:pt x="2355" y="393"/>
                  <a:pt x="1570" y="1178"/>
                </a:cubicBezTo>
                <a:cubicBezTo>
                  <a:pt x="0" y="2746"/>
                  <a:pt x="0" y="5291"/>
                  <a:pt x="1570" y="6860"/>
                </a:cubicBezTo>
                <a:cubicBezTo>
                  <a:pt x="2323" y="7613"/>
                  <a:pt x="3345" y="8037"/>
                  <a:pt x="4411" y="8037"/>
                </a:cubicBezTo>
                <a:cubicBezTo>
                  <a:pt x="5477" y="8037"/>
                  <a:pt x="6500" y="7613"/>
                  <a:pt x="7253" y="6860"/>
                </a:cubicBezTo>
                <a:cubicBezTo>
                  <a:pt x="8007" y="6106"/>
                  <a:pt x="8429" y="5084"/>
                  <a:pt x="8429" y="4019"/>
                </a:cubicBezTo>
                <a:cubicBezTo>
                  <a:pt x="8429" y="2953"/>
                  <a:pt x="8007" y="1931"/>
                  <a:pt x="7253" y="1178"/>
                </a:cubicBezTo>
                <a:cubicBezTo>
                  <a:pt x="6468" y="393"/>
                  <a:pt x="5440" y="0"/>
                  <a:pt x="4411" y="0"/>
                </a:cubicBezTo>
                <a:close/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000" b="1" dirty="0">
                <a:solidFill>
                  <a:schemeClr val="dk2"/>
                </a:solidFill>
                <a:latin typeface="Signika"/>
                <a:sym typeface="Signika"/>
              </a:rPr>
              <a:t>C</a:t>
            </a:r>
            <a:endParaRPr lang="es-CL" sz="6000" dirty="0">
              <a:solidFill>
                <a:schemeClr val="dk2"/>
              </a:solidFill>
            </a:endParaRPr>
          </a:p>
        </p:txBody>
      </p:sp>
      <p:sp>
        <p:nvSpPr>
          <p:cNvPr id="9" name="Google Shape;1846;p53">
            <a:extLst>
              <a:ext uri="{FF2B5EF4-FFF2-40B4-BE49-F238E27FC236}">
                <a16:creationId xmlns:a16="http://schemas.microsoft.com/office/drawing/2014/main" id="{947CA2D7-6E49-E1A2-978F-E845B9955E8B}"/>
              </a:ext>
            </a:extLst>
          </p:cNvPr>
          <p:cNvSpPr/>
          <p:nvPr/>
        </p:nvSpPr>
        <p:spPr>
          <a:xfrm>
            <a:off x="3646601" y="1683098"/>
            <a:ext cx="1270506" cy="1211266"/>
          </a:xfrm>
          <a:custGeom>
            <a:avLst/>
            <a:gdLst/>
            <a:ahLst/>
            <a:cxnLst/>
            <a:rect l="l" t="t" r="r" b="b"/>
            <a:pathLst>
              <a:path w="8430" h="8038" extrusionOk="0">
                <a:moveTo>
                  <a:pt x="4411" y="0"/>
                </a:moveTo>
                <a:cubicBezTo>
                  <a:pt x="3383" y="0"/>
                  <a:pt x="2355" y="393"/>
                  <a:pt x="1570" y="1178"/>
                </a:cubicBezTo>
                <a:cubicBezTo>
                  <a:pt x="0" y="2746"/>
                  <a:pt x="0" y="5291"/>
                  <a:pt x="1570" y="6860"/>
                </a:cubicBezTo>
                <a:cubicBezTo>
                  <a:pt x="2323" y="7613"/>
                  <a:pt x="3345" y="8037"/>
                  <a:pt x="4411" y="8037"/>
                </a:cubicBezTo>
                <a:cubicBezTo>
                  <a:pt x="5477" y="8037"/>
                  <a:pt x="6500" y="7613"/>
                  <a:pt x="7253" y="6860"/>
                </a:cubicBezTo>
                <a:cubicBezTo>
                  <a:pt x="8007" y="6106"/>
                  <a:pt x="8429" y="5084"/>
                  <a:pt x="8429" y="4019"/>
                </a:cubicBezTo>
                <a:cubicBezTo>
                  <a:pt x="8429" y="2953"/>
                  <a:pt x="8007" y="1931"/>
                  <a:pt x="7253" y="1178"/>
                </a:cubicBezTo>
                <a:cubicBezTo>
                  <a:pt x="6468" y="393"/>
                  <a:pt x="5440" y="0"/>
                  <a:pt x="4411" y="0"/>
                </a:cubicBezTo>
                <a:close/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000" b="1" dirty="0">
                <a:solidFill>
                  <a:schemeClr val="dk2"/>
                </a:solidFill>
                <a:latin typeface="Signika"/>
                <a:sym typeface="Signika"/>
              </a:rPr>
              <a:t>P</a:t>
            </a:r>
            <a:endParaRPr lang="es-CL" dirty="0">
              <a:solidFill>
                <a:schemeClr val="dk2"/>
              </a:solidFill>
            </a:endParaRPr>
          </a:p>
        </p:txBody>
      </p:sp>
      <p:sp>
        <p:nvSpPr>
          <p:cNvPr id="10" name="Google Shape;1847;p53">
            <a:extLst>
              <a:ext uri="{FF2B5EF4-FFF2-40B4-BE49-F238E27FC236}">
                <a16:creationId xmlns:a16="http://schemas.microsoft.com/office/drawing/2014/main" id="{B985226D-A6E6-E5B5-05BC-9DF36D446A62}"/>
              </a:ext>
            </a:extLst>
          </p:cNvPr>
          <p:cNvSpPr/>
          <p:nvPr/>
        </p:nvSpPr>
        <p:spPr>
          <a:xfrm>
            <a:off x="6397276" y="1683098"/>
            <a:ext cx="1270506" cy="1211266"/>
          </a:xfrm>
          <a:custGeom>
            <a:avLst/>
            <a:gdLst/>
            <a:ahLst/>
            <a:cxnLst/>
            <a:rect l="l" t="t" r="r" b="b"/>
            <a:pathLst>
              <a:path w="8430" h="8038" extrusionOk="0">
                <a:moveTo>
                  <a:pt x="4411" y="0"/>
                </a:moveTo>
                <a:cubicBezTo>
                  <a:pt x="3383" y="0"/>
                  <a:pt x="2355" y="393"/>
                  <a:pt x="1570" y="1178"/>
                </a:cubicBezTo>
                <a:cubicBezTo>
                  <a:pt x="0" y="2746"/>
                  <a:pt x="0" y="5291"/>
                  <a:pt x="1570" y="6860"/>
                </a:cubicBezTo>
                <a:cubicBezTo>
                  <a:pt x="2323" y="7613"/>
                  <a:pt x="3345" y="8037"/>
                  <a:pt x="4411" y="8037"/>
                </a:cubicBezTo>
                <a:cubicBezTo>
                  <a:pt x="5477" y="8037"/>
                  <a:pt x="6500" y="7613"/>
                  <a:pt x="7253" y="6860"/>
                </a:cubicBezTo>
                <a:cubicBezTo>
                  <a:pt x="8007" y="6106"/>
                  <a:pt x="8429" y="5084"/>
                  <a:pt x="8429" y="4019"/>
                </a:cubicBezTo>
                <a:cubicBezTo>
                  <a:pt x="8429" y="2953"/>
                  <a:pt x="8007" y="1931"/>
                  <a:pt x="7253" y="1178"/>
                </a:cubicBezTo>
                <a:cubicBezTo>
                  <a:pt x="6468" y="393"/>
                  <a:pt x="5440" y="0"/>
                  <a:pt x="4411" y="0"/>
                </a:cubicBezTo>
                <a:close/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000" b="1" dirty="0">
                <a:solidFill>
                  <a:schemeClr val="dk2"/>
                </a:solidFill>
                <a:latin typeface="Signika"/>
                <a:sym typeface="Signika"/>
              </a:rPr>
              <a:t>D</a:t>
            </a:r>
            <a:endParaRPr lang="es-CL" dirty="0">
              <a:solidFill>
                <a:schemeClr val="dk2"/>
              </a:solidFill>
            </a:endParaRPr>
          </a:p>
        </p:txBody>
      </p:sp>
      <p:sp>
        <p:nvSpPr>
          <p:cNvPr id="11" name="Google Shape;1849;p53">
            <a:extLst>
              <a:ext uri="{FF2B5EF4-FFF2-40B4-BE49-F238E27FC236}">
                <a16:creationId xmlns:a16="http://schemas.microsoft.com/office/drawing/2014/main" id="{39A5EFDF-F174-03E8-41A1-F33CD4AD46E4}"/>
              </a:ext>
            </a:extLst>
          </p:cNvPr>
          <p:cNvSpPr/>
          <p:nvPr/>
        </p:nvSpPr>
        <p:spPr>
          <a:xfrm>
            <a:off x="875002" y="2719503"/>
            <a:ext cx="1683600" cy="486600"/>
          </a:xfrm>
          <a:prstGeom prst="roundRect">
            <a:avLst>
              <a:gd name="adj" fmla="val 3591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CL" sz="1600" b="1" dirty="0">
                <a:solidFill>
                  <a:schemeClr val="lt1"/>
                </a:solidFill>
                <a:latin typeface="Signika"/>
                <a:sym typeface="Signika"/>
              </a:rPr>
              <a:t>Comprobable</a:t>
            </a:r>
            <a:endParaRPr lang="es-CL" sz="1200" dirty="0"/>
          </a:p>
        </p:txBody>
      </p:sp>
      <p:sp>
        <p:nvSpPr>
          <p:cNvPr id="12" name="Google Shape;1850;p53">
            <a:extLst>
              <a:ext uri="{FF2B5EF4-FFF2-40B4-BE49-F238E27FC236}">
                <a16:creationId xmlns:a16="http://schemas.microsoft.com/office/drawing/2014/main" id="{4779B9ED-14B2-9906-F199-3D87C4761EC2}"/>
              </a:ext>
            </a:extLst>
          </p:cNvPr>
          <p:cNvSpPr/>
          <p:nvPr/>
        </p:nvSpPr>
        <p:spPr>
          <a:xfrm>
            <a:off x="3440059" y="2738597"/>
            <a:ext cx="1683600" cy="486600"/>
          </a:xfrm>
          <a:prstGeom prst="roundRect">
            <a:avLst>
              <a:gd name="adj" fmla="val 3591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CL" sz="1600" b="1" dirty="0">
                <a:solidFill>
                  <a:schemeClr val="lt1"/>
                </a:solidFill>
                <a:latin typeface="Signika"/>
                <a:ea typeface="Signika"/>
                <a:cs typeface="Signika"/>
                <a:sym typeface="Signika"/>
              </a:rPr>
              <a:t>Precisa</a:t>
            </a:r>
            <a:endParaRPr lang="es-CL" sz="1200" dirty="0"/>
          </a:p>
        </p:txBody>
      </p:sp>
      <p:sp>
        <p:nvSpPr>
          <p:cNvPr id="13" name="Google Shape;1851;p53">
            <a:extLst>
              <a:ext uri="{FF2B5EF4-FFF2-40B4-BE49-F238E27FC236}">
                <a16:creationId xmlns:a16="http://schemas.microsoft.com/office/drawing/2014/main" id="{105DDB59-8F07-17F4-E139-8204CDBC1788}"/>
              </a:ext>
            </a:extLst>
          </p:cNvPr>
          <p:cNvSpPr/>
          <p:nvPr/>
        </p:nvSpPr>
        <p:spPr>
          <a:xfrm>
            <a:off x="6270556" y="2738597"/>
            <a:ext cx="1683600" cy="486600"/>
          </a:xfrm>
          <a:prstGeom prst="roundRect">
            <a:avLst>
              <a:gd name="adj" fmla="val 3591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CL" sz="1600" b="1" dirty="0">
                <a:solidFill>
                  <a:schemeClr val="lt1"/>
                </a:solidFill>
                <a:latin typeface="Signika"/>
                <a:ea typeface="Signika"/>
                <a:cs typeface="Signika"/>
                <a:sym typeface="Signika"/>
              </a:rPr>
              <a:t>Discreta</a:t>
            </a:r>
            <a:endParaRPr lang="es-CL" sz="1200" dirty="0"/>
          </a:p>
        </p:txBody>
      </p:sp>
      <p:sp>
        <p:nvSpPr>
          <p:cNvPr id="14" name="Google Shape;1976;p55">
            <a:extLst>
              <a:ext uri="{FF2B5EF4-FFF2-40B4-BE49-F238E27FC236}">
                <a16:creationId xmlns:a16="http://schemas.microsoft.com/office/drawing/2014/main" id="{B99E25D1-8150-65FE-A120-A4C3B507FABC}"/>
              </a:ext>
            </a:extLst>
          </p:cNvPr>
          <p:cNvSpPr/>
          <p:nvPr/>
        </p:nvSpPr>
        <p:spPr>
          <a:xfrm>
            <a:off x="632211" y="3230279"/>
            <a:ext cx="2169180" cy="1119125"/>
          </a:xfrm>
          <a:prstGeom prst="roundRect">
            <a:avLst>
              <a:gd name="adj" fmla="val 359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Se puede demostrar, a través de la evidencia de un experimento, si una suposición es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verdadera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 (validada) o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falsa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 (invalidada).</a:t>
            </a:r>
            <a:endParaRPr lang="es-CL"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1976;p55">
            <a:extLst>
              <a:ext uri="{FF2B5EF4-FFF2-40B4-BE49-F238E27FC236}">
                <a16:creationId xmlns:a16="http://schemas.microsoft.com/office/drawing/2014/main" id="{F660A7A0-E4AE-54DF-DD15-A33DF6CA6B18}"/>
              </a:ext>
            </a:extLst>
          </p:cNvPr>
          <p:cNvSpPr/>
          <p:nvPr/>
        </p:nvSpPr>
        <p:spPr>
          <a:xfrm>
            <a:off x="3097698" y="3292024"/>
            <a:ext cx="2570598" cy="980463"/>
          </a:xfrm>
          <a:prstGeom prst="roundRect">
            <a:avLst>
              <a:gd name="adj" fmla="val 359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Debe ser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precisa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 y clara,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sin ambigüedades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, especificando lo que se espera que ocurra si es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verdadera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, a quiénes y cuándo.</a:t>
            </a:r>
            <a:endParaRPr lang="es-CL"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1976;p55">
            <a:extLst>
              <a:ext uri="{FF2B5EF4-FFF2-40B4-BE49-F238E27FC236}">
                <a16:creationId xmlns:a16="http://schemas.microsoft.com/office/drawing/2014/main" id="{B6180E64-0C5C-1952-8B86-F317228A3329}"/>
              </a:ext>
            </a:extLst>
          </p:cNvPr>
          <p:cNvSpPr/>
          <p:nvPr/>
        </p:nvSpPr>
        <p:spPr>
          <a:xfrm>
            <a:off x="5913515" y="3266967"/>
            <a:ext cx="2397682" cy="1027861"/>
          </a:xfrm>
          <a:prstGeom prst="roundRect">
            <a:avLst>
              <a:gd name="adj" fmla="val 359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Debe ser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discreta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 cuando se centra en elementos específicos, lo que asegura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claridad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 en los </a:t>
            </a:r>
            <a:r>
              <a:rPr lang="es-ES" sz="1100" b="1" dirty="0">
                <a:latin typeface="Poppins"/>
                <a:ea typeface="Poppins"/>
                <a:cs typeface="Poppins"/>
                <a:sym typeface="Poppins"/>
              </a:rPr>
              <a:t>resultados</a:t>
            </a:r>
            <a:r>
              <a:rPr lang="es-ES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s-CL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150545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>
          <a:extLst>
            <a:ext uri="{FF2B5EF4-FFF2-40B4-BE49-F238E27FC236}">
              <a16:creationId xmlns:a16="http://schemas.microsoft.com/office/drawing/2014/main" id="{1FA96626-2729-9767-B604-5411D553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47">
            <a:extLst>
              <a:ext uri="{FF2B5EF4-FFF2-40B4-BE49-F238E27FC236}">
                <a16:creationId xmlns:a16="http://schemas.microsoft.com/office/drawing/2014/main" id="{44ECA559-2020-14DA-A028-5235A81575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2278" y="2812433"/>
            <a:ext cx="7471772" cy="10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/>
              <a:t>Al decidir con qué hipótesis comenzar, es esencial que el equipo priorice aquellas con mayor incertidumbre o impacto en la viabilidad del negocio. Deben validar primero que el </a:t>
            </a:r>
            <a:r>
              <a:rPr lang="es-ES" sz="1200" b="1" dirty="0"/>
              <a:t>problema</a:t>
            </a:r>
            <a:r>
              <a:rPr lang="es-ES" sz="1200" dirty="0"/>
              <a:t> </a:t>
            </a:r>
            <a:r>
              <a:rPr lang="es-ES" sz="1200" b="1" dirty="0"/>
              <a:t>sea real y relevante para el cliente</a:t>
            </a:r>
            <a:r>
              <a:rPr lang="es-ES" sz="1200" dirty="0"/>
              <a:t>, y luego que la </a:t>
            </a:r>
            <a:r>
              <a:rPr lang="es-ES" sz="1200" b="1" dirty="0"/>
              <a:t>solución se ajuste a ese segmento</a:t>
            </a:r>
            <a:r>
              <a:rPr lang="es-ES" sz="1200" dirty="0"/>
              <a:t>. Una vez establecida esta </a:t>
            </a:r>
            <a:r>
              <a:rPr lang="es-ES" sz="1200" b="1" dirty="0"/>
              <a:t>relación</a:t>
            </a:r>
            <a:r>
              <a:rPr lang="es-ES" sz="1200" dirty="0"/>
              <a:t>, pueden avanzar en la validación de la viabilidad y factibilidad del negocio, adaptando la secuencia según su evaluación de riesgos.</a:t>
            </a:r>
          </a:p>
        </p:txBody>
      </p:sp>
      <p:sp>
        <p:nvSpPr>
          <p:cNvPr id="1420" name="Google Shape;1420;p47">
            <a:extLst>
              <a:ext uri="{FF2B5EF4-FFF2-40B4-BE49-F238E27FC236}">
                <a16:creationId xmlns:a16="http://schemas.microsoft.com/office/drawing/2014/main" id="{625461C5-06E5-C7D0-3427-A634E0030E35}"/>
              </a:ext>
            </a:extLst>
          </p:cNvPr>
          <p:cNvSpPr/>
          <p:nvPr/>
        </p:nvSpPr>
        <p:spPr>
          <a:xfrm rot="10800000">
            <a:off x="4112339" y="1669609"/>
            <a:ext cx="1085454" cy="1076752"/>
          </a:xfrm>
          <a:prstGeom prst="donut">
            <a:avLst>
              <a:gd name="adj" fmla="val 1502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47">
            <a:extLst>
              <a:ext uri="{FF2B5EF4-FFF2-40B4-BE49-F238E27FC236}">
                <a16:creationId xmlns:a16="http://schemas.microsoft.com/office/drawing/2014/main" id="{07CB2A2B-CC99-1B80-0224-0AC1AC72C851}"/>
              </a:ext>
            </a:extLst>
          </p:cNvPr>
          <p:cNvSpPr/>
          <p:nvPr/>
        </p:nvSpPr>
        <p:spPr>
          <a:xfrm rot="10800000">
            <a:off x="4161829" y="1718837"/>
            <a:ext cx="1009580" cy="1001943"/>
          </a:xfrm>
          <a:prstGeom prst="blockArc">
            <a:avLst>
              <a:gd name="adj1" fmla="val 5490482"/>
              <a:gd name="adj2" fmla="val 21574652"/>
              <a:gd name="adj3" fmla="val 88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47">
            <a:extLst>
              <a:ext uri="{FF2B5EF4-FFF2-40B4-BE49-F238E27FC236}">
                <a16:creationId xmlns:a16="http://schemas.microsoft.com/office/drawing/2014/main" id="{91D40700-8355-AC34-85C7-D0070F167E1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37028" y="2025308"/>
            <a:ext cx="657219" cy="5359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1</a:t>
            </a:r>
            <a:endParaRPr sz="3600" dirty="0"/>
          </a:p>
        </p:txBody>
      </p:sp>
      <p:grpSp>
        <p:nvGrpSpPr>
          <p:cNvPr id="1426" name="Google Shape;1426;p47">
            <a:extLst>
              <a:ext uri="{FF2B5EF4-FFF2-40B4-BE49-F238E27FC236}">
                <a16:creationId xmlns:a16="http://schemas.microsoft.com/office/drawing/2014/main" id="{5CCF5C94-73DF-071B-9084-90B02FDCBAE4}"/>
              </a:ext>
            </a:extLst>
          </p:cNvPr>
          <p:cNvGrpSpPr/>
          <p:nvPr/>
        </p:nvGrpSpPr>
        <p:grpSpPr>
          <a:xfrm rot="10800000">
            <a:off x="4514005" y="3982998"/>
            <a:ext cx="225449" cy="226452"/>
            <a:chOff x="2600577" y="-942975"/>
            <a:chExt cx="225449" cy="226452"/>
          </a:xfrm>
        </p:grpSpPr>
        <p:sp>
          <p:nvSpPr>
            <p:cNvPr id="1427" name="Google Shape;1427;p47">
              <a:extLst>
                <a:ext uri="{FF2B5EF4-FFF2-40B4-BE49-F238E27FC236}">
                  <a16:creationId xmlns:a16="http://schemas.microsoft.com/office/drawing/2014/main" id="{70951CBB-8158-5D24-2D6C-F0658F44F423}"/>
                </a:ext>
              </a:extLst>
            </p:cNvPr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7">
              <a:extLst>
                <a:ext uri="{FF2B5EF4-FFF2-40B4-BE49-F238E27FC236}">
                  <a16:creationId xmlns:a16="http://schemas.microsoft.com/office/drawing/2014/main" id="{D4D9DD34-084C-2A54-BB2E-1A030148C02C}"/>
                </a:ext>
              </a:extLst>
            </p:cNvPr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7">
              <a:extLst>
                <a:ext uri="{FF2B5EF4-FFF2-40B4-BE49-F238E27FC236}">
                  <a16:creationId xmlns:a16="http://schemas.microsoft.com/office/drawing/2014/main" id="{070C4A9B-CE2B-BF4C-C0B1-CD892F9D09CB}"/>
                </a:ext>
              </a:extLst>
            </p:cNvPr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7">
              <a:extLst>
                <a:ext uri="{FF2B5EF4-FFF2-40B4-BE49-F238E27FC236}">
                  <a16:creationId xmlns:a16="http://schemas.microsoft.com/office/drawing/2014/main" id="{C5E91512-5780-0B8D-1669-A2C3D0E7EA8A}"/>
                </a:ext>
              </a:extLst>
            </p:cNvPr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1" name="Google Shape;1431;p47">
            <a:extLst>
              <a:ext uri="{FF2B5EF4-FFF2-40B4-BE49-F238E27FC236}">
                <a16:creationId xmlns:a16="http://schemas.microsoft.com/office/drawing/2014/main" id="{05FF6A17-5465-312B-F7F5-AF5E1EE700B8}"/>
              </a:ext>
            </a:extLst>
          </p:cNvPr>
          <p:cNvGrpSpPr/>
          <p:nvPr/>
        </p:nvGrpSpPr>
        <p:grpSpPr>
          <a:xfrm rot="10800000">
            <a:off x="6959742" y="4622698"/>
            <a:ext cx="225449" cy="226452"/>
            <a:chOff x="2600577" y="-942975"/>
            <a:chExt cx="225449" cy="226452"/>
          </a:xfrm>
        </p:grpSpPr>
        <p:sp>
          <p:nvSpPr>
            <p:cNvPr id="1432" name="Google Shape;1432;p47">
              <a:extLst>
                <a:ext uri="{FF2B5EF4-FFF2-40B4-BE49-F238E27FC236}">
                  <a16:creationId xmlns:a16="http://schemas.microsoft.com/office/drawing/2014/main" id="{50EBDFF1-EEA7-19FA-8906-D1A1FAE033D1}"/>
                </a:ext>
              </a:extLst>
            </p:cNvPr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7">
              <a:extLst>
                <a:ext uri="{FF2B5EF4-FFF2-40B4-BE49-F238E27FC236}">
                  <a16:creationId xmlns:a16="http://schemas.microsoft.com/office/drawing/2014/main" id="{B2E93333-1DD7-F329-DB56-03BB91225CDE}"/>
                </a:ext>
              </a:extLst>
            </p:cNvPr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7">
              <a:extLst>
                <a:ext uri="{FF2B5EF4-FFF2-40B4-BE49-F238E27FC236}">
                  <a16:creationId xmlns:a16="http://schemas.microsoft.com/office/drawing/2014/main" id="{19953A2D-5CC4-ABC5-6711-3E8AB3C08160}"/>
                </a:ext>
              </a:extLst>
            </p:cNvPr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7">
              <a:extLst>
                <a:ext uri="{FF2B5EF4-FFF2-40B4-BE49-F238E27FC236}">
                  <a16:creationId xmlns:a16="http://schemas.microsoft.com/office/drawing/2014/main" id="{9D1C182D-9CD1-8DF0-FA96-FBFB5407A674}"/>
                </a:ext>
              </a:extLst>
            </p:cNvPr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7">
            <a:extLst>
              <a:ext uri="{FF2B5EF4-FFF2-40B4-BE49-F238E27FC236}">
                <a16:creationId xmlns:a16="http://schemas.microsoft.com/office/drawing/2014/main" id="{2FA148B9-EDE9-809C-AC01-14EA7BE99F05}"/>
              </a:ext>
            </a:extLst>
          </p:cNvPr>
          <p:cNvGrpSpPr/>
          <p:nvPr/>
        </p:nvGrpSpPr>
        <p:grpSpPr>
          <a:xfrm rot="10800000">
            <a:off x="4209067" y="4673048"/>
            <a:ext cx="225449" cy="226452"/>
            <a:chOff x="2600577" y="-942975"/>
            <a:chExt cx="225449" cy="226452"/>
          </a:xfrm>
        </p:grpSpPr>
        <p:sp>
          <p:nvSpPr>
            <p:cNvPr id="1437" name="Google Shape;1437;p47">
              <a:extLst>
                <a:ext uri="{FF2B5EF4-FFF2-40B4-BE49-F238E27FC236}">
                  <a16:creationId xmlns:a16="http://schemas.microsoft.com/office/drawing/2014/main" id="{9EEB2797-29D0-4F93-6DF5-355D49138EDD}"/>
                </a:ext>
              </a:extLst>
            </p:cNvPr>
            <p:cNvSpPr/>
            <p:nvPr/>
          </p:nvSpPr>
          <p:spPr>
            <a:xfrm>
              <a:off x="2707723" y="-942975"/>
              <a:ext cx="12178" cy="73849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7">
              <a:extLst>
                <a:ext uri="{FF2B5EF4-FFF2-40B4-BE49-F238E27FC236}">
                  <a16:creationId xmlns:a16="http://schemas.microsoft.com/office/drawing/2014/main" id="{2DB64792-A5E3-0321-D997-5AAD1DDF58F5}"/>
                </a:ext>
              </a:extLst>
            </p:cNvPr>
            <p:cNvSpPr/>
            <p:nvPr/>
          </p:nvSpPr>
          <p:spPr>
            <a:xfrm>
              <a:off x="2707723" y="-790372"/>
              <a:ext cx="12178" cy="73848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7">
              <a:extLst>
                <a:ext uri="{FF2B5EF4-FFF2-40B4-BE49-F238E27FC236}">
                  <a16:creationId xmlns:a16="http://schemas.microsoft.com/office/drawing/2014/main" id="{62518181-4AE0-B710-DDB5-AF4D5CB2C835}"/>
                </a:ext>
              </a:extLst>
            </p:cNvPr>
            <p:cNvSpPr/>
            <p:nvPr/>
          </p:nvSpPr>
          <p:spPr>
            <a:xfrm>
              <a:off x="2753239" y="-836856"/>
              <a:ext cx="72788" cy="1319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7">
              <a:extLst>
                <a:ext uri="{FF2B5EF4-FFF2-40B4-BE49-F238E27FC236}">
                  <a16:creationId xmlns:a16="http://schemas.microsoft.com/office/drawing/2014/main" id="{DDBE3358-23ED-71C2-72DB-E6B2911202D3}"/>
                </a:ext>
              </a:extLst>
            </p:cNvPr>
            <p:cNvSpPr/>
            <p:nvPr/>
          </p:nvSpPr>
          <p:spPr>
            <a:xfrm>
              <a:off x="2600577" y="-836856"/>
              <a:ext cx="72834" cy="1319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47">
            <a:extLst>
              <a:ext uri="{FF2B5EF4-FFF2-40B4-BE49-F238E27FC236}">
                <a16:creationId xmlns:a16="http://schemas.microsoft.com/office/drawing/2014/main" id="{AA357CE7-3578-9ED1-6B29-2C63C07CB360}"/>
              </a:ext>
            </a:extLst>
          </p:cNvPr>
          <p:cNvGrpSpPr/>
          <p:nvPr/>
        </p:nvGrpSpPr>
        <p:grpSpPr>
          <a:xfrm>
            <a:off x="772452" y="98699"/>
            <a:ext cx="179826" cy="180626"/>
            <a:chOff x="772452" y="98699"/>
            <a:chExt cx="179826" cy="180626"/>
          </a:xfrm>
        </p:grpSpPr>
        <p:sp>
          <p:nvSpPr>
            <p:cNvPr id="1442" name="Google Shape;1442;p47">
              <a:extLst>
                <a:ext uri="{FF2B5EF4-FFF2-40B4-BE49-F238E27FC236}">
                  <a16:creationId xmlns:a16="http://schemas.microsoft.com/office/drawing/2014/main" id="{DCCFF962-7FBD-EEFF-6315-4D70AB2F44C4}"/>
                </a:ext>
              </a:extLst>
            </p:cNvPr>
            <p:cNvSpPr/>
            <p:nvPr/>
          </p:nvSpPr>
          <p:spPr>
            <a:xfrm>
              <a:off x="857915" y="98699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0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7">
              <a:extLst>
                <a:ext uri="{FF2B5EF4-FFF2-40B4-BE49-F238E27FC236}">
                  <a16:creationId xmlns:a16="http://schemas.microsoft.com/office/drawing/2014/main" id="{072EAD90-3C17-7EBC-401B-68C02DE86F03}"/>
                </a:ext>
              </a:extLst>
            </p:cNvPr>
            <p:cNvSpPr/>
            <p:nvPr/>
          </p:nvSpPr>
          <p:spPr>
            <a:xfrm>
              <a:off x="857915" y="220422"/>
              <a:ext cx="9713" cy="58903"/>
            </a:xfrm>
            <a:custGeom>
              <a:avLst/>
              <a:gdLst/>
              <a:ahLst/>
              <a:cxnLst/>
              <a:rect l="l" t="t" r="r" b="b"/>
              <a:pathLst>
                <a:path w="263" h="1595" extrusionOk="0">
                  <a:moveTo>
                    <a:pt x="1" y="1"/>
                  </a:moveTo>
                  <a:lnTo>
                    <a:pt x="1" y="1594"/>
                  </a:lnTo>
                  <a:lnTo>
                    <a:pt x="263" y="1594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7">
              <a:extLst>
                <a:ext uri="{FF2B5EF4-FFF2-40B4-BE49-F238E27FC236}">
                  <a16:creationId xmlns:a16="http://schemas.microsoft.com/office/drawing/2014/main" id="{B0A4A140-96BF-44D8-80FB-31C2BCB0B221}"/>
                </a:ext>
              </a:extLst>
            </p:cNvPr>
            <p:cNvSpPr/>
            <p:nvPr/>
          </p:nvSpPr>
          <p:spPr>
            <a:xfrm>
              <a:off x="894220" y="183344"/>
              <a:ext cx="58058" cy="10525"/>
            </a:xfrm>
            <a:custGeom>
              <a:avLst/>
              <a:gdLst/>
              <a:ahLst/>
              <a:cxnLst/>
              <a:rect l="l" t="t" r="r" b="b"/>
              <a:pathLst>
                <a:path w="1572" h="285" extrusionOk="0">
                  <a:moveTo>
                    <a:pt x="0" y="1"/>
                  </a:moveTo>
                  <a:lnTo>
                    <a:pt x="0" y="284"/>
                  </a:lnTo>
                  <a:lnTo>
                    <a:pt x="1572" y="284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7">
              <a:extLst>
                <a:ext uri="{FF2B5EF4-FFF2-40B4-BE49-F238E27FC236}">
                  <a16:creationId xmlns:a16="http://schemas.microsoft.com/office/drawing/2014/main" id="{219CE1D4-296E-0EF6-F0E2-B76E1FD1AF72}"/>
                </a:ext>
              </a:extLst>
            </p:cNvPr>
            <p:cNvSpPr/>
            <p:nvPr/>
          </p:nvSpPr>
          <p:spPr>
            <a:xfrm>
              <a:off x="772452" y="183344"/>
              <a:ext cx="58095" cy="10525"/>
            </a:xfrm>
            <a:custGeom>
              <a:avLst/>
              <a:gdLst/>
              <a:ahLst/>
              <a:cxnLst/>
              <a:rect l="l" t="t" r="r" b="b"/>
              <a:pathLst>
                <a:path w="1573" h="285" extrusionOk="0">
                  <a:moveTo>
                    <a:pt x="1" y="1"/>
                  </a:moveTo>
                  <a:lnTo>
                    <a:pt x="1" y="284"/>
                  </a:lnTo>
                  <a:lnTo>
                    <a:pt x="1573" y="284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47">
            <a:extLst>
              <a:ext uri="{FF2B5EF4-FFF2-40B4-BE49-F238E27FC236}">
                <a16:creationId xmlns:a16="http://schemas.microsoft.com/office/drawing/2014/main" id="{D911D3A6-55F4-7DB4-3376-1DC86B5C2D83}"/>
              </a:ext>
            </a:extLst>
          </p:cNvPr>
          <p:cNvGrpSpPr/>
          <p:nvPr/>
        </p:nvGrpSpPr>
        <p:grpSpPr>
          <a:xfrm>
            <a:off x="8854500" y="1798725"/>
            <a:ext cx="180859" cy="180123"/>
            <a:chOff x="6034925" y="548950"/>
            <a:chExt cx="180859" cy="180123"/>
          </a:xfrm>
        </p:grpSpPr>
        <p:sp>
          <p:nvSpPr>
            <p:cNvPr id="1447" name="Google Shape;1447;p47">
              <a:extLst>
                <a:ext uri="{FF2B5EF4-FFF2-40B4-BE49-F238E27FC236}">
                  <a16:creationId xmlns:a16="http://schemas.microsoft.com/office/drawing/2014/main" id="{EE60C6D3-83CC-466A-D837-E24F4F1C1C16}"/>
                </a:ext>
              </a:extLst>
            </p:cNvPr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7">
              <a:extLst>
                <a:ext uri="{FF2B5EF4-FFF2-40B4-BE49-F238E27FC236}">
                  <a16:creationId xmlns:a16="http://schemas.microsoft.com/office/drawing/2014/main" id="{2740D4D0-0D85-B740-16BF-79B092244495}"/>
                </a:ext>
              </a:extLst>
            </p:cNvPr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7">
              <a:extLst>
                <a:ext uri="{FF2B5EF4-FFF2-40B4-BE49-F238E27FC236}">
                  <a16:creationId xmlns:a16="http://schemas.microsoft.com/office/drawing/2014/main" id="{1F624D4B-C9C8-956C-D440-0DE3C6C2D457}"/>
                </a:ext>
              </a:extLst>
            </p:cNvPr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7">
              <a:extLst>
                <a:ext uri="{FF2B5EF4-FFF2-40B4-BE49-F238E27FC236}">
                  <a16:creationId xmlns:a16="http://schemas.microsoft.com/office/drawing/2014/main" id="{BE98ECB5-1660-4CF6-D4BD-6BE2898C393C}"/>
                </a:ext>
              </a:extLst>
            </p:cNvPr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1" name="Google Shape;1451;p47">
            <a:extLst>
              <a:ext uri="{FF2B5EF4-FFF2-40B4-BE49-F238E27FC236}">
                <a16:creationId xmlns:a16="http://schemas.microsoft.com/office/drawing/2014/main" id="{5411E16F-4ECD-7B64-E721-A2E3C44E0496}"/>
              </a:ext>
            </a:extLst>
          </p:cNvPr>
          <p:cNvGrpSpPr/>
          <p:nvPr/>
        </p:nvGrpSpPr>
        <p:grpSpPr>
          <a:xfrm>
            <a:off x="8513563" y="1057025"/>
            <a:ext cx="180859" cy="180123"/>
            <a:chOff x="6034925" y="548950"/>
            <a:chExt cx="180859" cy="180123"/>
          </a:xfrm>
        </p:grpSpPr>
        <p:sp>
          <p:nvSpPr>
            <p:cNvPr id="1452" name="Google Shape;1452;p47">
              <a:extLst>
                <a:ext uri="{FF2B5EF4-FFF2-40B4-BE49-F238E27FC236}">
                  <a16:creationId xmlns:a16="http://schemas.microsoft.com/office/drawing/2014/main" id="{70A8D071-C439-4C39-AE6E-C776608B672C}"/>
                </a:ext>
              </a:extLst>
            </p:cNvPr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7">
              <a:extLst>
                <a:ext uri="{FF2B5EF4-FFF2-40B4-BE49-F238E27FC236}">
                  <a16:creationId xmlns:a16="http://schemas.microsoft.com/office/drawing/2014/main" id="{00E1BF2A-E442-6084-B2C6-BA804CDC10C1}"/>
                </a:ext>
              </a:extLst>
            </p:cNvPr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7">
              <a:extLst>
                <a:ext uri="{FF2B5EF4-FFF2-40B4-BE49-F238E27FC236}">
                  <a16:creationId xmlns:a16="http://schemas.microsoft.com/office/drawing/2014/main" id="{A6EE8473-4757-581D-EBE9-36DB6367DDCF}"/>
                </a:ext>
              </a:extLst>
            </p:cNvPr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7">
              <a:extLst>
                <a:ext uri="{FF2B5EF4-FFF2-40B4-BE49-F238E27FC236}">
                  <a16:creationId xmlns:a16="http://schemas.microsoft.com/office/drawing/2014/main" id="{48A80D16-FA2A-9265-9341-D022BB002C63}"/>
                </a:ext>
              </a:extLst>
            </p:cNvPr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47">
            <a:extLst>
              <a:ext uri="{FF2B5EF4-FFF2-40B4-BE49-F238E27FC236}">
                <a16:creationId xmlns:a16="http://schemas.microsoft.com/office/drawing/2014/main" id="{92A9EE01-6C83-7BA6-C1EE-90235B19C84C}"/>
              </a:ext>
            </a:extLst>
          </p:cNvPr>
          <p:cNvGrpSpPr/>
          <p:nvPr/>
        </p:nvGrpSpPr>
        <p:grpSpPr>
          <a:xfrm>
            <a:off x="122850" y="807500"/>
            <a:ext cx="180859" cy="180123"/>
            <a:chOff x="6034925" y="548950"/>
            <a:chExt cx="180859" cy="180123"/>
          </a:xfrm>
        </p:grpSpPr>
        <p:sp>
          <p:nvSpPr>
            <p:cNvPr id="1457" name="Google Shape;1457;p47">
              <a:extLst>
                <a:ext uri="{FF2B5EF4-FFF2-40B4-BE49-F238E27FC236}">
                  <a16:creationId xmlns:a16="http://schemas.microsoft.com/office/drawing/2014/main" id="{0471194A-0C2B-E2C6-15B1-82C0FC9F1643}"/>
                </a:ext>
              </a:extLst>
            </p:cNvPr>
            <p:cNvSpPr/>
            <p:nvPr/>
          </p:nvSpPr>
          <p:spPr>
            <a:xfrm>
              <a:off x="6119691" y="548950"/>
              <a:ext cx="10242" cy="58824"/>
            </a:xfrm>
            <a:custGeom>
              <a:avLst/>
              <a:gdLst/>
              <a:ahLst/>
              <a:cxnLst/>
              <a:rect l="l" t="t" r="r" b="b"/>
              <a:pathLst>
                <a:path w="612" h="3515" extrusionOk="0">
                  <a:moveTo>
                    <a:pt x="0" y="0"/>
                  </a:moveTo>
                  <a:lnTo>
                    <a:pt x="0" y="3515"/>
                  </a:lnTo>
                  <a:lnTo>
                    <a:pt x="611" y="351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7">
              <a:extLst>
                <a:ext uri="{FF2B5EF4-FFF2-40B4-BE49-F238E27FC236}">
                  <a16:creationId xmlns:a16="http://schemas.microsoft.com/office/drawing/2014/main" id="{036CB592-52BD-BAFB-AD5F-43DF0DF8071C}"/>
                </a:ext>
              </a:extLst>
            </p:cNvPr>
            <p:cNvSpPr/>
            <p:nvPr/>
          </p:nvSpPr>
          <p:spPr>
            <a:xfrm>
              <a:off x="6119691" y="670601"/>
              <a:ext cx="10242" cy="58472"/>
            </a:xfrm>
            <a:custGeom>
              <a:avLst/>
              <a:gdLst/>
              <a:ahLst/>
              <a:cxnLst/>
              <a:rect l="l" t="t" r="r" b="b"/>
              <a:pathLst>
                <a:path w="612" h="3494" extrusionOk="0">
                  <a:moveTo>
                    <a:pt x="0" y="1"/>
                  </a:moveTo>
                  <a:lnTo>
                    <a:pt x="0" y="3494"/>
                  </a:lnTo>
                  <a:lnTo>
                    <a:pt x="611" y="3494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7">
              <a:extLst>
                <a:ext uri="{FF2B5EF4-FFF2-40B4-BE49-F238E27FC236}">
                  <a16:creationId xmlns:a16="http://schemas.microsoft.com/office/drawing/2014/main" id="{4CEC979A-995F-525F-940D-854D73D3BCC7}"/>
                </a:ext>
              </a:extLst>
            </p:cNvPr>
            <p:cNvSpPr/>
            <p:nvPr/>
          </p:nvSpPr>
          <p:spPr>
            <a:xfrm>
              <a:off x="6156944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1" y="1"/>
                  </a:moveTo>
                  <a:lnTo>
                    <a:pt x="1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7">
              <a:extLst>
                <a:ext uri="{FF2B5EF4-FFF2-40B4-BE49-F238E27FC236}">
                  <a16:creationId xmlns:a16="http://schemas.microsoft.com/office/drawing/2014/main" id="{6A7C3DAB-B9F9-CE12-AFE6-F7C7F6D9C7BA}"/>
                </a:ext>
              </a:extLst>
            </p:cNvPr>
            <p:cNvSpPr/>
            <p:nvPr/>
          </p:nvSpPr>
          <p:spPr>
            <a:xfrm>
              <a:off x="6034925" y="634067"/>
              <a:ext cx="58840" cy="10259"/>
            </a:xfrm>
            <a:custGeom>
              <a:avLst/>
              <a:gdLst/>
              <a:ahLst/>
              <a:cxnLst/>
              <a:rect l="l" t="t" r="r" b="b"/>
              <a:pathLst>
                <a:path w="3516" h="613" extrusionOk="0">
                  <a:moveTo>
                    <a:pt x="0" y="1"/>
                  </a:moveTo>
                  <a:lnTo>
                    <a:pt x="0" y="612"/>
                  </a:lnTo>
                  <a:lnTo>
                    <a:pt x="3515" y="612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1" name="Google Shape;1461;p47">
            <a:extLst>
              <a:ext uri="{FF2B5EF4-FFF2-40B4-BE49-F238E27FC236}">
                <a16:creationId xmlns:a16="http://schemas.microsoft.com/office/drawing/2014/main" id="{CD6F77FC-E57D-9DE0-9B20-B5DAC041E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5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Hipótesis</a:t>
            </a:r>
            <a:r>
              <a:rPr lang="en-GB" dirty="0"/>
              <a:t> a </a:t>
            </a:r>
            <a:r>
              <a:rPr lang="en-GB" dirty="0" err="1">
                <a:solidFill>
                  <a:schemeClr val="lt2"/>
                </a:solidFill>
              </a:rPr>
              <a:t>validar</a:t>
            </a:r>
            <a:endParaRPr lang="en-GB" dirty="0">
              <a:solidFill>
                <a:schemeClr val="lt2"/>
              </a:solidFill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D799CDEC-FCC8-8576-677B-574138704E5D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A9F663B6-4CBD-2327-0F93-C66C4B0B34FA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106D7CD1-626D-EDF1-3135-45B938BE2C8F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F77710E4-2083-E65E-C176-AE76105F8AB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6070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p68"/>
          <p:cNvSpPr txBox="1">
            <a:spLocks noGrp="1"/>
          </p:cNvSpPr>
          <p:nvPr>
            <p:ph type="body" idx="1"/>
          </p:nvPr>
        </p:nvSpPr>
        <p:spPr>
          <a:xfrm>
            <a:off x="719999" y="1053300"/>
            <a:ext cx="5271515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s-ES" dirty="0"/>
              <a:t>Johnson, M., Christensen, C., &amp; </a:t>
            </a:r>
            <a:r>
              <a:rPr lang="es-ES" dirty="0" err="1"/>
              <a:t>Kagermann</a:t>
            </a:r>
            <a:r>
              <a:rPr lang="es-ES" dirty="0"/>
              <a:t>, H. (2008). Reinventando su modelo de negocio.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Harvard Business </a:t>
            </a:r>
            <a:r>
              <a:rPr lang="es-ES" dirty="0" err="1"/>
              <a:t>Review</a:t>
            </a:r>
            <a:r>
              <a:rPr lang="es-ES" dirty="0"/>
              <a:t> 86(12), 52-60.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171450" indent="-171450"/>
            <a:r>
              <a:rPr lang="es-ES" dirty="0"/>
              <a:t>Kaplan, R. &amp; Cooper, R. (1998). Costo y efecto: uso de sistemas de costos integrados para impulsar</a:t>
            </a:r>
          </a:p>
          <a:p>
            <a:pPr marL="0" indent="0"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la rentabilidad y el rendimiento. Harvard Business </a:t>
            </a:r>
            <a:r>
              <a:rPr lang="es-ES" dirty="0" err="1"/>
              <a:t>School</a:t>
            </a:r>
            <a:r>
              <a:rPr lang="es-ES" dirty="0"/>
              <a:t>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 marL="171450" indent="-171450"/>
            <a:r>
              <a:rPr lang="es-ES" dirty="0"/>
              <a:t>Modelo </a:t>
            </a:r>
            <a:r>
              <a:rPr lang="es-ES" dirty="0" err="1"/>
              <a:t>Canvas</a:t>
            </a:r>
            <a:r>
              <a:rPr lang="es-ES" dirty="0"/>
              <a:t> (2024). Modelo de negocio de Airbnb (ejemplo </a:t>
            </a:r>
            <a:r>
              <a:rPr lang="es-ES" dirty="0" err="1"/>
              <a:t>canvas</a:t>
            </a:r>
            <a:r>
              <a:rPr lang="es-ES" dirty="0"/>
              <a:t>). </a:t>
            </a:r>
            <a:r>
              <a:rPr lang="es-ES" dirty="0">
                <a:hlinkClick r:id="rId3"/>
              </a:rPr>
              <a:t>https://modelocanvas.com/modelo-de-negocio-airbnb/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171450" indent="-171450"/>
            <a:r>
              <a:rPr lang="es-ES" dirty="0"/>
              <a:t>Osterwalder, A., &amp; Pigneur, Y. (2010). Generación de modelos de negocio: un manual para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visionarios, revolucionarios y retadores. Deusto.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171450" indent="-171450"/>
            <a:r>
              <a:rPr lang="es-ES" dirty="0" err="1"/>
              <a:t>Teece</a:t>
            </a:r>
            <a:r>
              <a:rPr lang="es-ES" dirty="0"/>
              <a:t>, D. (2010). Modelos de Negocio, Estrategia de Negocio e Innovación. Long </a:t>
            </a:r>
            <a:r>
              <a:rPr lang="es-ES" dirty="0" err="1"/>
              <a:t>Range</a:t>
            </a:r>
            <a:r>
              <a:rPr lang="es-ES" dirty="0"/>
              <a:t> </a:t>
            </a:r>
            <a:r>
              <a:rPr lang="es-ES" dirty="0" err="1"/>
              <a:t>Planning</a:t>
            </a:r>
            <a:r>
              <a:rPr lang="es-ES" dirty="0"/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43(2-3), 172-194</a:t>
            </a:r>
            <a:endParaRPr dirty="0"/>
          </a:p>
        </p:txBody>
      </p:sp>
      <p:sp>
        <p:nvSpPr>
          <p:cNvPr id="2868" name="Google Shape;2868;p6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chemeClr val="lt2"/>
                </a:solidFill>
              </a:rPr>
              <a:t>Referencias</a:t>
            </a:r>
            <a:endParaRPr dirty="0"/>
          </a:p>
        </p:txBody>
      </p:sp>
      <p:grpSp>
        <p:nvGrpSpPr>
          <p:cNvPr id="2869" name="Google Shape;2869;p68"/>
          <p:cNvGrpSpPr/>
          <p:nvPr/>
        </p:nvGrpSpPr>
        <p:grpSpPr>
          <a:xfrm>
            <a:off x="6013810" y="540000"/>
            <a:ext cx="2896764" cy="2813311"/>
            <a:chOff x="5429610" y="624817"/>
            <a:chExt cx="2896764" cy="2813311"/>
          </a:xfrm>
        </p:grpSpPr>
        <p:sp>
          <p:nvSpPr>
            <p:cNvPr id="2870" name="Google Shape;2870;p68"/>
            <p:cNvSpPr/>
            <p:nvPr/>
          </p:nvSpPr>
          <p:spPr>
            <a:xfrm>
              <a:off x="5429610" y="624817"/>
              <a:ext cx="2896764" cy="2438935"/>
            </a:xfrm>
            <a:custGeom>
              <a:avLst/>
              <a:gdLst/>
              <a:ahLst/>
              <a:cxnLst/>
              <a:rect l="l" t="t" r="r" b="b"/>
              <a:pathLst>
                <a:path w="169948" h="143088" extrusionOk="0">
                  <a:moveTo>
                    <a:pt x="71694" y="1"/>
                  </a:moveTo>
                  <a:lnTo>
                    <a:pt x="61970" y="403"/>
                  </a:lnTo>
                  <a:lnTo>
                    <a:pt x="54794" y="1107"/>
                  </a:lnTo>
                  <a:lnTo>
                    <a:pt x="50099" y="1744"/>
                  </a:lnTo>
                  <a:lnTo>
                    <a:pt x="45505" y="2549"/>
                  </a:lnTo>
                  <a:lnTo>
                    <a:pt x="41011" y="3522"/>
                  </a:lnTo>
                  <a:lnTo>
                    <a:pt x="36652" y="4662"/>
                  </a:lnTo>
                  <a:lnTo>
                    <a:pt x="32427" y="5970"/>
                  </a:lnTo>
                  <a:lnTo>
                    <a:pt x="28403" y="7479"/>
                  </a:lnTo>
                  <a:lnTo>
                    <a:pt x="24546" y="9155"/>
                  </a:lnTo>
                  <a:lnTo>
                    <a:pt x="20891" y="11000"/>
                  </a:lnTo>
                  <a:lnTo>
                    <a:pt x="17504" y="13079"/>
                  </a:lnTo>
                  <a:lnTo>
                    <a:pt x="14352" y="15325"/>
                  </a:lnTo>
                  <a:lnTo>
                    <a:pt x="11468" y="17807"/>
                  </a:lnTo>
                  <a:lnTo>
                    <a:pt x="10161" y="19115"/>
                  </a:lnTo>
                  <a:lnTo>
                    <a:pt x="9859" y="19282"/>
                  </a:lnTo>
                  <a:lnTo>
                    <a:pt x="8082" y="20657"/>
                  </a:lnTo>
                  <a:lnTo>
                    <a:pt x="6472" y="22200"/>
                  </a:lnTo>
                  <a:lnTo>
                    <a:pt x="4695" y="24312"/>
                  </a:lnTo>
                  <a:lnTo>
                    <a:pt x="2951" y="27029"/>
                  </a:lnTo>
                  <a:lnTo>
                    <a:pt x="1475" y="30382"/>
                  </a:lnTo>
                  <a:lnTo>
                    <a:pt x="604" y="33366"/>
                  </a:lnTo>
                  <a:lnTo>
                    <a:pt x="201" y="35546"/>
                  </a:lnTo>
                  <a:lnTo>
                    <a:pt x="101" y="36720"/>
                  </a:lnTo>
                  <a:lnTo>
                    <a:pt x="0" y="37893"/>
                  </a:lnTo>
                  <a:lnTo>
                    <a:pt x="101" y="40375"/>
                  </a:lnTo>
                  <a:lnTo>
                    <a:pt x="503" y="42957"/>
                  </a:lnTo>
                  <a:lnTo>
                    <a:pt x="1140" y="45606"/>
                  </a:lnTo>
                  <a:lnTo>
                    <a:pt x="2481" y="49764"/>
                  </a:lnTo>
                  <a:lnTo>
                    <a:pt x="4829" y="55532"/>
                  </a:lnTo>
                  <a:lnTo>
                    <a:pt x="7511" y="61501"/>
                  </a:lnTo>
                  <a:lnTo>
                    <a:pt x="10194" y="67604"/>
                  </a:lnTo>
                  <a:lnTo>
                    <a:pt x="12542" y="73741"/>
                  </a:lnTo>
                  <a:lnTo>
                    <a:pt x="13883" y="78301"/>
                  </a:lnTo>
                  <a:lnTo>
                    <a:pt x="14520" y="81319"/>
                  </a:lnTo>
                  <a:lnTo>
                    <a:pt x="14755" y="82828"/>
                  </a:lnTo>
                  <a:lnTo>
                    <a:pt x="14922" y="84304"/>
                  </a:lnTo>
                  <a:lnTo>
                    <a:pt x="14889" y="87020"/>
                  </a:lnTo>
                  <a:lnTo>
                    <a:pt x="14520" y="89535"/>
                  </a:lnTo>
                  <a:lnTo>
                    <a:pt x="13883" y="91849"/>
                  </a:lnTo>
                  <a:lnTo>
                    <a:pt x="12508" y="95068"/>
                  </a:lnTo>
                  <a:lnTo>
                    <a:pt x="10228" y="99125"/>
                  </a:lnTo>
                  <a:lnTo>
                    <a:pt x="7914" y="103216"/>
                  </a:lnTo>
                  <a:lnTo>
                    <a:pt x="6472" y="106536"/>
                  </a:lnTo>
                  <a:lnTo>
                    <a:pt x="5734" y="108917"/>
                  </a:lnTo>
                  <a:lnTo>
                    <a:pt x="5298" y="111499"/>
                  </a:lnTo>
                  <a:lnTo>
                    <a:pt x="5198" y="114282"/>
                  </a:lnTo>
                  <a:lnTo>
                    <a:pt x="5466" y="117401"/>
                  </a:lnTo>
                  <a:lnTo>
                    <a:pt x="6204" y="120788"/>
                  </a:lnTo>
                  <a:lnTo>
                    <a:pt x="6807" y="122666"/>
                  </a:lnTo>
                  <a:lnTo>
                    <a:pt x="7109" y="123571"/>
                  </a:lnTo>
                  <a:lnTo>
                    <a:pt x="7914" y="125382"/>
                  </a:lnTo>
                  <a:lnTo>
                    <a:pt x="8853" y="127092"/>
                  </a:lnTo>
                  <a:lnTo>
                    <a:pt x="9959" y="128702"/>
                  </a:lnTo>
                  <a:lnTo>
                    <a:pt x="11837" y="130982"/>
                  </a:lnTo>
                  <a:lnTo>
                    <a:pt x="14788" y="133665"/>
                  </a:lnTo>
                  <a:lnTo>
                    <a:pt x="18209" y="136012"/>
                  </a:lnTo>
                  <a:lnTo>
                    <a:pt x="21964" y="138024"/>
                  </a:lnTo>
                  <a:lnTo>
                    <a:pt x="26055" y="139701"/>
                  </a:lnTo>
                  <a:lnTo>
                    <a:pt x="30381" y="141042"/>
                  </a:lnTo>
                  <a:lnTo>
                    <a:pt x="34875" y="142048"/>
                  </a:lnTo>
                  <a:lnTo>
                    <a:pt x="39502" y="142719"/>
                  </a:lnTo>
                  <a:lnTo>
                    <a:pt x="44130" y="143054"/>
                  </a:lnTo>
                  <a:lnTo>
                    <a:pt x="48791" y="143088"/>
                  </a:lnTo>
                  <a:lnTo>
                    <a:pt x="53318" y="142819"/>
                  </a:lnTo>
                  <a:lnTo>
                    <a:pt x="57711" y="142216"/>
                  </a:lnTo>
                  <a:lnTo>
                    <a:pt x="61869" y="141344"/>
                  </a:lnTo>
                  <a:lnTo>
                    <a:pt x="65759" y="140137"/>
                  </a:lnTo>
                  <a:lnTo>
                    <a:pt x="67570" y="139432"/>
                  </a:lnTo>
                  <a:lnTo>
                    <a:pt x="69313" y="138661"/>
                  </a:lnTo>
                  <a:lnTo>
                    <a:pt x="72633" y="136884"/>
                  </a:lnTo>
                  <a:lnTo>
                    <a:pt x="75785" y="134939"/>
                  </a:lnTo>
                  <a:lnTo>
                    <a:pt x="78803" y="132793"/>
                  </a:lnTo>
                  <a:lnTo>
                    <a:pt x="83196" y="129372"/>
                  </a:lnTo>
                  <a:lnTo>
                    <a:pt x="88998" y="124678"/>
                  </a:lnTo>
                  <a:lnTo>
                    <a:pt x="93525" y="121257"/>
                  </a:lnTo>
                  <a:lnTo>
                    <a:pt x="96677" y="119111"/>
                  </a:lnTo>
                  <a:lnTo>
                    <a:pt x="99997" y="117133"/>
                  </a:lnTo>
                  <a:lnTo>
                    <a:pt x="103551" y="115389"/>
                  </a:lnTo>
                  <a:lnTo>
                    <a:pt x="107340" y="113880"/>
                  </a:lnTo>
                  <a:lnTo>
                    <a:pt x="111431" y="112673"/>
                  </a:lnTo>
                  <a:lnTo>
                    <a:pt x="115891" y="111834"/>
                  </a:lnTo>
                  <a:lnTo>
                    <a:pt x="120720" y="111365"/>
                  </a:lnTo>
                  <a:lnTo>
                    <a:pt x="123336" y="111331"/>
                  </a:lnTo>
                  <a:lnTo>
                    <a:pt x="125951" y="111298"/>
                  </a:lnTo>
                  <a:lnTo>
                    <a:pt x="131015" y="110996"/>
                  </a:lnTo>
                  <a:lnTo>
                    <a:pt x="135844" y="110393"/>
                  </a:lnTo>
                  <a:lnTo>
                    <a:pt x="140471" y="109454"/>
                  </a:lnTo>
                  <a:lnTo>
                    <a:pt x="144831" y="108213"/>
                  </a:lnTo>
                  <a:lnTo>
                    <a:pt x="148922" y="106603"/>
                  </a:lnTo>
                  <a:lnTo>
                    <a:pt x="152677" y="104725"/>
                  </a:lnTo>
                  <a:lnTo>
                    <a:pt x="156165" y="102479"/>
                  </a:lnTo>
                  <a:lnTo>
                    <a:pt x="159284" y="99897"/>
                  </a:lnTo>
                  <a:lnTo>
                    <a:pt x="162033" y="96979"/>
                  </a:lnTo>
                  <a:lnTo>
                    <a:pt x="164414" y="93726"/>
                  </a:lnTo>
                  <a:lnTo>
                    <a:pt x="166426" y="90105"/>
                  </a:lnTo>
                  <a:lnTo>
                    <a:pt x="167969" y="86148"/>
                  </a:lnTo>
                  <a:lnTo>
                    <a:pt x="169109" y="81822"/>
                  </a:lnTo>
                  <a:lnTo>
                    <a:pt x="169779" y="77161"/>
                  </a:lnTo>
                  <a:lnTo>
                    <a:pt x="169947" y="72097"/>
                  </a:lnTo>
                  <a:lnTo>
                    <a:pt x="169847" y="69415"/>
                  </a:lnTo>
                  <a:lnTo>
                    <a:pt x="169679" y="66732"/>
                  </a:lnTo>
                  <a:lnTo>
                    <a:pt x="169243" y="61769"/>
                  </a:lnTo>
                  <a:lnTo>
                    <a:pt x="168673" y="57209"/>
                  </a:lnTo>
                  <a:lnTo>
                    <a:pt x="167969" y="53017"/>
                  </a:lnTo>
                  <a:lnTo>
                    <a:pt x="167097" y="49161"/>
                  </a:lnTo>
                  <a:lnTo>
                    <a:pt x="166024" y="45573"/>
                  </a:lnTo>
                  <a:lnTo>
                    <a:pt x="164749" y="42219"/>
                  </a:lnTo>
                  <a:lnTo>
                    <a:pt x="163240" y="39101"/>
                  </a:lnTo>
                  <a:lnTo>
                    <a:pt x="161530" y="36150"/>
                  </a:lnTo>
                  <a:lnTo>
                    <a:pt x="159552" y="33299"/>
                  </a:lnTo>
                  <a:lnTo>
                    <a:pt x="157272" y="30516"/>
                  </a:lnTo>
                  <a:lnTo>
                    <a:pt x="154757" y="27800"/>
                  </a:lnTo>
                  <a:lnTo>
                    <a:pt x="151906" y="25084"/>
                  </a:lnTo>
                  <a:lnTo>
                    <a:pt x="148721" y="22300"/>
                  </a:lnTo>
                  <a:lnTo>
                    <a:pt x="143355" y="18008"/>
                  </a:lnTo>
                  <a:lnTo>
                    <a:pt x="139264" y="14923"/>
                  </a:lnTo>
                  <a:lnTo>
                    <a:pt x="138157" y="14152"/>
                  </a:lnTo>
                  <a:lnTo>
                    <a:pt x="135710" y="12643"/>
                  </a:lnTo>
                  <a:lnTo>
                    <a:pt x="132993" y="11167"/>
                  </a:lnTo>
                  <a:lnTo>
                    <a:pt x="129942" y="9792"/>
                  </a:lnTo>
                  <a:lnTo>
                    <a:pt x="124979" y="7814"/>
                  </a:lnTo>
                  <a:lnTo>
                    <a:pt x="117501" y="5500"/>
                  </a:lnTo>
                  <a:lnTo>
                    <a:pt x="109218" y="3555"/>
                  </a:lnTo>
                  <a:lnTo>
                    <a:pt x="100365" y="1979"/>
                  </a:lnTo>
                  <a:lnTo>
                    <a:pt x="91043" y="839"/>
                  </a:lnTo>
                  <a:lnTo>
                    <a:pt x="81453" y="168"/>
                  </a:lnTo>
                  <a:lnTo>
                    <a:pt x="71694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68"/>
            <p:cNvSpPr/>
            <p:nvPr/>
          </p:nvSpPr>
          <p:spPr>
            <a:xfrm>
              <a:off x="5429610" y="624817"/>
              <a:ext cx="2896764" cy="2438935"/>
            </a:xfrm>
            <a:custGeom>
              <a:avLst/>
              <a:gdLst/>
              <a:ahLst/>
              <a:cxnLst/>
              <a:rect l="l" t="t" r="r" b="b"/>
              <a:pathLst>
                <a:path w="169948" h="143088" extrusionOk="0">
                  <a:moveTo>
                    <a:pt x="71694" y="1"/>
                  </a:moveTo>
                  <a:lnTo>
                    <a:pt x="61970" y="403"/>
                  </a:lnTo>
                  <a:lnTo>
                    <a:pt x="54794" y="1107"/>
                  </a:lnTo>
                  <a:lnTo>
                    <a:pt x="50099" y="1744"/>
                  </a:lnTo>
                  <a:lnTo>
                    <a:pt x="45505" y="2549"/>
                  </a:lnTo>
                  <a:lnTo>
                    <a:pt x="41011" y="3522"/>
                  </a:lnTo>
                  <a:lnTo>
                    <a:pt x="36652" y="4662"/>
                  </a:lnTo>
                  <a:lnTo>
                    <a:pt x="32427" y="5970"/>
                  </a:lnTo>
                  <a:lnTo>
                    <a:pt x="28403" y="7479"/>
                  </a:lnTo>
                  <a:lnTo>
                    <a:pt x="24546" y="9155"/>
                  </a:lnTo>
                  <a:lnTo>
                    <a:pt x="20891" y="11000"/>
                  </a:lnTo>
                  <a:lnTo>
                    <a:pt x="17504" y="13079"/>
                  </a:lnTo>
                  <a:lnTo>
                    <a:pt x="14352" y="15325"/>
                  </a:lnTo>
                  <a:lnTo>
                    <a:pt x="11468" y="17807"/>
                  </a:lnTo>
                  <a:lnTo>
                    <a:pt x="10161" y="19115"/>
                  </a:lnTo>
                  <a:lnTo>
                    <a:pt x="9859" y="19282"/>
                  </a:lnTo>
                  <a:lnTo>
                    <a:pt x="8082" y="20657"/>
                  </a:lnTo>
                  <a:lnTo>
                    <a:pt x="6472" y="22200"/>
                  </a:lnTo>
                  <a:lnTo>
                    <a:pt x="4695" y="24312"/>
                  </a:lnTo>
                  <a:lnTo>
                    <a:pt x="2951" y="27029"/>
                  </a:lnTo>
                  <a:lnTo>
                    <a:pt x="1475" y="30382"/>
                  </a:lnTo>
                  <a:lnTo>
                    <a:pt x="604" y="33366"/>
                  </a:lnTo>
                  <a:lnTo>
                    <a:pt x="201" y="35546"/>
                  </a:lnTo>
                  <a:lnTo>
                    <a:pt x="101" y="36720"/>
                  </a:lnTo>
                  <a:lnTo>
                    <a:pt x="0" y="37893"/>
                  </a:lnTo>
                  <a:lnTo>
                    <a:pt x="101" y="40375"/>
                  </a:lnTo>
                  <a:lnTo>
                    <a:pt x="503" y="42957"/>
                  </a:lnTo>
                  <a:lnTo>
                    <a:pt x="1140" y="45606"/>
                  </a:lnTo>
                  <a:lnTo>
                    <a:pt x="2481" y="49764"/>
                  </a:lnTo>
                  <a:lnTo>
                    <a:pt x="4829" y="55532"/>
                  </a:lnTo>
                  <a:lnTo>
                    <a:pt x="7511" y="61501"/>
                  </a:lnTo>
                  <a:lnTo>
                    <a:pt x="10194" y="67604"/>
                  </a:lnTo>
                  <a:lnTo>
                    <a:pt x="12542" y="73741"/>
                  </a:lnTo>
                  <a:lnTo>
                    <a:pt x="13883" y="78301"/>
                  </a:lnTo>
                  <a:lnTo>
                    <a:pt x="14520" y="81319"/>
                  </a:lnTo>
                  <a:lnTo>
                    <a:pt x="14755" y="82828"/>
                  </a:lnTo>
                  <a:lnTo>
                    <a:pt x="14922" y="84304"/>
                  </a:lnTo>
                  <a:lnTo>
                    <a:pt x="14889" y="87020"/>
                  </a:lnTo>
                  <a:lnTo>
                    <a:pt x="14520" y="89535"/>
                  </a:lnTo>
                  <a:lnTo>
                    <a:pt x="13883" y="91849"/>
                  </a:lnTo>
                  <a:lnTo>
                    <a:pt x="12508" y="95068"/>
                  </a:lnTo>
                  <a:lnTo>
                    <a:pt x="10228" y="99125"/>
                  </a:lnTo>
                  <a:lnTo>
                    <a:pt x="7914" y="103216"/>
                  </a:lnTo>
                  <a:lnTo>
                    <a:pt x="6472" y="106536"/>
                  </a:lnTo>
                  <a:lnTo>
                    <a:pt x="5734" y="108917"/>
                  </a:lnTo>
                  <a:lnTo>
                    <a:pt x="5298" y="111499"/>
                  </a:lnTo>
                  <a:lnTo>
                    <a:pt x="5198" y="114282"/>
                  </a:lnTo>
                  <a:lnTo>
                    <a:pt x="5466" y="117401"/>
                  </a:lnTo>
                  <a:lnTo>
                    <a:pt x="6204" y="120788"/>
                  </a:lnTo>
                  <a:lnTo>
                    <a:pt x="6807" y="122666"/>
                  </a:lnTo>
                  <a:lnTo>
                    <a:pt x="7109" y="123571"/>
                  </a:lnTo>
                  <a:lnTo>
                    <a:pt x="7914" y="125382"/>
                  </a:lnTo>
                  <a:lnTo>
                    <a:pt x="8853" y="127092"/>
                  </a:lnTo>
                  <a:lnTo>
                    <a:pt x="9959" y="128702"/>
                  </a:lnTo>
                  <a:lnTo>
                    <a:pt x="11837" y="130982"/>
                  </a:lnTo>
                  <a:lnTo>
                    <a:pt x="14788" y="133665"/>
                  </a:lnTo>
                  <a:lnTo>
                    <a:pt x="18209" y="136012"/>
                  </a:lnTo>
                  <a:lnTo>
                    <a:pt x="21964" y="138024"/>
                  </a:lnTo>
                  <a:lnTo>
                    <a:pt x="26055" y="139701"/>
                  </a:lnTo>
                  <a:lnTo>
                    <a:pt x="30381" y="141042"/>
                  </a:lnTo>
                  <a:lnTo>
                    <a:pt x="34875" y="142048"/>
                  </a:lnTo>
                  <a:lnTo>
                    <a:pt x="39502" y="142719"/>
                  </a:lnTo>
                  <a:lnTo>
                    <a:pt x="44130" y="143054"/>
                  </a:lnTo>
                  <a:lnTo>
                    <a:pt x="48791" y="143088"/>
                  </a:lnTo>
                  <a:lnTo>
                    <a:pt x="53318" y="142819"/>
                  </a:lnTo>
                  <a:lnTo>
                    <a:pt x="57711" y="142216"/>
                  </a:lnTo>
                  <a:lnTo>
                    <a:pt x="61869" y="141344"/>
                  </a:lnTo>
                  <a:lnTo>
                    <a:pt x="65759" y="140137"/>
                  </a:lnTo>
                  <a:lnTo>
                    <a:pt x="67570" y="139432"/>
                  </a:lnTo>
                  <a:lnTo>
                    <a:pt x="69313" y="138661"/>
                  </a:lnTo>
                  <a:lnTo>
                    <a:pt x="72633" y="136884"/>
                  </a:lnTo>
                  <a:lnTo>
                    <a:pt x="75785" y="134939"/>
                  </a:lnTo>
                  <a:lnTo>
                    <a:pt x="78803" y="132793"/>
                  </a:lnTo>
                  <a:lnTo>
                    <a:pt x="83196" y="129372"/>
                  </a:lnTo>
                  <a:lnTo>
                    <a:pt x="88998" y="124678"/>
                  </a:lnTo>
                  <a:lnTo>
                    <a:pt x="93525" y="121257"/>
                  </a:lnTo>
                  <a:lnTo>
                    <a:pt x="96677" y="119111"/>
                  </a:lnTo>
                  <a:lnTo>
                    <a:pt x="99997" y="117133"/>
                  </a:lnTo>
                  <a:lnTo>
                    <a:pt x="103551" y="115389"/>
                  </a:lnTo>
                  <a:lnTo>
                    <a:pt x="107340" y="113880"/>
                  </a:lnTo>
                  <a:lnTo>
                    <a:pt x="111431" y="112673"/>
                  </a:lnTo>
                  <a:lnTo>
                    <a:pt x="115891" y="111834"/>
                  </a:lnTo>
                  <a:lnTo>
                    <a:pt x="120720" y="111365"/>
                  </a:lnTo>
                  <a:lnTo>
                    <a:pt x="123336" y="111331"/>
                  </a:lnTo>
                  <a:lnTo>
                    <a:pt x="125951" y="111298"/>
                  </a:lnTo>
                  <a:lnTo>
                    <a:pt x="131015" y="110996"/>
                  </a:lnTo>
                  <a:lnTo>
                    <a:pt x="135844" y="110393"/>
                  </a:lnTo>
                  <a:lnTo>
                    <a:pt x="140471" y="109454"/>
                  </a:lnTo>
                  <a:lnTo>
                    <a:pt x="144831" y="108213"/>
                  </a:lnTo>
                  <a:lnTo>
                    <a:pt x="148922" y="106603"/>
                  </a:lnTo>
                  <a:lnTo>
                    <a:pt x="152677" y="104725"/>
                  </a:lnTo>
                  <a:lnTo>
                    <a:pt x="156165" y="102479"/>
                  </a:lnTo>
                  <a:lnTo>
                    <a:pt x="159284" y="99897"/>
                  </a:lnTo>
                  <a:lnTo>
                    <a:pt x="162033" y="96979"/>
                  </a:lnTo>
                  <a:lnTo>
                    <a:pt x="164414" y="93726"/>
                  </a:lnTo>
                  <a:lnTo>
                    <a:pt x="166426" y="90105"/>
                  </a:lnTo>
                  <a:lnTo>
                    <a:pt x="167969" y="86148"/>
                  </a:lnTo>
                  <a:lnTo>
                    <a:pt x="169109" y="81822"/>
                  </a:lnTo>
                  <a:lnTo>
                    <a:pt x="169779" y="77161"/>
                  </a:lnTo>
                  <a:lnTo>
                    <a:pt x="169947" y="72097"/>
                  </a:lnTo>
                  <a:lnTo>
                    <a:pt x="169847" y="69415"/>
                  </a:lnTo>
                  <a:lnTo>
                    <a:pt x="169679" y="66732"/>
                  </a:lnTo>
                  <a:lnTo>
                    <a:pt x="169243" y="61769"/>
                  </a:lnTo>
                  <a:lnTo>
                    <a:pt x="168673" y="57209"/>
                  </a:lnTo>
                  <a:lnTo>
                    <a:pt x="167969" y="53017"/>
                  </a:lnTo>
                  <a:lnTo>
                    <a:pt x="167097" y="49161"/>
                  </a:lnTo>
                  <a:lnTo>
                    <a:pt x="166024" y="45573"/>
                  </a:lnTo>
                  <a:lnTo>
                    <a:pt x="164749" y="42219"/>
                  </a:lnTo>
                  <a:lnTo>
                    <a:pt x="163240" y="39101"/>
                  </a:lnTo>
                  <a:lnTo>
                    <a:pt x="161530" y="36150"/>
                  </a:lnTo>
                  <a:lnTo>
                    <a:pt x="159552" y="33299"/>
                  </a:lnTo>
                  <a:lnTo>
                    <a:pt x="157272" y="30516"/>
                  </a:lnTo>
                  <a:lnTo>
                    <a:pt x="154757" y="27800"/>
                  </a:lnTo>
                  <a:lnTo>
                    <a:pt x="151906" y="25084"/>
                  </a:lnTo>
                  <a:lnTo>
                    <a:pt x="148721" y="22300"/>
                  </a:lnTo>
                  <a:lnTo>
                    <a:pt x="143355" y="18008"/>
                  </a:lnTo>
                  <a:lnTo>
                    <a:pt x="139264" y="14923"/>
                  </a:lnTo>
                  <a:lnTo>
                    <a:pt x="138157" y="14152"/>
                  </a:lnTo>
                  <a:lnTo>
                    <a:pt x="135710" y="12643"/>
                  </a:lnTo>
                  <a:lnTo>
                    <a:pt x="132993" y="11167"/>
                  </a:lnTo>
                  <a:lnTo>
                    <a:pt x="129942" y="9792"/>
                  </a:lnTo>
                  <a:lnTo>
                    <a:pt x="124979" y="7814"/>
                  </a:lnTo>
                  <a:lnTo>
                    <a:pt x="117501" y="5500"/>
                  </a:lnTo>
                  <a:lnTo>
                    <a:pt x="109218" y="3555"/>
                  </a:lnTo>
                  <a:lnTo>
                    <a:pt x="100365" y="1979"/>
                  </a:lnTo>
                  <a:lnTo>
                    <a:pt x="91043" y="839"/>
                  </a:lnTo>
                  <a:lnTo>
                    <a:pt x="81453" y="168"/>
                  </a:lnTo>
                  <a:lnTo>
                    <a:pt x="71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68"/>
            <p:cNvSpPr/>
            <p:nvPr/>
          </p:nvSpPr>
          <p:spPr>
            <a:xfrm>
              <a:off x="5641650" y="796870"/>
              <a:ext cx="2357204" cy="1705028"/>
            </a:xfrm>
            <a:custGeom>
              <a:avLst/>
              <a:gdLst/>
              <a:ahLst/>
              <a:cxnLst/>
              <a:rect l="l" t="t" r="r" b="b"/>
              <a:pathLst>
                <a:path w="138293" h="100031" extrusionOk="0">
                  <a:moveTo>
                    <a:pt x="4092" y="0"/>
                  </a:moveTo>
                  <a:lnTo>
                    <a:pt x="3690" y="34"/>
                  </a:lnTo>
                  <a:lnTo>
                    <a:pt x="2885" y="201"/>
                  </a:lnTo>
                  <a:lnTo>
                    <a:pt x="1812" y="704"/>
                  </a:lnTo>
                  <a:lnTo>
                    <a:pt x="672" y="1811"/>
                  </a:lnTo>
                  <a:lnTo>
                    <a:pt x="202" y="2884"/>
                  </a:lnTo>
                  <a:lnTo>
                    <a:pt x="34" y="3689"/>
                  </a:lnTo>
                  <a:lnTo>
                    <a:pt x="1" y="4125"/>
                  </a:lnTo>
                  <a:lnTo>
                    <a:pt x="1" y="95939"/>
                  </a:lnTo>
                  <a:lnTo>
                    <a:pt x="34" y="96375"/>
                  </a:lnTo>
                  <a:lnTo>
                    <a:pt x="202" y="97180"/>
                  </a:lnTo>
                  <a:lnTo>
                    <a:pt x="672" y="98253"/>
                  </a:lnTo>
                  <a:lnTo>
                    <a:pt x="1812" y="99360"/>
                  </a:lnTo>
                  <a:lnTo>
                    <a:pt x="2885" y="99863"/>
                  </a:lnTo>
                  <a:lnTo>
                    <a:pt x="3690" y="100030"/>
                  </a:lnTo>
                  <a:lnTo>
                    <a:pt x="134604" y="100030"/>
                  </a:lnTo>
                  <a:lnTo>
                    <a:pt x="135409" y="99863"/>
                  </a:lnTo>
                  <a:lnTo>
                    <a:pt x="136482" y="99360"/>
                  </a:lnTo>
                  <a:lnTo>
                    <a:pt x="137622" y="98253"/>
                  </a:lnTo>
                  <a:lnTo>
                    <a:pt x="138091" y="97180"/>
                  </a:lnTo>
                  <a:lnTo>
                    <a:pt x="138259" y="96375"/>
                  </a:lnTo>
                  <a:lnTo>
                    <a:pt x="138293" y="95939"/>
                  </a:lnTo>
                  <a:lnTo>
                    <a:pt x="138293" y="4125"/>
                  </a:lnTo>
                  <a:lnTo>
                    <a:pt x="138259" y="3689"/>
                  </a:lnTo>
                  <a:lnTo>
                    <a:pt x="138091" y="2884"/>
                  </a:lnTo>
                  <a:lnTo>
                    <a:pt x="137622" y="1811"/>
                  </a:lnTo>
                  <a:lnTo>
                    <a:pt x="136482" y="704"/>
                  </a:lnTo>
                  <a:lnTo>
                    <a:pt x="135409" y="201"/>
                  </a:lnTo>
                  <a:lnTo>
                    <a:pt x="134604" y="34"/>
                  </a:lnTo>
                  <a:lnTo>
                    <a:pt x="134201" y="0"/>
                  </a:lnTo>
                  <a:close/>
                </a:path>
              </a:pathLst>
            </a:custGeom>
            <a:solidFill>
              <a:schemeClr val="lt2"/>
            </a:solidFill>
            <a:ln w="15925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68"/>
            <p:cNvSpPr/>
            <p:nvPr/>
          </p:nvSpPr>
          <p:spPr>
            <a:xfrm>
              <a:off x="5685660" y="960911"/>
              <a:ext cx="2268604" cy="1436382"/>
            </a:xfrm>
            <a:custGeom>
              <a:avLst/>
              <a:gdLst/>
              <a:ahLst/>
              <a:cxnLst/>
              <a:rect l="l" t="t" r="r" b="b"/>
              <a:pathLst>
                <a:path w="133095" h="84270" extrusionOk="0">
                  <a:moveTo>
                    <a:pt x="1" y="0"/>
                  </a:moveTo>
                  <a:lnTo>
                    <a:pt x="1" y="84270"/>
                  </a:lnTo>
                  <a:lnTo>
                    <a:pt x="133095" y="84270"/>
                  </a:lnTo>
                  <a:lnTo>
                    <a:pt x="133095" y="0"/>
                  </a:lnTo>
                  <a:close/>
                </a:path>
              </a:pathLst>
            </a:custGeom>
            <a:solidFill>
              <a:schemeClr val="lt1"/>
            </a:solidFill>
            <a:ln w="15925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68"/>
            <p:cNvSpPr/>
            <p:nvPr/>
          </p:nvSpPr>
          <p:spPr>
            <a:xfrm>
              <a:off x="5804549" y="2093193"/>
              <a:ext cx="675050" cy="17"/>
            </a:xfrm>
            <a:custGeom>
              <a:avLst/>
              <a:gdLst/>
              <a:ahLst/>
              <a:cxnLst/>
              <a:rect l="l" t="t" r="r" b="b"/>
              <a:pathLst>
                <a:path w="39604" h="1" fill="none" extrusionOk="0">
                  <a:moveTo>
                    <a:pt x="1" y="1"/>
                  </a:moveTo>
                  <a:lnTo>
                    <a:pt x="39604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68"/>
            <p:cNvSpPr/>
            <p:nvPr/>
          </p:nvSpPr>
          <p:spPr>
            <a:xfrm>
              <a:off x="5916006" y="2160640"/>
              <a:ext cx="563593" cy="17"/>
            </a:xfrm>
            <a:custGeom>
              <a:avLst/>
              <a:gdLst/>
              <a:ahLst/>
              <a:cxnLst/>
              <a:rect l="l" t="t" r="r" b="b"/>
              <a:pathLst>
                <a:path w="33065" h="1" fill="none" extrusionOk="0">
                  <a:moveTo>
                    <a:pt x="1" y="1"/>
                  </a:moveTo>
                  <a:lnTo>
                    <a:pt x="33065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68"/>
            <p:cNvSpPr/>
            <p:nvPr/>
          </p:nvSpPr>
          <p:spPr>
            <a:xfrm>
              <a:off x="5804549" y="2160640"/>
              <a:ext cx="53760" cy="17"/>
            </a:xfrm>
            <a:custGeom>
              <a:avLst/>
              <a:gdLst/>
              <a:ahLst/>
              <a:cxnLst/>
              <a:rect l="l" t="t" r="r" b="b"/>
              <a:pathLst>
                <a:path w="3154" h="1" fill="none" extrusionOk="0">
                  <a:moveTo>
                    <a:pt x="1" y="1"/>
                  </a:moveTo>
                  <a:lnTo>
                    <a:pt x="3153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68"/>
            <p:cNvSpPr/>
            <p:nvPr/>
          </p:nvSpPr>
          <p:spPr>
            <a:xfrm>
              <a:off x="5804549" y="2227525"/>
              <a:ext cx="675050" cy="17"/>
            </a:xfrm>
            <a:custGeom>
              <a:avLst/>
              <a:gdLst/>
              <a:ahLst/>
              <a:cxnLst/>
              <a:rect l="l" t="t" r="r" b="b"/>
              <a:pathLst>
                <a:path w="39604" h="1" fill="none" extrusionOk="0">
                  <a:moveTo>
                    <a:pt x="1" y="0"/>
                  </a:moveTo>
                  <a:lnTo>
                    <a:pt x="39604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68"/>
            <p:cNvSpPr/>
            <p:nvPr/>
          </p:nvSpPr>
          <p:spPr>
            <a:xfrm>
              <a:off x="6430424" y="2294392"/>
              <a:ext cx="49175" cy="17"/>
            </a:xfrm>
            <a:custGeom>
              <a:avLst/>
              <a:gdLst/>
              <a:ahLst/>
              <a:cxnLst/>
              <a:rect l="l" t="t" r="r" b="b"/>
              <a:pathLst>
                <a:path w="2885" h="1" fill="none" extrusionOk="0">
                  <a:moveTo>
                    <a:pt x="1" y="1"/>
                  </a:moveTo>
                  <a:lnTo>
                    <a:pt x="2885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68"/>
            <p:cNvSpPr/>
            <p:nvPr/>
          </p:nvSpPr>
          <p:spPr>
            <a:xfrm>
              <a:off x="5804549" y="2294392"/>
              <a:ext cx="567599" cy="17"/>
            </a:xfrm>
            <a:custGeom>
              <a:avLst/>
              <a:gdLst/>
              <a:ahLst/>
              <a:cxnLst/>
              <a:rect l="l" t="t" r="r" b="b"/>
              <a:pathLst>
                <a:path w="33300" h="1" fill="none" extrusionOk="0">
                  <a:moveTo>
                    <a:pt x="1" y="1"/>
                  </a:moveTo>
                  <a:lnTo>
                    <a:pt x="33300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68"/>
            <p:cNvSpPr/>
            <p:nvPr/>
          </p:nvSpPr>
          <p:spPr>
            <a:xfrm>
              <a:off x="5782834" y="1078078"/>
              <a:ext cx="1631292" cy="524730"/>
            </a:xfrm>
            <a:custGeom>
              <a:avLst/>
              <a:gdLst/>
              <a:ahLst/>
              <a:cxnLst/>
              <a:rect l="l" t="t" r="r" b="b"/>
              <a:pathLst>
                <a:path w="95705" h="30785" extrusionOk="0">
                  <a:moveTo>
                    <a:pt x="2382" y="1"/>
                  </a:moveTo>
                  <a:lnTo>
                    <a:pt x="1879" y="34"/>
                  </a:lnTo>
                  <a:lnTo>
                    <a:pt x="1040" y="403"/>
                  </a:lnTo>
                  <a:lnTo>
                    <a:pt x="403" y="1074"/>
                  </a:lnTo>
                  <a:lnTo>
                    <a:pt x="34" y="1912"/>
                  </a:lnTo>
                  <a:lnTo>
                    <a:pt x="1" y="2415"/>
                  </a:lnTo>
                  <a:lnTo>
                    <a:pt x="1" y="28403"/>
                  </a:lnTo>
                  <a:lnTo>
                    <a:pt x="34" y="28906"/>
                  </a:lnTo>
                  <a:lnTo>
                    <a:pt x="403" y="29745"/>
                  </a:lnTo>
                  <a:lnTo>
                    <a:pt x="1040" y="30415"/>
                  </a:lnTo>
                  <a:lnTo>
                    <a:pt x="1879" y="30751"/>
                  </a:lnTo>
                  <a:lnTo>
                    <a:pt x="2382" y="30784"/>
                  </a:lnTo>
                  <a:lnTo>
                    <a:pt x="93324" y="30784"/>
                  </a:lnTo>
                  <a:lnTo>
                    <a:pt x="93793" y="30751"/>
                  </a:lnTo>
                  <a:lnTo>
                    <a:pt x="94665" y="30415"/>
                  </a:lnTo>
                  <a:lnTo>
                    <a:pt x="95302" y="29745"/>
                  </a:lnTo>
                  <a:lnTo>
                    <a:pt x="95671" y="28906"/>
                  </a:lnTo>
                  <a:lnTo>
                    <a:pt x="95705" y="28403"/>
                  </a:lnTo>
                  <a:lnTo>
                    <a:pt x="95705" y="2415"/>
                  </a:lnTo>
                  <a:lnTo>
                    <a:pt x="95671" y="1912"/>
                  </a:lnTo>
                  <a:lnTo>
                    <a:pt x="95302" y="1074"/>
                  </a:lnTo>
                  <a:lnTo>
                    <a:pt x="94665" y="403"/>
                  </a:lnTo>
                  <a:lnTo>
                    <a:pt x="93793" y="34"/>
                  </a:lnTo>
                  <a:lnTo>
                    <a:pt x="933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68"/>
            <p:cNvSpPr/>
            <p:nvPr/>
          </p:nvSpPr>
          <p:spPr>
            <a:xfrm>
              <a:off x="5778828" y="1074652"/>
              <a:ext cx="1638740" cy="532162"/>
            </a:xfrm>
            <a:custGeom>
              <a:avLst/>
              <a:gdLst/>
              <a:ahLst/>
              <a:cxnLst/>
              <a:rect l="l" t="t" r="r" b="b"/>
              <a:pathLst>
                <a:path w="96142" h="31221" extrusionOk="0">
                  <a:moveTo>
                    <a:pt x="2583" y="0"/>
                  </a:moveTo>
                  <a:lnTo>
                    <a:pt x="2080" y="34"/>
                  </a:lnTo>
                  <a:lnTo>
                    <a:pt x="1141" y="436"/>
                  </a:lnTo>
                  <a:lnTo>
                    <a:pt x="437" y="1141"/>
                  </a:lnTo>
                  <a:lnTo>
                    <a:pt x="34" y="2080"/>
                  </a:lnTo>
                  <a:lnTo>
                    <a:pt x="1" y="2616"/>
                  </a:lnTo>
                  <a:lnTo>
                    <a:pt x="1" y="28604"/>
                  </a:lnTo>
                  <a:lnTo>
                    <a:pt x="34" y="29141"/>
                  </a:lnTo>
                  <a:lnTo>
                    <a:pt x="437" y="30080"/>
                  </a:lnTo>
                  <a:lnTo>
                    <a:pt x="1141" y="30784"/>
                  </a:lnTo>
                  <a:lnTo>
                    <a:pt x="2080" y="31186"/>
                  </a:lnTo>
                  <a:lnTo>
                    <a:pt x="2583" y="31220"/>
                  </a:lnTo>
                  <a:lnTo>
                    <a:pt x="93559" y="31220"/>
                  </a:lnTo>
                  <a:lnTo>
                    <a:pt x="94096" y="31186"/>
                  </a:lnTo>
                  <a:lnTo>
                    <a:pt x="95001" y="30784"/>
                  </a:lnTo>
                  <a:lnTo>
                    <a:pt x="95705" y="30080"/>
                  </a:lnTo>
                  <a:lnTo>
                    <a:pt x="96108" y="29141"/>
                  </a:lnTo>
                  <a:lnTo>
                    <a:pt x="96141" y="28604"/>
                  </a:lnTo>
                  <a:lnTo>
                    <a:pt x="96141" y="2616"/>
                  </a:lnTo>
                  <a:lnTo>
                    <a:pt x="96108" y="2080"/>
                  </a:lnTo>
                  <a:lnTo>
                    <a:pt x="95705" y="1141"/>
                  </a:lnTo>
                  <a:lnTo>
                    <a:pt x="95001" y="436"/>
                  </a:lnTo>
                  <a:lnTo>
                    <a:pt x="93559" y="436"/>
                  </a:lnTo>
                  <a:lnTo>
                    <a:pt x="93995" y="470"/>
                  </a:lnTo>
                  <a:lnTo>
                    <a:pt x="94766" y="805"/>
                  </a:lnTo>
                  <a:lnTo>
                    <a:pt x="95370" y="1375"/>
                  </a:lnTo>
                  <a:lnTo>
                    <a:pt x="95705" y="2147"/>
                  </a:lnTo>
                  <a:lnTo>
                    <a:pt x="95739" y="2616"/>
                  </a:lnTo>
                  <a:lnTo>
                    <a:pt x="95739" y="28604"/>
                  </a:lnTo>
                  <a:lnTo>
                    <a:pt x="95705" y="29040"/>
                  </a:lnTo>
                  <a:lnTo>
                    <a:pt x="95370" y="29845"/>
                  </a:lnTo>
                  <a:lnTo>
                    <a:pt x="94766" y="30415"/>
                  </a:lnTo>
                  <a:lnTo>
                    <a:pt x="93995" y="30751"/>
                  </a:lnTo>
                  <a:lnTo>
                    <a:pt x="93559" y="30784"/>
                  </a:lnTo>
                  <a:lnTo>
                    <a:pt x="2583" y="30784"/>
                  </a:lnTo>
                  <a:lnTo>
                    <a:pt x="2147" y="30751"/>
                  </a:lnTo>
                  <a:lnTo>
                    <a:pt x="1376" y="30415"/>
                  </a:lnTo>
                  <a:lnTo>
                    <a:pt x="772" y="29845"/>
                  </a:lnTo>
                  <a:lnTo>
                    <a:pt x="437" y="29040"/>
                  </a:lnTo>
                  <a:lnTo>
                    <a:pt x="437" y="28604"/>
                  </a:lnTo>
                  <a:lnTo>
                    <a:pt x="437" y="2616"/>
                  </a:lnTo>
                  <a:lnTo>
                    <a:pt x="437" y="2147"/>
                  </a:lnTo>
                  <a:lnTo>
                    <a:pt x="772" y="1375"/>
                  </a:lnTo>
                  <a:lnTo>
                    <a:pt x="1376" y="805"/>
                  </a:lnTo>
                  <a:lnTo>
                    <a:pt x="2147" y="470"/>
                  </a:lnTo>
                  <a:lnTo>
                    <a:pt x="2583" y="436"/>
                  </a:lnTo>
                  <a:lnTo>
                    <a:pt x="93559" y="436"/>
                  </a:lnTo>
                  <a:lnTo>
                    <a:pt x="93559" y="0"/>
                  </a:lnTo>
                  <a:close/>
                </a:path>
              </a:pathLst>
            </a:custGeom>
            <a:solidFill>
              <a:srgbClr val="2E35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68"/>
            <p:cNvSpPr/>
            <p:nvPr/>
          </p:nvSpPr>
          <p:spPr>
            <a:xfrm>
              <a:off x="6906559" y="1082084"/>
              <a:ext cx="230926" cy="86316"/>
            </a:xfrm>
            <a:custGeom>
              <a:avLst/>
              <a:gdLst/>
              <a:ahLst/>
              <a:cxnLst/>
              <a:rect l="l" t="t" r="r" b="b"/>
              <a:pathLst>
                <a:path w="13548" h="5064" extrusionOk="0">
                  <a:moveTo>
                    <a:pt x="939" y="0"/>
                  </a:moveTo>
                  <a:lnTo>
                    <a:pt x="1006" y="101"/>
                  </a:lnTo>
                  <a:lnTo>
                    <a:pt x="201" y="906"/>
                  </a:lnTo>
                  <a:lnTo>
                    <a:pt x="0" y="1141"/>
                  </a:lnTo>
                  <a:lnTo>
                    <a:pt x="0" y="1744"/>
                  </a:lnTo>
                  <a:lnTo>
                    <a:pt x="201" y="2012"/>
                  </a:lnTo>
                  <a:lnTo>
                    <a:pt x="1241" y="3052"/>
                  </a:lnTo>
                  <a:lnTo>
                    <a:pt x="1509" y="3253"/>
                  </a:lnTo>
                  <a:lnTo>
                    <a:pt x="2113" y="3253"/>
                  </a:lnTo>
                  <a:lnTo>
                    <a:pt x="2348" y="3052"/>
                  </a:lnTo>
                  <a:lnTo>
                    <a:pt x="3152" y="2247"/>
                  </a:lnTo>
                  <a:lnTo>
                    <a:pt x="3655" y="2549"/>
                  </a:lnTo>
                  <a:lnTo>
                    <a:pt x="4695" y="2985"/>
                  </a:lnTo>
                  <a:lnTo>
                    <a:pt x="5265" y="3119"/>
                  </a:lnTo>
                  <a:lnTo>
                    <a:pt x="5265" y="4259"/>
                  </a:lnTo>
                  <a:lnTo>
                    <a:pt x="5299" y="4594"/>
                  </a:lnTo>
                  <a:lnTo>
                    <a:pt x="5734" y="4997"/>
                  </a:lnTo>
                  <a:lnTo>
                    <a:pt x="6036" y="5064"/>
                  </a:lnTo>
                  <a:lnTo>
                    <a:pt x="7512" y="5064"/>
                  </a:lnTo>
                  <a:lnTo>
                    <a:pt x="7847" y="4997"/>
                  </a:lnTo>
                  <a:lnTo>
                    <a:pt x="8283" y="4594"/>
                  </a:lnTo>
                  <a:lnTo>
                    <a:pt x="8317" y="4259"/>
                  </a:lnTo>
                  <a:lnTo>
                    <a:pt x="8317" y="3119"/>
                  </a:lnTo>
                  <a:lnTo>
                    <a:pt x="8853" y="2985"/>
                  </a:lnTo>
                  <a:lnTo>
                    <a:pt x="9926" y="2549"/>
                  </a:lnTo>
                  <a:lnTo>
                    <a:pt x="10396" y="2247"/>
                  </a:lnTo>
                  <a:lnTo>
                    <a:pt x="11200" y="3052"/>
                  </a:lnTo>
                  <a:lnTo>
                    <a:pt x="11469" y="3253"/>
                  </a:lnTo>
                  <a:lnTo>
                    <a:pt x="12072" y="3253"/>
                  </a:lnTo>
                  <a:lnTo>
                    <a:pt x="12341" y="3052"/>
                  </a:lnTo>
                  <a:lnTo>
                    <a:pt x="13380" y="2012"/>
                  </a:lnTo>
                  <a:lnTo>
                    <a:pt x="13548" y="1744"/>
                  </a:lnTo>
                  <a:lnTo>
                    <a:pt x="13548" y="1141"/>
                  </a:lnTo>
                  <a:lnTo>
                    <a:pt x="13380" y="906"/>
                  </a:lnTo>
                  <a:lnTo>
                    <a:pt x="12575" y="101"/>
                  </a:lnTo>
                  <a:lnTo>
                    <a:pt x="12642" y="0"/>
                  </a:lnTo>
                  <a:lnTo>
                    <a:pt x="10429" y="0"/>
                  </a:lnTo>
                  <a:lnTo>
                    <a:pt x="10060" y="369"/>
                  </a:lnTo>
                  <a:lnTo>
                    <a:pt x="9188" y="939"/>
                  </a:lnTo>
                  <a:lnTo>
                    <a:pt x="8249" y="1342"/>
                  </a:lnTo>
                  <a:lnTo>
                    <a:pt x="7277" y="1543"/>
                  </a:lnTo>
                  <a:lnTo>
                    <a:pt x="6271" y="1543"/>
                  </a:lnTo>
                  <a:lnTo>
                    <a:pt x="5299" y="1342"/>
                  </a:lnTo>
                  <a:lnTo>
                    <a:pt x="4360" y="939"/>
                  </a:lnTo>
                  <a:lnTo>
                    <a:pt x="3521" y="369"/>
                  </a:lnTo>
                  <a:lnTo>
                    <a:pt x="31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68"/>
            <p:cNvSpPr/>
            <p:nvPr/>
          </p:nvSpPr>
          <p:spPr>
            <a:xfrm>
              <a:off x="6170369" y="1472465"/>
              <a:ext cx="289799" cy="126917"/>
            </a:xfrm>
            <a:custGeom>
              <a:avLst/>
              <a:gdLst/>
              <a:ahLst/>
              <a:cxnLst/>
              <a:rect l="l" t="t" r="r" b="b"/>
              <a:pathLst>
                <a:path w="17002" h="7446" extrusionOk="0">
                  <a:moveTo>
                    <a:pt x="7780" y="1"/>
                  </a:moveTo>
                  <a:lnTo>
                    <a:pt x="7445" y="34"/>
                  </a:lnTo>
                  <a:lnTo>
                    <a:pt x="7009" y="470"/>
                  </a:lnTo>
                  <a:lnTo>
                    <a:pt x="6975" y="772"/>
                  </a:lnTo>
                  <a:lnTo>
                    <a:pt x="6975" y="1912"/>
                  </a:lnTo>
                  <a:lnTo>
                    <a:pt x="6405" y="2080"/>
                  </a:lnTo>
                  <a:lnTo>
                    <a:pt x="5366" y="2516"/>
                  </a:lnTo>
                  <a:lnTo>
                    <a:pt x="4863" y="2784"/>
                  </a:lnTo>
                  <a:lnTo>
                    <a:pt x="4058" y="1979"/>
                  </a:lnTo>
                  <a:lnTo>
                    <a:pt x="3823" y="1811"/>
                  </a:lnTo>
                  <a:lnTo>
                    <a:pt x="3219" y="1811"/>
                  </a:lnTo>
                  <a:lnTo>
                    <a:pt x="2951" y="1979"/>
                  </a:lnTo>
                  <a:lnTo>
                    <a:pt x="1912" y="3052"/>
                  </a:lnTo>
                  <a:lnTo>
                    <a:pt x="1710" y="3287"/>
                  </a:lnTo>
                  <a:lnTo>
                    <a:pt x="1710" y="3891"/>
                  </a:lnTo>
                  <a:lnTo>
                    <a:pt x="1912" y="4159"/>
                  </a:lnTo>
                  <a:lnTo>
                    <a:pt x="2683" y="4964"/>
                  </a:lnTo>
                  <a:lnTo>
                    <a:pt x="2415" y="5433"/>
                  </a:lnTo>
                  <a:lnTo>
                    <a:pt x="1979" y="6506"/>
                  </a:lnTo>
                  <a:lnTo>
                    <a:pt x="1811" y="7043"/>
                  </a:lnTo>
                  <a:lnTo>
                    <a:pt x="671" y="7043"/>
                  </a:lnTo>
                  <a:lnTo>
                    <a:pt x="470" y="7076"/>
                  </a:lnTo>
                  <a:lnTo>
                    <a:pt x="134" y="7277"/>
                  </a:lnTo>
                  <a:lnTo>
                    <a:pt x="0" y="7445"/>
                  </a:lnTo>
                  <a:lnTo>
                    <a:pt x="3521" y="7445"/>
                  </a:lnTo>
                  <a:lnTo>
                    <a:pt x="3655" y="6942"/>
                  </a:lnTo>
                  <a:lnTo>
                    <a:pt x="4024" y="6104"/>
                  </a:lnTo>
                  <a:lnTo>
                    <a:pt x="4762" y="4997"/>
                  </a:lnTo>
                  <a:lnTo>
                    <a:pt x="6103" y="4025"/>
                  </a:lnTo>
                  <a:lnTo>
                    <a:pt x="7679" y="3522"/>
                  </a:lnTo>
                  <a:lnTo>
                    <a:pt x="9289" y="3522"/>
                  </a:lnTo>
                  <a:lnTo>
                    <a:pt x="10865" y="4025"/>
                  </a:lnTo>
                  <a:lnTo>
                    <a:pt x="12206" y="4997"/>
                  </a:lnTo>
                  <a:lnTo>
                    <a:pt x="12944" y="6104"/>
                  </a:lnTo>
                  <a:lnTo>
                    <a:pt x="13313" y="6942"/>
                  </a:lnTo>
                  <a:lnTo>
                    <a:pt x="13447" y="7445"/>
                  </a:lnTo>
                  <a:lnTo>
                    <a:pt x="17002" y="7445"/>
                  </a:lnTo>
                  <a:lnTo>
                    <a:pt x="16868" y="7277"/>
                  </a:lnTo>
                  <a:lnTo>
                    <a:pt x="16499" y="7076"/>
                  </a:lnTo>
                  <a:lnTo>
                    <a:pt x="15157" y="7076"/>
                  </a:lnTo>
                  <a:lnTo>
                    <a:pt x="15023" y="6506"/>
                  </a:lnTo>
                  <a:lnTo>
                    <a:pt x="14587" y="5467"/>
                  </a:lnTo>
                  <a:lnTo>
                    <a:pt x="14285" y="4964"/>
                  </a:lnTo>
                  <a:lnTo>
                    <a:pt x="15090" y="4159"/>
                  </a:lnTo>
                  <a:lnTo>
                    <a:pt x="15291" y="3891"/>
                  </a:lnTo>
                  <a:lnTo>
                    <a:pt x="15291" y="3287"/>
                  </a:lnTo>
                  <a:lnTo>
                    <a:pt x="15090" y="3052"/>
                  </a:lnTo>
                  <a:lnTo>
                    <a:pt x="14051" y="1979"/>
                  </a:lnTo>
                  <a:lnTo>
                    <a:pt x="13782" y="1811"/>
                  </a:lnTo>
                  <a:lnTo>
                    <a:pt x="13179" y="1811"/>
                  </a:lnTo>
                  <a:lnTo>
                    <a:pt x="12944" y="1979"/>
                  </a:lnTo>
                  <a:lnTo>
                    <a:pt x="12139" y="2784"/>
                  </a:lnTo>
                  <a:lnTo>
                    <a:pt x="11636" y="2516"/>
                  </a:lnTo>
                  <a:lnTo>
                    <a:pt x="10597" y="2080"/>
                  </a:lnTo>
                  <a:lnTo>
                    <a:pt x="10027" y="1912"/>
                  </a:lnTo>
                  <a:lnTo>
                    <a:pt x="10027" y="772"/>
                  </a:lnTo>
                  <a:lnTo>
                    <a:pt x="9993" y="470"/>
                  </a:lnTo>
                  <a:lnTo>
                    <a:pt x="9557" y="34"/>
                  </a:lnTo>
                  <a:lnTo>
                    <a:pt x="92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68"/>
            <p:cNvSpPr/>
            <p:nvPr/>
          </p:nvSpPr>
          <p:spPr>
            <a:xfrm>
              <a:off x="5786260" y="1145525"/>
              <a:ext cx="178921" cy="292663"/>
            </a:xfrm>
            <a:custGeom>
              <a:avLst/>
              <a:gdLst/>
              <a:ahLst/>
              <a:cxnLst/>
              <a:rect l="l" t="t" r="r" b="b"/>
              <a:pathLst>
                <a:path w="10497" h="17170" extrusionOk="0">
                  <a:moveTo>
                    <a:pt x="1175" y="1"/>
                  </a:moveTo>
                  <a:lnTo>
                    <a:pt x="839" y="68"/>
                  </a:lnTo>
                  <a:lnTo>
                    <a:pt x="403" y="470"/>
                  </a:lnTo>
                  <a:lnTo>
                    <a:pt x="370" y="805"/>
                  </a:lnTo>
                  <a:lnTo>
                    <a:pt x="370" y="1946"/>
                  </a:lnTo>
                  <a:lnTo>
                    <a:pt x="169" y="1979"/>
                  </a:lnTo>
                  <a:lnTo>
                    <a:pt x="1" y="2046"/>
                  </a:lnTo>
                  <a:lnTo>
                    <a:pt x="1" y="3890"/>
                  </a:lnTo>
                  <a:lnTo>
                    <a:pt x="672" y="3656"/>
                  </a:lnTo>
                  <a:lnTo>
                    <a:pt x="1376" y="3522"/>
                  </a:lnTo>
                  <a:lnTo>
                    <a:pt x="1979" y="3488"/>
                  </a:lnTo>
                  <a:lnTo>
                    <a:pt x="3153" y="3622"/>
                  </a:lnTo>
                  <a:lnTo>
                    <a:pt x="4226" y="4025"/>
                  </a:lnTo>
                  <a:lnTo>
                    <a:pt x="5199" y="4662"/>
                  </a:lnTo>
                  <a:lnTo>
                    <a:pt x="5970" y="5467"/>
                  </a:lnTo>
                  <a:lnTo>
                    <a:pt x="6573" y="6439"/>
                  </a:lnTo>
                  <a:lnTo>
                    <a:pt x="6942" y="7512"/>
                  </a:lnTo>
                  <a:lnTo>
                    <a:pt x="7043" y="8686"/>
                  </a:lnTo>
                  <a:lnTo>
                    <a:pt x="6976" y="9289"/>
                  </a:lnTo>
                  <a:lnTo>
                    <a:pt x="6875" y="9926"/>
                  </a:lnTo>
                  <a:lnTo>
                    <a:pt x="6439" y="11000"/>
                  </a:lnTo>
                  <a:lnTo>
                    <a:pt x="5769" y="11938"/>
                  </a:lnTo>
                  <a:lnTo>
                    <a:pt x="4930" y="12710"/>
                  </a:lnTo>
                  <a:lnTo>
                    <a:pt x="3958" y="13280"/>
                  </a:lnTo>
                  <a:lnTo>
                    <a:pt x="2885" y="13615"/>
                  </a:lnTo>
                  <a:lnTo>
                    <a:pt x="1745" y="13682"/>
                  </a:lnTo>
                  <a:lnTo>
                    <a:pt x="571" y="13515"/>
                  </a:lnTo>
                  <a:lnTo>
                    <a:pt x="1" y="13313"/>
                  </a:lnTo>
                  <a:lnTo>
                    <a:pt x="1" y="15158"/>
                  </a:lnTo>
                  <a:lnTo>
                    <a:pt x="202" y="15191"/>
                  </a:lnTo>
                  <a:lnTo>
                    <a:pt x="370" y="15258"/>
                  </a:lnTo>
                  <a:lnTo>
                    <a:pt x="370" y="16398"/>
                  </a:lnTo>
                  <a:lnTo>
                    <a:pt x="437" y="16700"/>
                  </a:lnTo>
                  <a:lnTo>
                    <a:pt x="839" y="17136"/>
                  </a:lnTo>
                  <a:lnTo>
                    <a:pt x="1175" y="17170"/>
                  </a:lnTo>
                  <a:lnTo>
                    <a:pt x="2650" y="17170"/>
                  </a:lnTo>
                  <a:lnTo>
                    <a:pt x="2952" y="17136"/>
                  </a:lnTo>
                  <a:lnTo>
                    <a:pt x="3388" y="16700"/>
                  </a:lnTo>
                  <a:lnTo>
                    <a:pt x="3421" y="16398"/>
                  </a:lnTo>
                  <a:lnTo>
                    <a:pt x="3421" y="15258"/>
                  </a:lnTo>
                  <a:lnTo>
                    <a:pt x="3991" y="15124"/>
                  </a:lnTo>
                  <a:lnTo>
                    <a:pt x="5031" y="14688"/>
                  </a:lnTo>
                  <a:lnTo>
                    <a:pt x="5534" y="14386"/>
                  </a:lnTo>
                  <a:lnTo>
                    <a:pt x="6339" y="15191"/>
                  </a:lnTo>
                  <a:lnTo>
                    <a:pt x="6573" y="15392"/>
                  </a:lnTo>
                  <a:lnTo>
                    <a:pt x="7177" y="15392"/>
                  </a:lnTo>
                  <a:lnTo>
                    <a:pt x="7445" y="15191"/>
                  </a:lnTo>
                  <a:lnTo>
                    <a:pt x="8518" y="14152"/>
                  </a:lnTo>
                  <a:lnTo>
                    <a:pt x="8686" y="13883"/>
                  </a:lnTo>
                  <a:lnTo>
                    <a:pt x="8686" y="13280"/>
                  </a:lnTo>
                  <a:lnTo>
                    <a:pt x="8518" y="13012"/>
                  </a:lnTo>
                  <a:lnTo>
                    <a:pt x="7714" y="12207"/>
                  </a:lnTo>
                  <a:lnTo>
                    <a:pt x="7982" y="11737"/>
                  </a:lnTo>
                  <a:lnTo>
                    <a:pt x="8418" y="10664"/>
                  </a:lnTo>
                  <a:lnTo>
                    <a:pt x="8585" y="10128"/>
                  </a:lnTo>
                  <a:lnTo>
                    <a:pt x="9726" y="10128"/>
                  </a:lnTo>
                  <a:lnTo>
                    <a:pt x="10027" y="10061"/>
                  </a:lnTo>
                  <a:lnTo>
                    <a:pt x="10463" y="9658"/>
                  </a:lnTo>
                  <a:lnTo>
                    <a:pt x="10497" y="9323"/>
                  </a:lnTo>
                  <a:lnTo>
                    <a:pt x="10497" y="7847"/>
                  </a:lnTo>
                  <a:lnTo>
                    <a:pt x="10463" y="7546"/>
                  </a:lnTo>
                  <a:lnTo>
                    <a:pt x="10027" y="7110"/>
                  </a:lnTo>
                  <a:lnTo>
                    <a:pt x="9726" y="7076"/>
                  </a:lnTo>
                  <a:lnTo>
                    <a:pt x="8585" y="7076"/>
                  </a:lnTo>
                  <a:lnTo>
                    <a:pt x="8418" y="6506"/>
                  </a:lnTo>
                  <a:lnTo>
                    <a:pt x="7982" y="5467"/>
                  </a:lnTo>
                  <a:lnTo>
                    <a:pt x="7714" y="4964"/>
                  </a:lnTo>
                  <a:lnTo>
                    <a:pt x="8518" y="4159"/>
                  </a:lnTo>
                  <a:lnTo>
                    <a:pt x="8686" y="3890"/>
                  </a:lnTo>
                  <a:lnTo>
                    <a:pt x="8686" y="3287"/>
                  </a:lnTo>
                  <a:lnTo>
                    <a:pt x="8518" y="3052"/>
                  </a:lnTo>
                  <a:lnTo>
                    <a:pt x="7445" y="2013"/>
                  </a:lnTo>
                  <a:lnTo>
                    <a:pt x="7211" y="1811"/>
                  </a:lnTo>
                  <a:lnTo>
                    <a:pt x="6607" y="1811"/>
                  </a:lnTo>
                  <a:lnTo>
                    <a:pt x="6339" y="2013"/>
                  </a:lnTo>
                  <a:lnTo>
                    <a:pt x="5534" y="2817"/>
                  </a:lnTo>
                  <a:lnTo>
                    <a:pt x="5031" y="2516"/>
                  </a:lnTo>
                  <a:lnTo>
                    <a:pt x="3991" y="2080"/>
                  </a:lnTo>
                  <a:lnTo>
                    <a:pt x="3455" y="1946"/>
                  </a:lnTo>
                  <a:lnTo>
                    <a:pt x="3455" y="805"/>
                  </a:lnTo>
                  <a:lnTo>
                    <a:pt x="3388" y="470"/>
                  </a:lnTo>
                  <a:lnTo>
                    <a:pt x="2952" y="34"/>
                  </a:lnTo>
                  <a:lnTo>
                    <a:pt x="26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68"/>
            <p:cNvSpPr/>
            <p:nvPr/>
          </p:nvSpPr>
          <p:spPr>
            <a:xfrm>
              <a:off x="6396130" y="841442"/>
              <a:ext cx="1127169" cy="69186"/>
            </a:xfrm>
            <a:custGeom>
              <a:avLst/>
              <a:gdLst/>
              <a:ahLst/>
              <a:cxnLst/>
              <a:rect l="l" t="t" r="r" b="b"/>
              <a:pathLst>
                <a:path w="66129" h="4059" extrusionOk="0">
                  <a:moveTo>
                    <a:pt x="1" y="1"/>
                  </a:moveTo>
                  <a:lnTo>
                    <a:pt x="1" y="4058"/>
                  </a:lnTo>
                  <a:lnTo>
                    <a:pt x="66129" y="4058"/>
                  </a:lnTo>
                  <a:lnTo>
                    <a:pt x="66129" y="1"/>
                  </a:lnTo>
                  <a:close/>
                </a:path>
              </a:pathLst>
            </a:custGeom>
            <a:solidFill>
              <a:schemeClr val="lt1"/>
            </a:solidFill>
            <a:ln w="15925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68"/>
            <p:cNvSpPr/>
            <p:nvPr/>
          </p:nvSpPr>
          <p:spPr>
            <a:xfrm>
              <a:off x="5707955" y="830585"/>
              <a:ext cx="33749" cy="67464"/>
            </a:xfrm>
            <a:custGeom>
              <a:avLst/>
              <a:gdLst/>
              <a:ahLst/>
              <a:cxnLst/>
              <a:rect l="l" t="t" r="r" b="b"/>
              <a:pathLst>
                <a:path w="1980" h="3958" fill="none" extrusionOk="0">
                  <a:moveTo>
                    <a:pt x="1912" y="1"/>
                  </a:moveTo>
                  <a:lnTo>
                    <a:pt x="1" y="1845"/>
                  </a:lnTo>
                  <a:lnTo>
                    <a:pt x="1979" y="3958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68"/>
            <p:cNvSpPr/>
            <p:nvPr/>
          </p:nvSpPr>
          <p:spPr>
            <a:xfrm>
              <a:off x="5707955" y="862033"/>
              <a:ext cx="72032" cy="17"/>
            </a:xfrm>
            <a:custGeom>
              <a:avLst/>
              <a:gdLst/>
              <a:ahLst/>
              <a:cxnLst/>
              <a:rect l="l" t="t" r="r" b="b"/>
              <a:pathLst>
                <a:path w="4226" h="1" fill="none" extrusionOk="0">
                  <a:moveTo>
                    <a:pt x="1" y="0"/>
                  </a:moveTo>
                  <a:lnTo>
                    <a:pt x="4226" y="0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68"/>
            <p:cNvSpPr/>
            <p:nvPr/>
          </p:nvSpPr>
          <p:spPr>
            <a:xfrm>
              <a:off x="5923438" y="830585"/>
              <a:ext cx="33749" cy="67464"/>
            </a:xfrm>
            <a:custGeom>
              <a:avLst/>
              <a:gdLst/>
              <a:ahLst/>
              <a:cxnLst/>
              <a:rect l="l" t="t" r="r" b="b"/>
              <a:pathLst>
                <a:path w="1980" h="3958" fill="none" extrusionOk="0">
                  <a:moveTo>
                    <a:pt x="68" y="1"/>
                  </a:moveTo>
                  <a:lnTo>
                    <a:pt x="1979" y="1845"/>
                  </a:lnTo>
                  <a:lnTo>
                    <a:pt x="1" y="3958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68"/>
            <p:cNvSpPr/>
            <p:nvPr/>
          </p:nvSpPr>
          <p:spPr>
            <a:xfrm>
              <a:off x="5885155" y="862033"/>
              <a:ext cx="72032" cy="17"/>
            </a:xfrm>
            <a:custGeom>
              <a:avLst/>
              <a:gdLst/>
              <a:ahLst/>
              <a:cxnLst/>
              <a:rect l="l" t="t" r="r" b="b"/>
              <a:pathLst>
                <a:path w="4226" h="1" fill="none" extrusionOk="0">
                  <a:moveTo>
                    <a:pt x="4225" y="0"/>
                  </a:moveTo>
                  <a:lnTo>
                    <a:pt x="0" y="0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68"/>
            <p:cNvSpPr/>
            <p:nvPr/>
          </p:nvSpPr>
          <p:spPr>
            <a:xfrm>
              <a:off x="6046912" y="831727"/>
              <a:ext cx="65743" cy="65180"/>
            </a:xfrm>
            <a:custGeom>
              <a:avLst/>
              <a:gdLst/>
              <a:ahLst/>
              <a:cxnLst/>
              <a:rect l="l" t="t" r="r" b="b"/>
              <a:pathLst>
                <a:path w="3857" h="3824" fill="none" extrusionOk="0">
                  <a:moveTo>
                    <a:pt x="3856" y="1543"/>
                  </a:moveTo>
                  <a:lnTo>
                    <a:pt x="3756" y="1208"/>
                  </a:lnTo>
                  <a:lnTo>
                    <a:pt x="3387" y="671"/>
                  </a:lnTo>
                  <a:lnTo>
                    <a:pt x="2850" y="269"/>
                  </a:lnTo>
                  <a:lnTo>
                    <a:pt x="2247" y="34"/>
                  </a:lnTo>
                  <a:lnTo>
                    <a:pt x="1911" y="1"/>
                  </a:lnTo>
                  <a:lnTo>
                    <a:pt x="1408" y="34"/>
                  </a:lnTo>
                  <a:lnTo>
                    <a:pt x="637" y="470"/>
                  </a:lnTo>
                  <a:lnTo>
                    <a:pt x="134" y="1208"/>
                  </a:lnTo>
                  <a:lnTo>
                    <a:pt x="0" y="2080"/>
                  </a:lnTo>
                  <a:lnTo>
                    <a:pt x="101" y="2549"/>
                  </a:lnTo>
                  <a:lnTo>
                    <a:pt x="302" y="2985"/>
                  </a:lnTo>
                  <a:lnTo>
                    <a:pt x="973" y="3589"/>
                  </a:lnTo>
                  <a:lnTo>
                    <a:pt x="1844" y="3824"/>
                  </a:lnTo>
                  <a:lnTo>
                    <a:pt x="2716" y="3656"/>
                  </a:lnTo>
                  <a:lnTo>
                    <a:pt x="3119" y="3388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68"/>
            <p:cNvSpPr/>
            <p:nvPr/>
          </p:nvSpPr>
          <p:spPr>
            <a:xfrm>
              <a:off x="6090922" y="831164"/>
              <a:ext cx="25158" cy="30306"/>
            </a:xfrm>
            <a:custGeom>
              <a:avLst/>
              <a:gdLst/>
              <a:ahLst/>
              <a:cxnLst/>
              <a:rect l="l" t="t" r="r" b="b"/>
              <a:pathLst>
                <a:path w="1476" h="1778" fill="none" extrusionOk="0">
                  <a:moveTo>
                    <a:pt x="0" y="1778"/>
                  </a:moveTo>
                  <a:lnTo>
                    <a:pt x="1476" y="1778"/>
                  </a:lnTo>
                  <a:lnTo>
                    <a:pt x="1476" y="0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68"/>
            <p:cNvSpPr/>
            <p:nvPr/>
          </p:nvSpPr>
          <p:spPr>
            <a:xfrm>
              <a:off x="6226379" y="826579"/>
              <a:ext cx="58311" cy="77180"/>
            </a:xfrm>
            <a:custGeom>
              <a:avLst/>
              <a:gdLst/>
              <a:ahLst/>
              <a:cxnLst/>
              <a:rect l="l" t="t" r="r" b="b"/>
              <a:pathLst>
                <a:path w="3421" h="4528" fill="none" extrusionOk="0">
                  <a:moveTo>
                    <a:pt x="3421" y="1409"/>
                  </a:moveTo>
                  <a:lnTo>
                    <a:pt x="1677" y="1"/>
                  </a:lnTo>
                  <a:lnTo>
                    <a:pt x="1" y="1409"/>
                  </a:lnTo>
                  <a:lnTo>
                    <a:pt x="1" y="4528"/>
                  </a:lnTo>
                  <a:lnTo>
                    <a:pt x="3421" y="4528"/>
                  </a:lnTo>
                  <a:lnTo>
                    <a:pt x="3421" y="1409"/>
                  </a:lnTo>
                  <a:close/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68"/>
            <p:cNvSpPr/>
            <p:nvPr/>
          </p:nvSpPr>
          <p:spPr>
            <a:xfrm>
              <a:off x="6243526" y="864879"/>
              <a:ext cx="22874" cy="36596"/>
            </a:xfrm>
            <a:custGeom>
              <a:avLst/>
              <a:gdLst/>
              <a:ahLst/>
              <a:cxnLst/>
              <a:rect l="l" t="t" r="r" b="b"/>
              <a:pathLst>
                <a:path w="1342" h="2147" extrusionOk="0">
                  <a:moveTo>
                    <a:pt x="1" y="1"/>
                  </a:moveTo>
                  <a:lnTo>
                    <a:pt x="1" y="2147"/>
                  </a:lnTo>
                  <a:lnTo>
                    <a:pt x="1342" y="2147"/>
                  </a:lnTo>
                  <a:lnTo>
                    <a:pt x="13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68"/>
            <p:cNvSpPr/>
            <p:nvPr/>
          </p:nvSpPr>
          <p:spPr>
            <a:xfrm>
              <a:off x="6209231" y="850595"/>
              <a:ext cx="17164" cy="15443"/>
            </a:xfrm>
            <a:custGeom>
              <a:avLst/>
              <a:gdLst/>
              <a:ahLst/>
              <a:cxnLst/>
              <a:rect l="l" t="t" r="r" b="b"/>
              <a:pathLst>
                <a:path w="1007" h="906" fill="none" extrusionOk="0">
                  <a:moveTo>
                    <a:pt x="1007" y="0"/>
                  </a:moveTo>
                  <a:lnTo>
                    <a:pt x="1" y="906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68"/>
            <p:cNvSpPr/>
            <p:nvPr/>
          </p:nvSpPr>
          <p:spPr>
            <a:xfrm>
              <a:off x="6284673" y="850595"/>
              <a:ext cx="16022" cy="14301"/>
            </a:xfrm>
            <a:custGeom>
              <a:avLst/>
              <a:gdLst/>
              <a:ahLst/>
              <a:cxnLst/>
              <a:rect l="l" t="t" r="r" b="b"/>
              <a:pathLst>
                <a:path w="940" h="839" fill="none" extrusionOk="0">
                  <a:moveTo>
                    <a:pt x="1" y="0"/>
                  </a:moveTo>
                  <a:lnTo>
                    <a:pt x="940" y="839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8"/>
            <p:cNvSpPr/>
            <p:nvPr/>
          </p:nvSpPr>
          <p:spPr>
            <a:xfrm>
              <a:off x="7835358" y="854022"/>
              <a:ext cx="90338" cy="17"/>
            </a:xfrm>
            <a:custGeom>
              <a:avLst/>
              <a:gdLst/>
              <a:ahLst/>
              <a:cxnLst/>
              <a:rect l="l" t="t" r="r" b="b"/>
              <a:pathLst>
                <a:path w="5300" h="1" fill="none" extrusionOk="0">
                  <a:moveTo>
                    <a:pt x="1" y="1"/>
                  </a:moveTo>
                  <a:lnTo>
                    <a:pt x="5299" y="1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68"/>
            <p:cNvSpPr/>
            <p:nvPr/>
          </p:nvSpPr>
          <p:spPr>
            <a:xfrm>
              <a:off x="7835358" y="874595"/>
              <a:ext cx="90338" cy="17"/>
            </a:xfrm>
            <a:custGeom>
              <a:avLst/>
              <a:gdLst/>
              <a:ahLst/>
              <a:cxnLst/>
              <a:rect l="l" t="t" r="r" b="b"/>
              <a:pathLst>
                <a:path w="5300" h="1" fill="none" extrusionOk="0">
                  <a:moveTo>
                    <a:pt x="1" y="1"/>
                  </a:moveTo>
                  <a:lnTo>
                    <a:pt x="5299" y="1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68"/>
            <p:cNvSpPr/>
            <p:nvPr/>
          </p:nvSpPr>
          <p:spPr>
            <a:xfrm>
              <a:off x="7835358" y="895168"/>
              <a:ext cx="90338" cy="17"/>
            </a:xfrm>
            <a:custGeom>
              <a:avLst/>
              <a:gdLst/>
              <a:ahLst/>
              <a:cxnLst/>
              <a:rect l="l" t="t" r="r" b="b"/>
              <a:pathLst>
                <a:path w="5300" h="1" fill="none" extrusionOk="0">
                  <a:moveTo>
                    <a:pt x="1" y="1"/>
                  </a:moveTo>
                  <a:lnTo>
                    <a:pt x="5299" y="1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68"/>
            <p:cNvSpPr/>
            <p:nvPr/>
          </p:nvSpPr>
          <p:spPr>
            <a:xfrm>
              <a:off x="7835358" y="915179"/>
              <a:ext cx="90338" cy="17"/>
            </a:xfrm>
            <a:custGeom>
              <a:avLst/>
              <a:gdLst/>
              <a:ahLst/>
              <a:cxnLst/>
              <a:rect l="l" t="t" r="r" b="b"/>
              <a:pathLst>
                <a:path w="5300" h="1" fill="none" extrusionOk="0">
                  <a:moveTo>
                    <a:pt x="1" y="1"/>
                  </a:moveTo>
                  <a:lnTo>
                    <a:pt x="5299" y="1"/>
                  </a:lnTo>
                </a:path>
              </a:pathLst>
            </a:custGeom>
            <a:noFill/>
            <a:ln w="159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68"/>
            <p:cNvSpPr/>
            <p:nvPr/>
          </p:nvSpPr>
          <p:spPr>
            <a:xfrm>
              <a:off x="6472730" y="1263834"/>
              <a:ext cx="1526124" cy="517299"/>
            </a:xfrm>
            <a:custGeom>
              <a:avLst/>
              <a:gdLst/>
              <a:ahLst/>
              <a:cxnLst/>
              <a:rect l="l" t="t" r="r" b="b"/>
              <a:pathLst>
                <a:path w="89535" h="30349" extrusionOk="0">
                  <a:moveTo>
                    <a:pt x="3186" y="1"/>
                  </a:moveTo>
                  <a:lnTo>
                    <a:pt x="2515" y="35"/>
                  </a:lnTo>
                  <a:lnTo>
                    <a:pt x="1375" y="504"/>
                  </a:lnTo>
                  <a:lnTo>
                    <a:pt x="503" y="1376"/>
                  </a:lnTo>
                  <a:lnTo>
                    <a:pt x="34" y="2516"/>
                  </a:lnTo>
                  <a:lnTo>
                    <a:pt x="0" y="3187"/>
                  </a:lnTo>
                  <a:lnTo>
                    <a:pt x="0" y="27163"/>
                  </a:lnTo>
                  <a:lnTo>
                    <a:pt x="34" y="27800"/>
                  </a:lnTo>
                  <a:lnTo>
                    <a:pt x="503" y="28940"/>
                  </a:lnTo>
                  <a:lnTo>
                    <a:pt x="1375" y="29812"/>
                  </a:lnTo>
                  <a:lnTo>
                    <a:pt x="2515" y="30315"/>
                  </a:lnTo>
                  <a:lnTo>
                    <a:pt x="3186" y="30349"/>
                  </a:lnTo>
                  <a:lnTo>
                    <a:pt x="89535" y="30349"/>
                  </a:lnTo>
                  <a:lnTo>
                    <a:pt x="895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68"/>
            <p:cNvSpPr/>
            <p:nvPr/>
          </p:nvSpPr>
          <p:spPr>
            <a:xfrm>
              <a:off x="7395819" y="1956015"/>
              <a:ext cx="729356" cy="1384378"/>
            </a:xfrm>
            <a:custGeom>
              <a:avLst/>
              <a:gdLst/>
              <a:ahLst/>
              <a:cxnLst/>
              <a:rect l="l" t="t" r="r" b="b"/>
              <a:pathLst>
                <a:path w="42790" h="81219" extrusionOk="0">
                  <a:moveTo>
                    <a:pt x="21898" y="1"/>
                  </a:moveTo>
                  <a:lnTo>
                    <a:pt x="20624" y="504"/>
                  </a:lnTo>
                  <a:lnTo>
                    <a:pt x="19517" y="1409"/>
                  </a:lnTo>
                  <a:lnTo>
                    <a:pt x="18545" y="2549"/>
                  </a:lnTo>
                  <a:lnTo>
                    <a:pt x="17740" y="3891"/>
                  </a:lnTo>
                  <a:lnTo>
                    <a:pt x="17103" y="5299"/>
                  </a:lnTo>
                  <a:lnTo>
                    <a:pt x="16868" y="6003"/>
                  </a:lnTo>
                  <a:lnTo>
                    <a:pt x="16365" y="7714"/>
                  </a:lnTo>
                  <a:lnTo>
                    <a:pt x="15627" y="11134"/>
                  </a:lnTo>
                  <a:lnTo>
                    <a:pt x="15225" y="14621"/>
                  </a:lnTo>
                  <a:lnTo>
                    <a:pt x="15057" y="18176"/>
                  </a:lnTo>
                  <a:lnTo>
                    <a:pt x="15057" y="23508"/>
                  </a:lnTo>
                  <a:lnTo>
                    <a:pt x="15292" y="30617"/>
                  </a:lnTo>
                  <a:lnTo>
                    <a:pt x="15359" y="34104"/>
                  </a:lnTo>
                  <a:lnTo>
                    <a:pt x="15359" y="34507"/>
                  </a:lnTo>
                  <a:lnTo>
                    <a:pt x="15091" y="39671"/>
                  </a:lnTo>
                  <a:lnTo>
                    <a:pt x="14755" y="47652"/>
                  </a:lnTo>
                  <a:lnTo>
                    <a:pt x="14823" y="52917"/>
                  </a:lnTo>
                  <a:lnTo>
                    <a:pt x="15057" y="55465"/>
                  </a:lnTo>
                  <a:lnTo>
                    <a:pt x="15024" y="55264"/>
                  </a:lnTo>
                  <a:lnTo>
                    <a:pt x="14722" y="53990"/>
                  </a:lnTo>
                  <a:lnTo>
                    <a:pt x="14320" y="52950"/>
                  </a:lnTo>
                  <a:lnTo>
                    <a:pt x="13682" y="51944"/>
                  </a:lnTo>
                  <a:lnTo>
                    <a:pt x="12777" y="51173"/>
                  </a:lnTo>
                  <a:lnTo>
                    <a:pt x="11872" y="50905"/>
                  </a:lnTo>
                  <a:lnTo>
                    <a:pt x="11167" y="50871"/>
                  </a:lnTo>
                  <a:lnTo>
                    <a:pt x="9927" y="51106"/>
                  </a:lnTo>
                  <a:lnTo>
                    <a:pt x="8988" y="51575"/>
                  </a:lnTo>
                  <a:lnTo>
                    <a:pt x="8485" y="51877"/>
                  </a:lnTo>
                  <a:lnTo>
                    <a:pt x="7781" y="52715"/>
                  </a:lnTo>
                  <a:lnTo>
                    <a:pt x="7345" y="53755"/>
                  </a:lnTo>
                  <a:lnTo>
                    <a:pt x="7143" y="54996"/>
                  </a:lnTo>
                  <a:lnTo>
                    <a:pt x="7210" y="57075"/>
                  </a:lnTo>
                  <a:lnTo>
                    <a:pt x="7814" y="60193"/>
                  </a:lnTo>
                  <a:lnTo>
                    <a:pt x="8820" y="63345"/>
                  </a:lnTo>
                  <a:lnTo>
                    <a:pt x="9960" y="66196"/>
                  </a:lnTo>
                  <a:lnTo>
                    <a:pt x="11402" y="69314"/>
                  </a:lnTo>
                  <a:lnTo>
                    <a:pt x="11637" y="69817"/>
                  </a:lnTo>
                  <a:lnTo>
                    <a:pt x="11436" y="69650"/>
                  </a:lnTo>
                  <a:lnTo>
                    <a:pt x="9524" y="68543"/>
                  </a:lnTo>
                  <a:lnTo>
                    <a:pt x="7378" y="67738"/>
                  </a:lnTo>
                  <a:lnTo>
                    <a:pt x="5836" y="67504"/>
                  </a:lnTo>
                  <a:lnTo>
                    <a:pt x="4360" y="67671"/>
                  </a:lnTo>
                  <a:lnTo>
                    <a:pt x="3321" y="68208"/>
                  </a:lnTo>
                  <a:lnTo>
                    <a:pt x="2717" y="68744"/>
                  </a:lnTo>
                  <a:lnTo>
                    <a:pt x="2415" y="69080"/>
                  </a:lnTo>
                  <a:lnTo>
                    <a:pt x="2180" y="69449"/>
                  </a:lnTo>
                  <a:lnTo>
                    <a:pt x="1845" y="70186"/>
                  </a:lnTo>
                  <a:lnTo>
                    <a:pt x="1644" y="71293"/>
                  </a:lnTo>
                  <a:lnTo>
                    <a:pt x="1979" y="72735"/>
                  </a:lnTo>
                  <a:lnTo>
                    <a:pt x="2683" y="74043"/>
                  </a:lnTo>
                  <a:lnTo>
                    <a:pt x="4159" y="75786"/>
                  </a:lnTo>
                  <a:lnTo>
                    <a:pt x="5869" y="77195"/>
                  </a:lnTo>
                  <a:lnTo>
                    <a:pt x="6070" y="77329"/>
                  </a:lnTo>
                  <a:lnTo>
                    <a:pt x="5299" y="77128"/>
                  </a:lnTo>
                  <a:lnTo>
                    <a:pt x="1879" y="76558"/>
                  </a:lnTo>
                  <a:lnTo>
                    <a:pt x="537" y="76692"/>
                  </a:lnTo>
                  <a:lnTo>
                    <a:pt x="34" y="77061"/>
                  </a:lnTo>
                  <a:lnTo>
                    <a:pt x="1" y="77329"/>
                  </a:lnTo>
                  <a:lnTo>
                    <a:pt x="1" y="77664"/>
                  </a:lnTo>
                  <a:lnTo>
                    <a:pt x="202" y="78268"/>
                  </a:lnTo>
                  <a:lnTo>
                    <a:pt x="604" y="78838"/>
                  </a:lnTo>
                  <a:lnTo>
                    <a:pt x="1242" y="79374"/>
                  </a:lnTo>
                  <a:lnTo>
                    <a:pt x="2650" y="80146"/>
                  </a:lnTo>
                  <a:lnTo>
                    <a:pt x="5567" y="80917"/>
                  </a:lnTo>
                  <a:lnTo>
                    <a:pt x="7546" y="81219"/>
                  </a:lnTo>
                  <a:lnTo>
                    <a:pt x="37659" y="81219"/>
                  </a:lnTo>
                  <a:lnTo>
                    <a:pt x="38262" y="80883"/>
                  </a:lnTo>
                  <a:lnTo>
                    <a:pt x="40375" y="79140"/>
                  </a:lnTo>
                  <a:lnTo>
                    <a:pt x="41079" y="78234"/>
                  </a:lnTo>
                  <a:lnTo>
                    <a:pt x="41549" y="77228"/>
                  </a:lnTo>
                  <a:lnTo>
                    <a:pt x="41683" y="76189"/>
                  </a:lnTo>
                  <a:lnTo>
                    <a:pt x="41549" y="75652"/>
                  </a:lnTo>
                  <a:lnTo>
                    <a:pt x="41314" y="75116"/>
                  </a:lnTo>
                  <a:lnTo>
                    <a:pt x="40643" y="74445"/>
                  </a:lnTo>
                  <a:lnTo>
                    <a:pt x="39704" y="74043"/>
                  </a:lnTo>
                  <a:lnTo>
                    <a:pt x="38665" y="73942"/>
                  </a:lnTo>
                  <a:lnTo>
                    <a:pt x="36116" y="74210"/>
                  </a:lnTo>
                  <a:lnTo>
                    <a:pt x="35479" y="74411"/>
                  </a:lnTo>
                  <a:lnTo>
                    <a:pt x="35479" y="74411"/>
                  </a:lnTo>
                  <a:lnTo>
                    <a:pt x="36452" y="73238"/>
                  </a:lnTo>
                  <a:lnTo>
                    <a:pt x="40006" y="68074"/>
                  </a:lnTo>
                  <a:lnTo>
                    <a:pt x="41314" y="65793"/>
                  </a:lnTo>
                  <a:lnTo>
                    <a:pt x="42286" y="63614"/>
                  </a:lnTo>
                  <a:lnTo>
                    <a:pt x="42689" y="62105"/>
                  </a:lnTo>
                  <a:lnTo>
                    <a:pt x="42789" y="61199"/>
                  </a:lnTo>
                  <a:lnTo>
                    <a:pt x="42756" y="60830"/>
                  </a:lnTo>
                  <a:lnTo>
                    <a:pt x="42689" y="60462"/>
                  </a:lnTo>
                  <a:lnTo>
                    <a:pt x="42387" y="59858"/>
                  </a:lnTo>
                  <a:lnTo>
                    <a:pt x="41918" y="59489"/>
                  </a:lnTo>
                  <a:lnTo>
                    <a:pt x="41280" y="59254"/>
                  </a:lnTo>
                  <a:lnTo>
                    <a:pt x="40140" y="59120"/>
                  </a:lnTo>
                  <a:lnTo>
                    <a:pt x="38296" y="59388"/>
                  </a:lnTo>
                  <a:lnTo>
                    <a:pt x="35412" y="60193"/>
                  </a:lnTo>
                  <a:lnTo>
                    <a:pt x="32595" y="61367"/>
                  </a:lnTo>
                  <a:lnTo>
                    <a:pt x="32293" y="61535"/>
                  </a:lnTo>
                  <a:lnTo>
                    <a:pt x="32293" y="61535"/>
                  </a:lnTo>
                  <a:lnTo>
                    <a:pt x="32528" y="60931"/>
                  </a:lnTo>
                  <a:lnTo>
                    <a:pt x="34641" y="54962"/>
                  </a:lnTo>
                  <a:lnTo>
                    <a:pt x="36619" y="48322"/>
                  </a:lnTo>
                  <a:lnTo>
                    <a:pt x="37793" y="43561"/>
                  </a:lnTo>
                  <a:lnTo>
                    <a:pt x="38564" y="38967"/>
                  </a:lnTo>
                  <a:lnTo>
                    <a:pt x="38765" y="35815"/>
                  </a:lnTo>
                  <a:lnTo>
                    <a:pt x="38698" y="33937"/>
                  </a:lnTo>
                  <a:lnTo>
                    <a:pt x="38598" y="33098"/>
                  </a:lnTo>
                  <a:lnTo>
                    <a:pt x="38329" y="31925"/>
                  </a:lnTo>
                  <a:lnTo>
                    <a:pt x="37759" y="30684"/>
                  </a:lnTo>
                  <a:lnTo>
                    <a:pt x="37323" y="30114"/>
                  </a:lnTo>
                  <a:lnTo>
                    <a:pt x="36787" y="29745"/>
                  </a:lnTo>
                  <a:lnTo>
                    <a:pt x="36183" y="29544"/>
                  </a:lnTo>
                  <a:lnTo>
                    <a:pt x="35244" y="29577"/>
                  </a:lnTo>
                  <a:lnTo>
                    <a:pt x="33836" y="30047"/>
                  </a:lnTo>
                  <a:lnTo>
                    <a:pt x="32428" y="30919"/>
                  </a:lnTo>
                  <a:lnTo>
                    <a:pt x="30349" y="32528"/>
                  </a:lnTo>
                  <a:lnTo>
                    <a:pt x="29175" y="33568"/>
                  </a:lnTo>
                  <a:lnTo>
                    <a:pt x="29175" y="33568"/>
                  </a:lnTo>
                  <a:lnTo>
                    <a:pt x="29644" y="30147"/>
                  </a:lnTo>
                  <a:lnTo>
                    <a:pt x="30080" y="23206"/>
                  </a:lnTo>
                  <a:lnTo>
                    <a:pt x="30047" y="19752"/>
                  </a:lnTo>
                  <a:lnTo>
                    <a:pt x="30013" y="17572"/>
                  </a:lnTo>
                  <a:lnTo>
                    <a:pt x="29846" y="12475"/>
                  </a:lnTo>
                  <a:lnTo>
                    <a:pt x="29309" y="8518"/>
                  </a:lnTo>
                  <a:lnTo>
                    <a:pt x="28672" y="6037"/>
                  </a:lnTo>
                  <a:lnTo>
                    <a:pt x="27733" y="3790"/>
                  </a:lnTo>
                  <a:lnTo>
                    <a:pt x="26760" y="2348"/>
                  </a:lnTo>
                  <a:lnTo>
                    <a:pt x="25956" y="1476"/>
                  </a:lnTo>
                  <a:lnTo>
                    <a:pt x="25520" y="1108"/>
                  </a:lnTo>
                  <a:lnTo>
                    <a:pt x="24748" y="537"/>
                  </a:lnTo>
                  <a:lnTo>
                    <a:pt x="23273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68"/>
            <p:cNvSpPr/>
            <p:nvPr/>
          </p:nvSpPr>
          <p:spPr>
            <a:xfrm>
              <a:off x="7395819" y="1956015"/>
              <a:ext cx="729356" cy="1384378"/>
            </a:xfrm>
            <a:custGeom>
              <a:avLst/>
              <a:gdLst/>
              <a:ahLst/>
              <a:cxnLst/>
              <a:rect l="l" t="t" r="r" b="b"/>
              <a:pathLst>
                <a:path w="42790" h="81219" extrusionOk="0">
                  <a:moveTo>
                    <a:pt x="21898" y="1"/>
                  </a:moveTo>
                  <a:lnTo>
                    <a:pt x="20624" y="504"/>
                  </a:lnTo>
                  <a:lnTo>
                    <a:pt x="19517" y="1409"/>
                  </a:lnTo>
                  <a:lnTo>
                    <a:pt x="18545" y="2549"/>
                  </a:lnTo>
                  <a:lnTo>
                    <a:pt x="17740" y="3891"/>
                  </a:lnTo>
                  <a:lnTo>
                    <a:pt x="17103" y="5299"/>
                  </a:lnTo>
                  <a:lnTo>
                    <a:pt x="16868" y="6003"/>
                  </a:lnTo>
                  <a:lnTo>
                    <a:pt x="16365" y="7714"/>
                  </a:lnTo>
                  <a:lnTo>
                    <a:pt x="15627" y="11134"/>
                  </a:lnTo>
                  <a:lnTo>
                    <a:pt x="15225" y="14621"/>
                  </a:lnTo>
                  <a:lnTo>
                    <a:pt x="15057" y="18176"/>
                  </a:lnTo>
                  <a:lnTo>
                    <a:pt x="15057" y="23508"/>
                  </a:lnTo>
                  <a:lnTo>
                    <a:pt x="15292" y="30617"/>
                  </a:lnTo>
                  <a:lnTo>
                    <a:pt x="15359" y="34104"/>
                  </a:lnTo>
                  <a:lnTo>
                    <a:pt x="15359" y="34507"/>
                  </a:lnTo>
                  <a:lnTo>
                    <a:pt x="15091" y="39671"/>
                  </a:lnTo>
                  <a:lnTo>
                    <a:pt x="14755" y="47652"/>
                  </a:lnTo>
                  <a:lnTo>
                    <a:pt x="14823" y="52917"/>
                  </a:lnTo>
                  <a:lnTo>
                    <a:pt x="15057" y="55465"/>
                  </a:lnTo>
                  <a:lnTo>
                    <a:pt x="15024" y="55264"/>
                  </a:lnTo>
                  <a:lnTo>
                    <a:pt x="14722" y="53990"/>
                  </a:lnTo>
                  <a:lnTo>
                    <a:pt x="14320" y="52950"/>
                  </a:lnTo>
                  <a:lnTo>
                    <a:pt x="13682" y="51944"/>
                  </a:lnTo>
                  <a:lnTo>
                    <a:pt x="12777" y="51173"/>
                  </a:lnTo>
                  <a:lnTo>
                    <a:pt x="11872" y="50905"/>
                  </a:lnTo>
                  <a:lnTo>
                    <a:pt x="11167" y="50871"/>
                  </a:lnTo>
                  <a:lnTo>
                    <a:pt x="9927" y="51106"/>
                  </a:lnTo>
                  <a:lnTo>
                    <a:pt x="8988" y="51575"/>
                  </a:lnTo>
                  <a:lnTo>
                    <a:pt x="8485" y="51877"/>
                  </a:lnTo>
                  <a:lnTo>
                    <a:pt x="7781" y="52715"/>
                  </a:lnTo>
                  <a:lnTo>
                    <a:pt x="7345" y="53755"/>
                  </a:lnTo>
                  <a:lnTo>
                    <a:pt x="7143" y="54996"/>
                  </a:lnTo>
                  <a:lnTo>
                    <a:pt x="7210" y="57075"/>
                  </a:lnTo>
                  <a:lnTo>
                    <a:pt x="7814" y="60193"/>
                  </a:lnTo>
                  <a:lnTo>
                    <a:pt x="8820" y="63345"/>
                  </a:lnTo>
                  <a:lnTo>
                    <a:pt x="9960" y="66196"/>
                  </a:lnTo>
                  <a:lnTo>
                    <a:pt x="11402" y="69314"/>
                  </a:lnTo>
                  <a:lnTo>
                    <a:pt x="11637" y="69817"/>
                  </a:lnTo>
                  <a:lnTo>
                    <a:pt x="11436" y="69650"/>
                  </a:lnTo>
                  <a:lnTo>
                    <a:pt x="9524" y="68543"/>
                  </a:lnTo>
                  <a:lnTo>
                    <a:pt x="7378" y="67738"/>
                  </a:lnTo>
                  <a:lnTo>
                    <a:pt x="5836" y="67504"/>
                  </a:lnTo>
                  <a:lnTo>
                    <a:pt x="4360" y="67671"/>
                  </a:lnTo>
                  <a:lnTo>
                    <a:pt x="3321" y="68208"/>
                  </a:lnTo>
                  <a:lnTo>
                    <a:pt x="2717" y="68744"/>
                  </a:lnTo>
                  <a:lnTo>
                    <a:pt x="2415" y="69080"/>
                  </a:lnTo>
                  <a:lnTo>
                    <a:pt x="2180" y="69449"/>
                  </a:lnTo>
                  <a:lnTo>
                    <a:pt x="1845" y="70186"/>
                  </a:lnTo>
                  <a:lnTo>
                    <a:pt x="1644" y="71293"/>
                  </a:lnTo>
                  <a:lnTo>
                    <a:pt x="1979" y="72735"/>
                  </a:lnTo>
                  <a:lnTo>
                    <a:pt x="2683" y="74043"/>
                  </a:lnTo>
                  <a:lnTo>
                    <a:pt x="4159" y="75786"/>
                  </a:lnTo>
                  <a:lnTo>
                    <a:pt x="5869" y="77195"/>
                  </a:lnTo>
                  <a:lnTo>
                    <a:pt x="6070" y="77329"/>
                  </a:lnTo>
                  <a:lnTo>
                    <a:pt x="5299" y="77128"/>
                  </a:lnTo>
                  <a:lnTo>
                    <a:pt x="1879" y="76558"/>
                  </a:lnTo>
                  <a:lnTo>
                    <a:pt x="537" y="76692"/>
                  </a:lnTo>
                  <a:lnTo>
                    <a:pt x="34" y="77061"/>
                  </a:lnTo>
                  <a:lnTo>
                    <a:pt x="1" y="77329"/>
                  </a:lnTo>
                  <a:lnTo>
                    <a:pt x="1" y="77664"/>
                  </a:lnTo>
                  <a:lnTo>
                    <a:pt x="202" y="78268"/>
                  </a:lnTo>
                  <a:lnTo>
                    <a:pt x="604" y="78838"/>
                  </a:lnTo>
                  <a:lnTo>
                    <a:pt x="1242" y="79374"/>
                  </a:lnTo>
                  <a:lnTo>
                    <a:pt x="2650" y="80146"/>
                  </a:lnTo>
                  <a:lnTo>
                    <a:pt x="5567" y="80917"/>
                  </a:lnTo>
                  <a:lnTo>
                    <a:pt x="7546" y="81219"/>
                  </a:lnTo>
                  <a:lnTo>
                    <a:pt x="37659" y="81219"/>
                  </a:lnTo>
                  <a:lnTo>
                    <a:pt x="38262" y="80883"/>
                  </a:lnTo>
                  <a:lnTo>
                    <a:pt x="40375" y="79140"/>
                  </a:lnTo>
                  <a:lnTo>
                    <a:pt x="41079" y="78234"/>
                  </a:lnTo>
                  <a:lnTo>
                    <a:pt x="41549" y="77228"/>
                  </a:lnTo>
                  <a:lnTo>
                    <a:pt x="41683" y="76189"/>
                  </a:lnTo>
                  <a:lnTo>
                    <a:pt x="41549" y="75652"/>
                  </a:lnTo>
                  <a:lnTo>
                    <a:pt x="41314" y="75116"/>
                  </a:lnTo>
                  <a:lnTo>
                    <a:pt x="40643" y="74445"/>
                  </a:lnTo>
                  <a:lnTo>
                    <a:pt x="39704" y="74043"/>
                  </a:lnTo>
                  <a:lnTo>
                    <a:pt x="38665" y="73942"/>
                  </a:lnTo>
                  <a:lnTo>
                    <a:pt x="36116" y="74210"/>
                  </a:lnTo>
                  <a:lnTo>
                    <a:pt x="35479" y="74411"/>
                  </a:lnTo>
                  <a:lnTo>
                    <a:pt x="35479" y="74411"/>
                  </a:lnTo>
                  <a:lnTo>
                    <a:pt x="36452" y="73238"/>
                  </a:lnTo>
                  <a:lnTo>
                    <a:pt x="40006" y="68074"/>
                  </a:lnTo>
                  <a:lnTo>
                    <a:pt x="41314" y="65793"/>
                  </a:lnTo>
                  <a:lnTo>
                    <a:pt x="42286" y="63614"/>
                  </a:lnTo>
                  <a:lnTo>
                    <a:pt x="42689" y="62105"/>
                  </a:lnTo>
                  <a:lnTo>
                    <a:pt x="42789" y="61199"/>
                  </a:lnTo>
                  <a:lnTo>
                    <a:pt x="42756" y="60830"/>
                  </a:lnTo>
                  <a:lnTo>
                    <a:pt x="42689" y="60462"/>
                  </a:lnTo>
                  <a:lnTo>
                    <a:pt x="42387" y="59858"/>
                  </a:lnTo>
                  <a:lnTo>
                    <a:pt x="41918" y="59489"/>
                  </a:lnTo>
                  <a:lnTo>
                    <a:pt x="41280" y="59254"/>
                  </a:lnTo>
                  <a:lnTo>
                    <a:pt x="40140" y="59120"/>
                  </a:lnTo>
                  <a:lnTo>
                    <a:pt x="38296" y="59388"/>
                  </a:lnTo>
                  <a:lnTo>
                    <a:pt x="35412" y="60193"/>
                  </a:lnTo>
                  <a:lnTo>
                    <a:pt x="32595" y="61367"/>
                  </a:lnTo>
                  <a:lnTo>
                    <a:pt x="32293" y="61535"/>
                  </a:lnTo>
                  <a:lnTo>
                    <a:pt x="32293" y="61535"/>
                  </a:lnTo>
                  <a:lnTo>
                    <a:pt x="32528" y="60931"/>
                  </a:lnTo>
                  <a:lnTo>
                    <a:pt x="34641" y="54962"/>
                  </a:lnTo>
                  <a:lnTo>
                    <a:pt x="36619" y="48322"/>
                  </a:lnTo>
                  <a:lnTo>
                    <a:pt x="37793" y="43561"/>
                  </a:lnTo>
                  <a:lnTo>
                    <a:pt x="38564" y="38967"/>
                  </a:lnTo>
                  <a:lnTo>
                    <a:pt x="38765" y="35815"/>
                  </a:lnTo>
                  <a:lnTo>
                    <a:pt x="38698" y="33937"/>
                  </a:lnTo>
                  <a:lnTo>
                    <a:pt x="38598" y="33098"/>
                  </a:lnTo>
                  <a:lnTo>
                    <a:pt x="38329" y="31925"/>
                  </a:lnTo>
                  <a:lnTo>
                    <a:pt x="37759" y="30684"/>
                  </a:lnTo>
                  <a:lnTo>
                    <a:pt x="37323" y="30114"/>
                  </a:lnTo>
                  <a:lnTo>
                    <a:pt x="36787" y="29745"/>
                  </a:lnTo>
                  <a:lnTo>
                    <a:pt x="36183" y="29544"/>
                  </a:lnTo>
                  <a:lnTo>
                    <a:pt x="35244" y="29577"/>
                  </a:lnTo>
                  <a:lnTo>
                    <a:pt x="33836" y="30047"/>
                  </a:lnTo>
                  <a:lnTo>
                    <a:pt x="32428" y="30919"/>
                  </a:lnTo>
                  <a:lnTo>
                    <a:pt x="30349" y="32528"/>
                  </a:lnTo>
                  <a:lnTo>
                    <a:pt x="29175" y="33568"/>
                  </a:lnTo>
                  <a:lnTo>
                    <a:pt x="29175" y="33568"/>
                  </a:lnTo>
                  <a:lnTo>
                    <a:pt x="29644" y="30147"/>
                  </a:lnTo>
                  <a:lnTo>
                    <a:pt x="30080" y="23206"/>
                  </a:lnTo>
                  <a:lnTo>
                    <a:pt x="30047" y="19752"/>
                  </a:lnTo>
                  <a:lnTo>
                    <a:pt x="30013" y="17572"/>
                  </a:lnTo>
                  <a:lnTo>
                    <a:pt x="29846" y="12475"/>
                  </a:lnTo>
                  <a:lnTo>
                    <a:pt x="29309" y="8518"/>
                  </a:lnTo>
                  <a:lnTo>
                    <a:pt x="28672" y="6037"/>
                  </a:lnTo>
                  <a:lnTo>
                    <a:pt x="27733" y="3790"/>
                  </a:lnTo>
                  <a:lnTo>
                    <a:pt x="26760" y="2348"/>
                  </a:lnTo>
                  <a:lnTo>
                    <a:pt x="25956" y="1476"/>
                  </a:lnTo>
                  <a:lnTo>
                    <a:pt x="25520" y="1108"/>
                  </a:lnTo>
                  <a:lnTo>
                    <a:pt x="24748" y="537"/>
                  </a:lnTo>
                  <a:lnTo>
                    <a:pt x="23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68"/>
            <p:cNvSpPr/>
            <p:nvPr/>
          </p:nvSpPr>
          <p:spPr>
            <a:xfrm>
              <a:off x="7743350" y="2197219"/>
              <a:ext cx="37158" cy="1138606"/>
            </a:xfrm>
            <a:custGeom>
              <a:avLst/>
              <a:gdLst/>
              <a:ahLst/>
              <a:cxnLst/>
              <a:rect l="l" t="t" r="r" b="b"/>
              <a:pathLst>
                <a:path w="2180" h="66800" fill="none" extrusionOk="0">
                  <a:moveTo>
                    <a:pt x="0" y="66799"/>
                  </a:moveTo>
                  <a:lnTo>
                    <a:pt x="2180" y="1"/>
                  </a:lnTo>
                </a:path>
              </a:pathLst>
            </a:custGeom>
            <a:noFill/>
            <a:ln w="184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68"/>
            <p:cNvSpPr/>
            <p:nvPr/>
          </p:nvSpPr>
          <p:spPr>
            <a:xfrm>
              <a:off x="7763923" y="2677922"/>
              <a:ext cx="194927" cy="181785"/>
            </a:xfrm>
            <a:custGeom>
              <a:avLst/>
              <a:gdLst/>
              <a:ahLst/>
              <a:cxnLst/>
              <a:rect l="l" t="t" r="r" b="b"/>
              <a:pathLst>
                <a:path w="11436" h="10665" fill="none" extrusionOk="0">
                  <a:moveTo>
                    <a:pt x="0" y="10664"/>
                  </a:moveTo>
                  <a:lnTo>
                    <a:pt x="11435" y="1"/>
                  </a:lnTo>
                </a:path>
              </a:pathLst>
            </a:custGeom>
            <a:noFill/>
            <a:ln w="184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68"/>
            <p:cNvSpPr/>
            <p:nvPr/>
          </p:nvSpPr>
          <p:spPr>
            <a:xfrm>
              <a:off x="7854807" y="2661354"/>
              <a:ext cx="41743" cy="116042"/>
            </a:xfrm>
            <a:custGeom>
              <a:avLst/>
              <a:gdLst/>
              <a:ahLst/>
              <a:cxnLst/>
              <a:rect l="l" t="t" r="r" b="b"/>
              <a:pathLst>
                <a:path w="2449" h="6808" fill="none" extrusionOk="0">
                  <a:moveTo>
                    <a:pt x="0" y="6807"/>
                  </a:moveTo>
                  <a:lnTo>
                    <a:pt x="2448" y="0"/>
                  </a:lnTo>
                </a:path>
              </a:pathLst>
            </a:custGeom>
            <a:noFill/>
            <a:ln w="184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8"/>
            <p:cNvSpPr/>
            <p:nvPr/>
          </p:nvSpPr>
          <p:spPr>
            <a:xfrm>
              <a:off x="7602728" y="3000856"/>
              <a:ext cx="148632" cy="161212"/>
            </a:xfrm>
            <a:custGeom>
              <a:avLst/>
              <a:gdLst/>
              <a:ahLst/>
              <a:cxnLst/>
              <a:rect l="l" t="t" r="r" b="b"/>
              <a:pathLst>
                <a:path w="8720" h="9458" fill="none" extrusionOk="0">
                  <a:moveTo>
                    <a:pt x="1" y="1"/>
                  </a:moveTo>
                  <a:lnTo>
                    <a:pt x="8720" y="9457"/>
                  </a:lnTo>
                </a:path>
              </a:pathLst>
            </a:custGeom>
            <a:noFill/>
            <a:ln w="184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68"/>
            <p:cNvSpPr/>
            <p:nvPr/>
          </p:nvSpPr>
          <p:spPr>
            <a:xfrm>
              <a:off x="7751344" y="3091740"/>
              <a:ext cx="248652" cy="128622"/>
            </a:xfrm>
            <a:custGeom>
              <a:avLst/>
              <a:gdLst/>
              <a:ahLst/>
              <a:cxnLst/>
              <a:rect l="l" t="t" r="r" b="b"/>
              <a:pathLst>
                <a:path w="14588" h="7546" fill="none" extrusionOk="0">
                  <a:moveTo>
                    <a:pt x="14588" y="1"/>
                  </a:moveTo>
                  <a:lnTo>
                    <a:pt x="1" y="7546"/>
                  </a:lnTo>
                </a:path>
              </a:pathLst>
            </a:custGeom>
            <a:noFill/>
            <a:ln w="184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68"/>
            <p:cNvSpPr/>
            <p:nvPr/>
          </p:nvSpPr>
          <p:spPr>
            <a:xfrm>
              <a:off x="7867369" y="3162051"/>
              <a:ext cx="91481" cy="4023"/>
            </a:xfrm>
            <a:custGeom>
              <a:avLst/>
              <a:gdLst/>
              <a:ahLst/>
              <a:cxnLst/>
              <a:rect l="l" t="t" r="r" b="b"/>
              <a:pathLst>
                <a:path w="5367" h="236" fill="none" extrusionOk="0">
                  <a:moveTo>
                    <a:pt x="1" y="235"/>
                  </a:moveTo>
                  <a:lnTo>
                    <a:pt x="5366" y="0"/>
                  </a:lnTo>
                </a:path>
              </a:pathLst>
            </a:custGeom>
            <a:noFill/>
            <a:ln w="184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8"/>
            <p:cNvSpPr/>
            <p:nvPr/>
          </p:nvSpPr>
          <p:spPr>
            <a:xfrm>
              <a:off x="5698819" y="3309507"/>
              <a:ext cx="2503518" cy="128622"/>
            </a:xfrm>
            <a:custGeom>
              <a:avLst/>
              <a:gdLst/>
              <a:ahLst/>
              <a:cxnLst/>
              <a:rect l="l" t="t" r="r" b="b"/>
              <a:pathLst>
                <a:path w="146877" h="7546" extrusionOk="0">
                  <a:moveTo>
                    <a:pt x="73438" y="1"/>
                  </a:moveTo>
                  <a:lnTo>
                    <a:pt x="58482" y="68"/>
                  </a:lnTo>
                  <a:lnTo>
                    <a:pt x="38362" y="470"/>
                  </a:lnTo>
                  <a:lnTo>
                    <a:pt x="26659" y="873"/>
                  </a:lnTo>
                  <a:lnTo>
                    <a:pt x="16666" y="1376"/>
                  </a:lnTo>
                  <a:lnTo>
                    <a:pt x="8752" y="1979"/>
                  </a:lnTo>
                  <a:lnTo>
                    <a:pt x="3186" y="2650"/>
                  </a:lnTo>
                  <a:lnTo>
                    <a:pt x="805" y="3187"/>
                  </a:lnTo>
                  <a:lnTo>
                    <a:pt x="67" y="3589"/>
                  </a:lnTo>
                  <a:lnTo>
                    <a:pt x="0" y="3790"/>
                  </a:lnTo>
                  <a:lnTo>
                    <a:pt x="67" y="3958"/>
                  </a:lnTo>
                  <a:lnTo>
                    <a:pt x="805" y="4360"/>
                  </a:lnTo>
                  <a:lnTo>
                    <a:pt x="3186" y="4897"/>
                  </a:lnTo>
                  <a:lnTo>
                    <a:pt x="8752" y="5567"/>
                  </a:lnTo>
                  <a:lnTo>
                    <a:pt x="16666" y="6171"/>
                  </a:lnTo>
                  <a:lnTo>
                    <a:pt x="26659" y="6674"/>
                  </a:lnTo>
                  <a:lnTo>
                    <a:pt x="38362" y="7076"/>
                  </a:lnTo>
                  <a:lnTo>
                    <a:pt x="58482" y="7479"/>
                  </a:lnTo>
                  <a:lnTo>
                    <a:pt x="73438" y="7546"/>
                  </a:lnTo>
                  <a:lnTo>
                    <a:pt x="88394" y="7479"/>
                  </a:lnTo>
                  <a:lnTo>
                    <a:pt x="108514" y="7076"/>
                  </a:lnTo>
                  <a:lnTo>
                    <a:pt x="120217" y="6674"/>
                  </a:lnTo>
                  <a:lnTo>
                    <a:pt x="130210" y="6171"/>
                  </a:lnTo>
                  <a:lnTo>
                    <a:pt x="138124" y="5567"/>
                  </a:lnTo>
                  <a:lnTo>
                    <a:pt x="143691" y="4897"/>
                  </a:lnTo>
                  <a:lnTo>
                    <a:pt x="146072" y="4360"/>
                  </a:lnTo>
                  <a:lnTo>
                    <a:pt x="146809" y="3958"/>
                  </a:lnTo>
                  <a:lnTo>
                    <a:pt x="146876" y="3790"/>
                  </a:lnTo>
                  <a:lnTo>
                    <a:pt x="146809" y="3589"/>
                  </a:lnTo>
                  <a:lnTo>
                    <a:pt x="146072" y="3187"/>
                  </a:lnTo>
                  <a:lnTo>
                    <a:pt x="143691" y="2650"/>
                  </a:lnTo>
                  <a:lnTo>
                    <a:pt x="138124" y="1979"/>
                  </a:lnTo>
                  <a:lnTo>
                    <a:pt x="130210" y="1376"/>
                  </a:lnTo>
                  <a:lnTo>
                    <a:pt x="120217" y="873"/>
                  </a:lnTo>
                  <a:lnTo>
                    <a:pt x="108514" y="470"/>
                  </a:lnTo>
                  <a:lnTo>
                    <a:pt x="88394" y="68"/>
                  </a:lnTo>
                  <a:lnTo>
                    <a:pt x="73438" y="1"/>
                  </a:lnTo>
                  <a:close/>
                </a:path>
              </a:pathLst>
            </a:custGeom>
            <a:solidFill>
              <a:srgbClr val="6E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8"/>
            <p:cNvSpPr/>
            <p:nvPr/>
          </p:nvSpPr>
          <p:spPr>
            <a:xfrm>
              <a:off x="5698819" y="3309507"/>
              <a:ext cx="2503518" cy="128622"/>
            </a:xfrm>
            <a:custGeom>
              <a:avLst/>
              <a:gdLst/>
              <a:ahLst/>
              <a:cxnLst/>
              <a:rect l="l" t="t" r="r" b="b"/>
              <a:pathLst>
                <a:path w="146877" h="7546" extrusionOk="0">
                  <a:moveTo>
                    <a:pt x="73438" y="1"/>
                  </a:moveTo>
                  <a:lnTo>
                    <a:pt x="58482" y="68"/>
                  </a:lnTo>
                  <a:lnTo>
                    <a:pt x="38362" y="470"/>
                  </a:lnTo>
                  <a:lnTo>
                    <a:pt x="26659" y="873"/>
                  </a:lnTo>
                  <a:lnTo>
                    <a:pt x="16666" y="1376"/>
                  </a:lnTo>
                  <a:lnTo>
                    <a:pt x="8752" y="1979"/>
                  </a:lnTo>
                  <a:lnTo>
                    <a:pt x="3186" y="2650"/>
                  </a:lnTo>
                  <a:lnTo>
                    <a:pt x="805" y="3187"/>
                  </a:lnTo>
                  <a:lnTo>
                    <a:pt x="67" y="3589"/>
                  </a:lnTo>
                  <a:lnTo>
                    <a:pt x="0" y="3790"/>
                  </a:lnTo>
                  <a:lnTo>
                    <a:pt x="67" y="3958"/>
                  </a:lnTo>
                  <a:lnTo>
                    <a:pt x="805" y="4360"/>
                  </a:lnTo>
                  <a:lnTo>
                    <a:pt x="3186" y="4897"/>
                  </a:lnTo>
                  <a:lnTo>
                    <a:pt x="8752" y="5567"/>
                  </a:lnTo>
                  <a:lnTo>
                    <a:pt x="16666" y="6171"/>
                  </a:lnTo>
                  <a:lnTo>
                    <a:pt x="26659" y="6674"/>
                  </a:lnTo>
                  <a:lnTo>
                    <a:pt x="38362" y="7076"/>
                  </a:lnTo>
                  <a:lnTo>
                    <a:pt x="58482" y="7479"/>
                  </a:lnTo>
                  <a:lnTo>
                    <a:pt x="73438" y="7546"/>
                  </a:lnTo>
                  <a:lnTo>
                    <a:pt x="88394" y="7479"/>
                  </a:lnTo>
                  <a:lnTo>
                    <a:pt x="108514" y="7076"/>
                  </a:lnTo>
                  <a:lnTo>
                    <a:pt x="120217" y="6674"/>
                  </a:lnTo>
                  <a:lnTo>
                    <a:pt x="130210" y="6171"/>
                  </a:lnTo>
                  <a:lnTo>
                    <a:pt x="138124" y="5567"/>
                  </a:lnTo>
                  <a:lnTo>
                    <a:pt x="143691" y="4897"/>
                  </a:lnTo>
                  <a:lnTo>
                    <a:pt x="146072" y="4360"/>
                  </a:lnTo>
                  <a:lnTo>
                    <a:pt x="146809" y="3958"/>
                  </a:lnTo>
                  <a:lnTo>
                    <a:pt x="146876" y="3790"/>
                  </a:lnTo>
                  <a:lnTo>
                    <a:pt x="146809" y="3589"/>
                  </a:lnTo>
                  <a:lnTo>
                    <a:pt x="146072" y="3187"/>
                  </a:lnTo>
                  <a:lnTo>
                    <a:pt x="143691" y="2650"/>
                  </a:lnTo>
                  <a:lnTo>
                    <a:pt x="138124" y="1979"/>
                  </a:lnTo>
                  <a:lnTo>
                    <a:pt x="130210" y="1376"/>
                  </a:lnTo>
                  <a:lnTo>
                    <a:pt x="120217" y="873"/>
                  </a:lnTo>
                  <a:lnTo>
                    <a:pt x="108514" y="470"/>
                  </a:lnTo>
                  <a:lnTo>
                    <a:pt x="88394" y="68"/>
                  </a:lnTo>
                  <a:lnTo>
                    <a:pt x="734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8"/>
            <p:cNvSpPr/>
            <p:nvPr/>
          </p:nvSpPr>
          <p:spPr>
            <a:xfrm>
              <a:off x="6833965" y="3329518"/>
              <a:ext cx="259510" cy="81748"/>
            </a:xfrm>
            <a:custGeom>
              <a:avLst/>
              <a:gdLst/>
              <a:ahLst/>
              <a:cxnLst/>
              <a:rect l="l" t="t" r="r" b="b"/>
              <a:pathLst>
                <a:path w="15225" h="4796" extrusionOk="0">
                  <a:moveTo>
                    <a:pt x="13079" y="1"/>
                  </a:moveTo>
                  <a:lnTo>
                    <a:pt x="9122" y="34"/>
                  </a:lnTo>
                  <a:lnTo>
                    <a:pt x="8619" y="68"/>
                  </a:lnTo>
                  <a:lnTo>
                    <a:pt x="8116" y="269"/>
                  </a:lnTo>
                  <a:lnTo>
                    <a:pt x="6472" y="872"/>
                  </a:lnTo>
                  <a:lnTo>
                    <a:pt x="3890" y="1677"/>
                  </a:lnTo>
                  <a:lnTo>
                    <a:pt x="3052" y="1946"/>
                  </a:lnTo>
                  <a:lnTo>
                    <a:pt x="1577" y="2180"/>
                  </a:lnTo>
                  <a:lnTo>
                    <a:pt x="537" y="2281"/>
                  </a:lnTo>
                  <a:lnTo>
                    <a:pt x="101" y="2415"/>
                  </a:lnTo>
                  <a:lnTo>
                    <a:pt x="1" y="2549"/>
                  </a:lnTo>
                  <a:lnTo>
                    <a:pt x="1" y="2650"/>
                  </a:lnTo>
                  <a:lnTo>
                    <a:pt x="202" y="2884"/>
                  </a:lnTo>
                  <a:lnTo>
                    <a:pt x="1375" y="3488"/>
                  </a:lnTo>
                  <a:lnTo>
                    <a:pt x="3119" y="4058"/>
                  </a:lnTo>
                  <a:lnTo>
                    <a:pt x="4997" y="4427"/>
                  </a:lnTo>
                  <a:lnTo>
                    <a:pt x="5802" y="4461"/>
                  </a:lnTo>
                  <a:lnTo>
                    <a:pt x="7210" y="4427"/>
                  </a:lnTo>
                  <a:lnTo>
                    <a:pt x="9088" y="4058"/>
                  </a:lnTo>
                  <a:lnTo>
                    <a:pt x="9826" y="4025"/>
                  </a:lnTo>
                  <a:lnTo>
                    <a:pt x="10128" y="4025"/>
                  </a:lnTo>
                  <a:lnTo>
                    <a:pt x="10429" y="4192"/>
                  </a:lnTo>
                  <a:lnTo>
                    <a:pt x="10664" y="4393"/>
                  </a:lnTo>
                  <a:lnTo>
                    <a:pt x="11167" y="4628"/>
                  </a:lnTo>
                  <a:lnTo>
                    <a:pt x="11737" y="4695"/>
                  </a:lnTo>
                  <a:lnTo>
                    <a:pt x="12810" y="4796"/>
                  </a:lnTo>
                  <a:lnTo>
                    <a:pt x="13783" y="4662"/>
                  </a:lnTo>
                  <a:lnTo>
                    <a:pt x="14252" y="4293"/>
                  </a:lnTo>
                  <a:lnTo>
                    <a:pt x="14453" y="3991"/>
                  </a:lnTo>
                  <a:lnTo>
                    <a:pt x="14856" y="3387"/>
                  </a:lnTo>
                  <a:lnTo>
                    <a:pt x="15191" y="2717"/>
                  </a:lnTo>
                  <a:lnTo>
                    <a:pt x="15225" y="2113"/>
                  </a:lnTo>
                  <a:lnTo>
                    <a:pt x="15158" y="1744"/>
                  </a:lnTo>
                  <a:lnTo>
                    <a:pt x="15158" y="1711"/>
                  </a:lnTo>
                  <a:lnTo>
                    <a:pt x="15091" y="1342"/>
                  </a:lnTo>
                  <a:lnTo>
                    <a:pt x="14688" y="705"/>
                  </a:lnTo>
                  <a:lnTo>
                    <a:pt x="14152" y="235"/>
                  </a:lnTo>
                  <a:lnTo>
                    <a:pt x="13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68"/>
            <p:cNvSpPr/>
            <p:nvPr/>
          </p:nvSpPr>
          <p:spPr>
            <a:xfrm>
              <a:off x="7071742" y="3311229"/>
              <a:ext cx="226358" cy="88617"/>
            </a:xfrm>
            <a:custGeom>
              <a:avLst/>
              <a:gdLst/>
              <a:ahLst/>
              <a:cxnLst/>
              <a:rect l="l" t="t" r="r" b="b"/>
              <a:pathLst>
                <a:path w="13280" h="5199" extrusionOk="0">
                  <a:moveTo>
                    <a:pt x="7881" y="1"/>
                  </a:moveTo>
                  <a:lnTo>
                    <a:pt x="7445" y="34"/>
                  </a:lnTo>
                  <a:lnTo>
                    <a:pt x="7042" y="235"/>
                  </a:lnTo>
                  <a:lnTo>
                    <a:pt x="5600" y="805"/>
                  </a:lnTo>
                  <a:lnTo>
                    <a:pt x="3387" y="1610"/>
                  </a:lnTo>
                  <a:lnTo>
                    <a:pt x="2650" y="1878"/>
                  </a:lnTo>
                  <a:lnTo>
                    <a:pt x="1409" y="2080"/>
                  </a:lnTo>
                  <a:lnTo>
                    <a:pt x="470" y="2180"/>
                  </a:lnTo>
                  <a:lnTo>
                    <a:pt x="101" y="2281"/>
                  </a:lnTo>
                  <a:lnTo>
                    <a:pt x="0" y="2415"/>
                  </a:lnTo>
                  <a:lnTo>
                    <a:pt x="34" y="2549"/>
                  </a:lnTo>
                  <a:lnTo>
                    <a:pt x="168" y="2784"/>
                  </a:lnTo>
                  <a:lnTo>
                    <a:pt x="906" y="3320"/>
                  </a:lnTo>
                  <a:lnTo>
                    <a:pt x="2046" y="3790"/>
                  </a:lnTo>
                  <a:lnTo>
                    <a:pt x="3421" y="4092"/>
                  </a:lnTo>
                  <a:lnTo>
                    <a:pt x="4091" y="4159"/>
                  </a:lnTo>
                  <a:lnTo>
                    <a:pt x="5533" y="4192"/>
                  </a:lnTo>
                  <a:lnTo>
                    <a:pt x="7009" y="4058"/>
                  </a:lnTo>
                  <a:lnTo>
                    <a:pt x="7612" y="4025"/>
                  </a:lnTo>
                  <a:lnTo>
                    <a:pt x="8115" y="4192"/>
                  </a:lnTo>
                  <a:lnTo>
                    <a:pt x="8149" y="4494"/>
                  </a:lnTo>
                  <a:lnTo>
                    <a:pt x="8183" y="4796"/>
                  </a:lnTo>
                  <a:lnTo>
                    <a:pt x="8384" y="4896"/>
                  </a:lnTo>
                  <a:lnTo>
                    <a:pt x="9121" y="5098"/>
                  </a:lnTo>
                  <a:lnTo>
                    <a:pt x="9893" y="5131"/>
                  </a:lnTo>
                  <a:lnTo>
                    <a:pt x="11201" y="5198"/>
                  </a:lnTo>
                  <a:lnTo>
                    <a:pt x="12139" y="5131"/>
                  </a:lnTo>
                  <a:lnTo>
                    <a:pt x="12475" y="4762"/>
                  </a:lnTo>
                  <a:lnTo>
                    <a:pt x="12642" y="4460"/>
                  </a:lnTo>
                  <a:lnTo>
                    <a:pt x="12978" y="3823"/>
                  </a:lnTo>
                  <a:lnTo>
                    <a:pt x="13280" y="2851"/>
                  </a:lnTo>
                  <a:lnTo>
                    <a:pt x="13213" y="2046"/>
                  </a:lnTo>
                  <a:lnTo>
                    <a:pt x="13213" y="2013"/>
                  </a:lnTo>
                  <a:lnTo>
                    <a:pt x="13112" y="1610"/>
                  </a:lnTo>
                  <a:lnTo>
                    <a:pt x="12777" y="939"/>
                  </a:lnTo>
                  <a:lnTo>
                    <a:pt x="12274" y="436"/>
                  </a:lnTo>
                  <a:lnTo>
                    <a:pt x="11636" y="135"/>
                  </a:lnTo>
                  <a:lnTo>
                    <a:pt x="11335" y="101"/>
                  </a:lnTo>
                  <a:lnTo>
                    <a:pt x="78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68"/>
            <p:cNvSpPr/>
            <p:nvPr/>
          </p:nvSpPr>
          <p:spPr>
            <a:xfrm>
              <a:off x="6895122" y="2145214"/>
              <a:ext cx="389257" cy="1225467"/>
            </a:xfrm>
            <a:custGeom>
              <a:avLst/>
              <a:gdLst/>
              <a:ahLst/>
              <a:cxnLst/>
              <a:rect l="l" t="t" r="r" b="b"/>
              <a:pathLst>
                <a:path w="22837" h="71896" extrusionOk="0">
                  <a:moveTo>
                    <a:pt x="12777" y="0"/>
                  </a:moveTo>
                  <a:lnTo>
                    <a:pt x="9155" y="202"/>
                  </a:lnTo>
                  <a:lnTo>
                    <a:pt x="5668" y="772"/>
                  </a:lnTo>
                  <a:lnTo>
                    <a:pt x="3354" y="1509"/>
                  </a:lnTo>
                  <a:lnTo>
                    <a:pt x="2046" y="2180"/>
                  </a:lnTo>
                  <a:lnTo>
                    <a:pt x="973" y="2985"/>
                  </a:lnTo>
                  <a:lnTo>
                    <a:pt x="235" y="3991"/>
                  </a:lnTo>
                  <a:lnTo>
                    <a:pt x="1" y="4561"/>
                  </a:lnTo>
                  <a:lnTo>
                    <a:pt x="168" y="10731"/>
                  </a:lnTo>
                  <a:lnTo>
                    <a:pt x="336" y="21026"/>
                  </a:lnTo>
                  <a:lnTo>
                    <a:pt x="369" y="23038"/>
                  </a:lnTo>
                  <a:lnTo>
                    <a:pt x="738" y="30348"/>
                  </a:lnTo>
                  <a:lnTo>
                    <a:pt x="1375" y="39402"/>
                  </a:lnTo>
                  <a:lnTo>
                    <a:pt x="2281" y="47718"/>
                  </a:lnTo>
                  <a:lnTo>
                    <a:pt x="2784" y="50636"/>
                  </a:lnTo>
                  <a:lnTo>
                    <a:pt x="3320" y="53285"/>
                  </a:lnTo>
                  <a:lnTo>
                    <a:pt x="4125" y="58919"/>
                  </a:lnTo>
                  <a:lnTo>
                    <a:pt x="4896" y="66296"/>
                  </a:lnTo>
                  <a:lnTo>
                    <a:pt x="4997" y="68174"/>
                  </a:lnTo>
                  <a:lnTo>
                    <a:pt x="4964" y="68844"/>
                  </a:lnTo>
                  <a:lnTo>
                    <a:pt x="4930" y="69515"/>
                  </a:lnTo>
                  <a:lnTo>
                    <a:pt x="5131" y="69951"/>
                  </a:lnTo>
                  <a:lnTo>
                    <a:pt x="5366" y="70186"/>
                  </a:lnTo>
                  <a:lnTo>
                    <a:pt x="5668" y="70454"/>
                  </a:lnTo>
                  <a:lnTo>
                    <a:pt x="6774" y="71125"/>
                  </a:lnTo>
                  <a:lnTo>
                    <a:pt x="8082" y="71661"/>
                  </a:lnTo>
                  <a:lnTo>
                    <a:pt x="9256" y="71896"/>
                  </a:lnTo>
                  <a:lnTo>
                    <a:pt x="9658" y="71762"/>
                  </a:lnTo>
                  <a:lnTo>
                    <a:pt x="10027" y="71561"/>
                  </a:lnTo>
                  <a:lnTo>
                    <a:pt x="10564" y="70924"/>
                  </a:lnTo>
                  <a:lnTo>
                    <a:pt x="11100" y="69884"/>
                  </a:lnTo>
                  <a:lnTo>
                    <a:pt x="11167" y="69683"/>
                  </a:lnTo>
                  <a:lnTo>
                    <a:pt x="11167" y="65089"/>
                  </a:lnTo>
                  <a:lnTo>
                    <a:pt x="11435" y="54526"/>
                  </a:lnTo>
                  <a:lnTo>
                    <a:pt x="11536" y="49797"/>
                  </a:lnTo>
                  <a:lnTo>
                    <a:pt x="11301" y="41682"/>
                  </a:lnTo>
                  <a:lnTo>
                    <a:pt x="11268" y="40710"/>
                  </a:lnTo>
                  <a:lnTo>
                    <a:pt x="11670" y="42688"/>
                  </a:lnTo>
                  <a:lnTo>
                    <a:pt x="14621" y="55766"/>
                  </a:lnTo>
                  <a:lnTo>
                    <a:pt x="15661" y="59723"/>
                  </a:lnTo>
                  <a:lnTo>
                    <a:pt x="16030" y="60998"/>
                  </a:lnTo>
                  <a:lnTo>
                    <a:pt x="16667" y="63982"/>
                  </a:lnTo>
                  <a:lnTo>
                    <a:pt x="17371" y="68341"/>
                  </a:lnTo>
                  <a:lnTo>
                    <a:pt x="17606" y="69783"/>
                  </a:lnTo>
                  <a:lnTo>
                    <a:pt x="17673" y="70186"/>
                  </a:lnTo>
                  <a:lnTo>
                    <a:pt x="18008" y="70655"/>
                  </a:lnTo>
                  <a:lnTo>
                    <a:pt x="18813" y="70957"/>
                  </a:lnTo>
                  <a:lnTo>
                    <a:pt x="20456" y="70957"/>
                  </a:lnTo>
                  <a:lnTo>
                    <a:pt x="21797" y="70655"/>
                  </a:lnTo>
                  <a:lnTo>
                    <a:pt x="22468" y="70253"/>
                  </a:lnTo>
                  <a:lnTo>
                    <a:pt x="22703" y="69918"/>
                  </a:lnTo>
                  <a:lnTo>
                    <a:pt x="22770" y="69716"/>
                  </a:lnTo>
                  <a:lnTo>
                    <a:pt x="22837" y="68677"/>
                  </a:lnTo>
                  <a:lnTo>
                    <a:pt x="22736" y="66195"/>
                  </a:lnTo>
                  <a:lnTo>
                    <a:pt x="22233" y="59556"/>
                  </a:lnTo>
                  <a:lnTo>
                    <a:pt x="22066" y="56102"/>
                  </a:lnTo>
                  <a:lnTo>
                    <a:pt x="21998" y="54090"/>
                  </a:lnTo>
                  <a:lnTo>
                    <a:pt x="21194" y="45841"/>
                  </a:lnTo>
                  <a:lnTo>
                    <a:pt x="20154" y="35479"/>
                  </a:lnTo>
                  <a:lnTo>
                    <a:pt x="19584" y="28537"/>
                  </a:lnTo>
                  <a:lnTo>
                    <a:pt x="19416" y="25016"/>
                  </a:lnTo>
                  <a:lnTo>
                    <a:pt x="19450" y="23809"/>
                  </a:lnTo>
                  <a:lnTo>
                    <a:pt x="19819" y="19081"/>
                  </a:lnTo>
                  <a:lnTo>
                    <a:pt x="20724" y="11033"/>
                  </a:lnTo>
                  <a:lnTo>
                    <a:pt x="20959" y="7780"/>
                  </a:lnTo>
                  <a:lnTo>
                    <a:pt x="20925" y="6104"/>
                  </a:lnTo>
                  <a:lnTo>
                    <a:pt x="20858" y="5500"/>
                  </a:lnTo>
                  <a:lnTo>
                    <a:pt x="20624" y="4226"/>
                  </a:lnTo>
                  <a:lnTo>
                    <a:pt x="20355" y="1644"/>
                  </a:lnTo>
                  <a:lnTo>
                    <a:pt x="20322" y="336"/>
                  </a:lnTo>
                  <a:lnTo>
                    <a:pt x="19752" y="269"/>
                  </a:lnTo>
                  <a:lnTo>
                    <a:pt x="16063" y="34"/>
                  </a:lnTo>
                  <a:lnTo>
                    <a:pt x="12777" y="0"/>
                  </a:lnTo>
                  <a:close/>
                </a:path>
              </a:pathLst>
            </a:custGeom>
            <a:solidFill>
              <a:schemeClr val="dk2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68"/>
            <p:cNvSpPr/>
            <p:nvPr/>
          </p:nvSpPr>
          <p:spPr>
            <a:xfrm>
              <a:off x="6912849" y="2246376"/>
              <a:ext cx="46311" cy="83469"/>
            </a:xfrm>
            <a:custGeom>
              <a:avLst/>
              <a:gdLst/>
              <a:ahLst/>
              <a:cxnLst/>
              <a:rect l="l" t="t" r="r" b="b"/>
              <a:pathLst>
                <a:path w="2717" h="4897" fill="none" extrusionOk="0">
                  <a:moveTo>
                    <a:pt x="0" y="1"/>
                  </a:moveTo>
                  <a:lnTo>
                    <a:pt x="503" y="1644"/>
                  </a:lnTo>
                  <a:lnTo>
                    <a:pt x="1140" y="3220"/>
                  </a:lnTo>
                  <a:lnTo>
                    <a:pt x="1409" y="3723"/>
                  </a:lnTo>
                  <a:lnTo>
                    <a:pt x="2213" y="4595"/>
                  </a:lnTo>
                  <a:lnTo>
                    <a:pt x="2716" y="4897"/>
                  </a:lnTo>
                </a:path>
              </a:pathLst>
            </a:custGeom>
            <a:noFill/>
            <a:ln w="10900" cap="flat" cmpd="sng">
              <a:solidFill>
                <a:srgbClr val="FFFFFF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68"/>
            <p:cNvSpPr/>
            <p:nvPr/>
          </p:nvSpPr>
          <p:spPr>
            <a:xfrm>
              <a:off x="7008863" y="3290076"/>
              <a:ext cx="2301" cy="63459"/>
            </a:xfrm>
            <a:custGeom>
              <a:avLst/>
              <a:gdLst/>
              <a:ahLst/>
              <a:cxnLst/>
              <a:rect l="l" t="t" r="r" b="b"/>
              <a:pathLst>
                <a:path w="135" h="3723" fill="none" extrusionOk="0">
                  <a:moveTo>
                    <a:pt x="68" y="1"/>
                  </a:moveTo>
                  <a:lnTo>
                    <a:pt x="135" y="940"/>
                  </a:lnTo>
                  <a:lnTo>
                    <a:pt x="68" y="2784"/>
                  </a:lnTo>
                  <a:lnTo>
                    <a:pt x="1" y="3723"/>
                  </a:lnTo>
                </a:path>
              </a:pathLst>
            </a:custGeom>
            <a:noFill/>
            <a:ln w="10900" cap="flat" cmpd="sng">
              <a:solidFill>
                <a:srgbClr val="FFFFFF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8"/>
            <p:cNvSpPr/>
            <p:nvPr/>
          </p:nvSpPr>
          <p:spPr>
            <a:xfrm>
              <a:off x="6965433" y="2464723"/>
              <a:ext cx="40022" cy="763650"/>
            </a:xfrm>
            <a:custGeom>
              <a:avLst/>
              <a:gdLst/>
              <a:ahLst/>
              <a:cxnLst/>
              <a:rect l="l" t="t" r="r" b="b"/>
              <a:pathLst>
                <a:path w="2348" h="44802" fill="none" extrusionOk="0">
                  <a:moveTo>
                    <a:pt x="0" y="1"/>
                  </a:moveTo>
                  <a:lnTo>
                    <a:pt x="201" y="8015"/>
                  </a:lnTo>
                  <a:lnTo>
                    <a:pt x="805" y="25318"/>
                  </a:lnTo>
                  <a:lnTo>
                    <a:pt x="1140" y="29778"/>
                  </a:lnTo>
                  <a:lnTo>
                    <a:pt x="1845" y="37457"/>
                  </a:lnTo>
                  <a:lnTo>
                    <a:pt x="2348" y="44801"/>
                  </a:lnTo>
                </a:path>
              </a:pathLst>
            </a:custGeom>
            <a:noFill/>
            <a:ln w="10900" cap="flat" cmpd="sng">
              <a:solidFill>
                <a:srgbClr val="FFFFFF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8"/>
            <p:cNvSpPr/>
            <p:nvPr/>
          </p:nvSpPr>
          <p:spPr>
            <a:xfrm>
              <a:off x="6958564" y="2249240"/>
              <a:ext cx="5744" cy="171490"/>
            </a:xfrm>
            <a:custGeom>
              <a:avLst/>
              <a:gdLst/>
              <a:ahLst/>
              <a:cxnLst/>
              <a:rect l="l" t="t" r="r" b="b"/>
              <a:pathLst>
                <a:path w="337" h="10061" fill="none" extrusionOk="0">
                  <a:moveTo>
                    <a:pt x="1" y="1"/>
                  </a:moveTo>
                  <a:lnTo>
                    <a:pt x="68" y="2884"/>
                  </a:lnTo>
                  <a:lnTo>
                    <a:pt x="236" y="5500"/>
                  </a:lnTo>
                  <a:lnTo>
                    <a:pt x="236" y="6405"/>
                  </a:lnTo>
                  <a:lnTo>
                    <a:pt x="336" y="10061"/>
                  </a:lnTo>
                </a:path>
              </a:pathLst>
            </a:custGeom>
            <a:noFill/>
            <a:ln w="10900" cap="flat" cmpd="sng">
              <a:solidFill>
                <a:srgbClr val="FFFFFF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8"/>
            <p:cNvSpPr/>
            <p:nvPr/>
          </p:nvSpPr>
          <p:spPr>
            <a:xfrm>
              <a:off x="6543603" y="1628512"/>
              <a:ext cx="42885" cy="108048"/>
            </a:xfrm>
            <a:custGeom>
              <a:avLst/>
              <a:gdLst/>
              <a:ahLst/>
              <a:cxnLst/>
              <a:rect l="l" t="t" r="r" b="b"/>
              <a:pathLst>
                <a:path w="2516" h="6339" extrusionOk="0">
                  <a:moveTo>
                    <a:pt x="269" y="0"/>
                  </a:moveTo>
                  <a:lnTo>
                    <a:pt x="168" y="34"/>
                  </a:lnTo>
                  <a:lnTo>
                    <a:pt x="68" y="336"/>
                  </a:lnTo>
                  <a:lnTo>
                    <a:pt x="1" y="1409"/>
                  </a:lnTo>
                  <a:lnTo>
                    <a:pt x="1" y="1677"/>
                  </a:lnTo>
                  <a:lnTo>
                    <a:pt x="302" y="2951"/>
                  </a:lnTo>
                  <a:lnTo>
                    <a:pt x="1141" y="4863"/>
                  </a:lnTo>
                  <a:lnTo>
                    <a:pt x="2013" y="6003"/>
                  </a:lnTo>
                  <a:lnTo>
                    <a:pt x="2448" y="6338"/>
                  </a:lnTo>
                  <a:lnTo>
                    <a:pt x="2516" y="6305"/>
                  </a:lnTo>
                  <a:lnTo>
                    <a:pt x="2482" y="6237"/>
                  </a:lnTo>
                  <a:lnTo>
                    <a:pt x="2147" y="5533"/>
                  </a:lnTo>
                  <a:lnTo>
                    <a:pt x="1845" y="4091"/>
                  </a:lnTo>
                  <a:lnTo>
                    <a:pt x="1845" y="3320"/>
                  </a:lnTo>
                  <a:lnTo>
                    <a:pt x="1912" y="2784"/>
                  </a:lnTo>
                  <a:lnTo>
                    <a:pt x="1778" y="1744"/>
                  </a:lnTo>
                  <a:lnTo>
                    <a:pt x="1610" y="1241"/>
                  </a:lnTo>
                  <a:lnTo>
                    <a:pt x="1543" y="1140"/>
                  </a:lnTo>
                  <a:lnTo>
                    <a:pt x="1442" y="1140"/>
                  </a:lnTo>
                  <a:lnTo>
                    <a:pt x="1308" y="1409"/>
                  </a:lnTo>
                  <a:lnTo>
                    <a:pt x="1107" y="2314"/>
                  </a:lnTo>
                  <a:lnTo>
                    <a:pt x="1074" y="2549"/>
                  </a:lnTo>
                  <a:lnTo>
                    <a:pt x="939" y="1811"/>
                  </a:lnTo>
                  <a:lnTo>
                    <a:pt x="638" y="537"/>
                  </a:lnTo>
                  <a:lnTo>
                    <a:pt x="369" y="101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rgbClr val="2E353A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8"/>
            <p:cNvSpPr/>
            <p:nvPr/>
          </p:nvSpPr>
          <p:spPr>
            <a:xfrm>
              <a:off x="7593013" y="1677670"/>
              <a:ext cx="93765" cy="69169"/>
            </a:xfrm>
            <a:custGeom>
              <a:avLst/>
              <a:gdLst/>
              <a:ahLst/>
              <a:cxnLst/>
              <a:rect l="l" t="t" r="r" b="b"/>
              <a:pathLst>
                <a:path w="5501" h="4058" extrusionOk="0">
                  <a:moveTo>
                    <a:pt x="5400" y="0"/>
                  </a:moveTo>
                  <a:lnTo>
                    <a:pt x="5299" y="34"/>
                  </a:lnTo>
                  <a:lnTo>
                    <a:pt x="4796" y="235"/>
                  </a:lnTo>
                  <a:lnTo>
                    <a:pt x="3857" y="1140"/>
                  </a:lnTo>
                  <a:lnTo>
                    <a:pt x="3321" y="1677"/>
                  </a:lnTo>
                  <a:lnTo>
                    <a:pt x="3421" y="1476"/>
                  </a:lnTo>
                  <a:lnTo>
                    <a:pt x="3757" y="604"/>
                  </a:lnTo>
                  <a:lnTo>
                    <a:pt x="3790" y="302"/>
                  </a:lnTo>
                  <a:lnTo>
                    <a:pt x="3723" y="268"/>
                  </a:lnTo>
                  <a:lnTo>
                    <a:pt x="3622" y="302"/>
                  </a:lnTo>
                  <a:lnTo>
                    <a:pt x="3186" y="604"/>
                  </a:lnTo>
                  <a:lnTo>
                    <a:pt x="2482" y="1409"/>
                  </a:lnTo>
                  <a:lnTo>
                    <a:pt x="2214" y="1912"/>
                  </a:lnTo>
                  <a:lnTo>
                    <a:pt x="1812" y="2515"/>
                  </a:lnTo>
                  <a:lnTo>
                    <a:pt x="739" y="3555"/>
                  </a:lnTo>
                  <a:lnTo>
                    <a:pt x="101" y="3957"/>
                  </a:lnTo>
                  <a:lnTo>
                    <a:pt x="1" y="3991"/>
                  </a:lnTo>
                  <a:lnTo>
                    <a:pt x="68" y="4058"/>
                  </a:lnTo>
                  <a:lnTo>
                    <a:pt x="604" y="4024"/>
                  </a:lnTo>
                  <a:lnTo>
                    <a:pt x="1946" y="3555"/>
                  </a:lnTo>
                  <a:lnTo>
                    <a:pt x="3757" y="2448"/>
                  </a:lnTo>
                  <a:lnTo>
                    <a:pt x="4695" y="1543"/>
                  </a:lnTo>
                  <a:lnTo>
                    <a:pt x="4863" y="1341"/>
                  </a:lnTo>
                  <a:lnTo>
                    <a:pt x="5400" y="403"/>
                  </a:lnTo>
                  <a:lnTo>
                    <a:pt x="5500" y="101"/>
                  </a:lnTo>
                  <a:lnTo>
                    <a:pt x="5400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8"/>
            <p:cNvSpPr/>
            <p:nvPr/>
          </p:nvSpPr>
          <p:spPr>
            <a:xfrm>
              <a:off x="7485561" y="1110089"/>
              <a:ext cx="210352" cy="210932"/>
            </a:xfrm>
            <a:custGeom>
              <a:avLst/>
              <a:gdLst/>
              <a:ahLst/>
              <a:cxnLst/>
              <a:rect l="l" t="t" r="r" b="b"/>
              <a:pathLst>
                <a:path w="12341" h="12375" extrusionOk="0">
                  <a:moveTo>
                    <a:pt x="6171" y="3756"/>
                  </a:moveTo>
                  <a:lnTo>
                    <a:pt x="6875" y="3857"/>
                  </a:lnTo>
                  <a:lnTo>
                    <a:pt x="7512" y="4159"/>
                  </a:lnTo>
                  <a:lnTo>
                    <a:pt x="8049" y="4662"/>
                  </a:lnTo>
                  <a:lnTo>
                    <a:pt x="8417" y="5265"/>
                  </a:lnTo>
                  <a:lnTo>
                    <a:pt x="8585" y="6037"/>
                  </a:lnTo>
                  <a:lnTo>
                    <a:pt x="8585" y="6439"/>
                  </a:lnTo>
                  <a:lnTo>
                    <a:pt x="8484" y="6875"/>
                  </a:lnTo>
                  <a:lnTo>
                    <a:pt x="8149" y="7613"/>
                  </a:lnTo>
                  <a:lnTo>
                    <a:pt x="7579" y="8183"/>
                  </a:lnTo>
                  <a:lnTo>
                    <a:pt x="6841" y="8552"/>
                  </a:lnTo>
                  <a:lnTo>
                    <a:pt x="6405" y="8619"/>
                  </a:lnTo>
                  <a:lnTo>
                    <a:pt x="5969" y="8652"/>
                  </a:lnTo>
                  <a:lnTo>
                    <a:pt x="5232" y="8484"/>
                  </a:lnTo>
                  <a:lnTo>
                    <a:pt x="4595" y="8082"/>
                  </a:lnTo>
                  <a:lnTo>
                    <a:pt x="4125" y="7546"/>
                  </a:lnTo>
                  <a:lnTo>
                    <a:pt x="3823" y="6908"/>
                  </a:lnTo>
                  <a:lnTo>
                    <a:pt x="3689" y="6204"/>
                  </a:lnTo>
                  <a:lnTo>
                    <a:pt x="3790" y="5466"/>
                  </a:lnTo>
                  <a:lnTo>
                    <a:pt x="4159" y="4796"/>
                  </a:lnTo>
                  <a:lnTo>
                    <a:pt x="4427" y="4494"/>
                  </a:lnTo>
                  <a:lnTo>
                    <a:pt x="4729" y="4192"/>
                  </a:lnTo>
                  <a:lnTo>
                    <a:pt x="5433" y="3857"/>
                  </a:lnTo>
                  <a:lnTo>
                    <a:pt x="6171" y="3756"/>
                  </a:lnTo>
                  <a:close/>
                  <a:moveTo>
                    <a:pt x="5634" y="1"/>
                  </a:moveTo>
                  <a:lnTo>
                    <a:pt x="5399" y="34"/>
                  </a:lnTo>
                  <a:lnTo>
                    <a:pt x="5098" y="336"/>
                  </a:lnTo>
                  <a:lnTo>
                    <a:pt x="5064" y="571"/>
                  </a:lnTo>
                  <a:lnTo>
                    <a:pt x="5064" y="1409"/>
                  </a:lnTo>
                  <a:lnTo>
                    <a:pt x="4259" y="1644"/>
                  </a:lnTo>
                  <a:lnTo>
                    <a:pt x="3555" y="2013"/>
                  </a:lnTo>
                  <a:lnTo>
                    <a:pt x="2985" y="1442"/>
                  </a:lnTo>
                  <a:lnTo>
                    <a:pt x="2784" y="1308"/>
                  </a:lnTo>
                  <a:lnTo>
                    <a:pt x="2348" y="1308"/>
                  </a:lnTo>
                  <a:lnTo>
                    <a:pt x="2180" y="1442"/>
                  </a:lnTo>
                  <a:lnTo>
                    <a:pt x="1442" y="2214"/>
                  </a:lnTo>
                  <a:lnTo>
                    <a:pt x="1308" y="2381"/>
                  </a:lnTo>
                  <a:lnTo>
                    <a:pt x="1308" y="2817"/>
                  </a:lnTo>
                  <a:lnTo>
                    <a:pt x="1442" y="3019"/>
                  </a:lnTo>
                  <a:lnTo>
                    <a:pt x="2013" y="3589"/>
                  </a:lnTo>
                  <a:lnTo>
                    <a:pt x="1610" y="4293"/>
                  </a:lnTo>
                  <a:lnTo>
                    <a:pt x="1409" y="5098"/>
                  </a:lnTo>
                  <a:lnTo>
                    <a:pt x="571" y="5098"/>
                  </a:lnTo>
                  <a:lnTo>
                    <a:pt x="336" y="5131"/>
                  </a:lnTo>
                  <a:lnTo>
                    <a:pt x="34" y="5433"/>
                  </a:lnTo>
                  <a:lnTo>
                    <a:pt x="1" y="5668"/>
                  </a:lnTo>
                  <a:lnTo>
                    <a:pt x="1" y="6741"/>
                  </a:lnTo>
                  <a:lnTo>
                    <a:pt x="34" y="6942"/>
                  </a:lnTo>
                  <a:lnTo>
                    <a:pt x="336" y="7277"/>
                  </a:lnTo>
                  <a:lnTo>
                    <a:pt x="571" y="7311"/>
                  </a:lnTo>
                  <a:lnTo>
                    <a:pt x="1409" y="7311"/>
                  </a:lnTo>
                  <a:lnTo>
                    <a:pt x="1610" y="8082"/>
                  </a:lnTo>
                  <a:lnTo>
                    <a:pt x="2013" y="8820"/>
                  </a:lnTo>
                  <a:lnTo>
                    <a:pt x="1442" y="9390"/>
                  </a:lnTo>
                  <a:lnTo>
                    <a:pt x="1308" y="9558"/>
                  </a:lnTo>
                  <a:lnTo>
                    <a:pt x="1308" y="10027"/>
                  </a:lnTo>
                  <a:lnTo>
                    <a:pt x="1442" y="10195"/>
                  </a:lnTo>
                  <a:lnTo>
                    <a:pt x="2180" y="10932"/>
                  </a:lnTo>
                  <a:lnTo>
                    <a:pt x="2381" y="11067"/>
                  </a:lnTo>
                  <a:lnTo>
                    <a:pt x="2817" y="11067"/>
                  </a:lnTo>
                  <a:lnTo>
                    <a:pt x="2985" y="10932"/>
                  </a:lnTo>
                  <a:lnTo>
                    <a:pt x="3589" y="10362"/>
                  </a:lnTo>
                  <a:lnTo>
                    <a:pt x="4293" y="10765"/>
                  </a:lnTo>
                  <a:lnTo>
                    <a:pt x="5098" y="10999"/>
                  </a:lnTo>
                  <a:lnTo>
                    <a:pt x="5098" y="11804"/>
                  </a:lnTo>
                  <a:lnTo>
                    <a:pt x="5131" y="12039"/>
                  </a:lnTo>
                  <a:lnTo>
                    <a:pt x="5433" y="12341"/>
                  </a:lnTo>
                  <a:lnTo>
                    <a:pt x="5668" y="12374"/>
                  </a:lnTo>
                  <a:lnTo>
                    <a:pt x="6707" y="12374"/>
                  </a:lnTo>
                  <a:lnTo>
                    <a:pt x="6942" y="12341"/>
                  </a:lnTo>
                  <a:lnTo>
                    <a:pt x="7244" y="12039"/>
                  </a:lnTo>
                  <a:lnTo>
                    <a:pt x="7277" y="11804"/>
                  </a:lnTo>
                  <a:lnTo>
                    <a:pt x="7277" y="10999"/>
                  </a:lnTo>
                  <a:lnTo>
                    <a:pt x="8082" y="10765"/>
                  </a:lnTo>
                  <a:lnTo>
                    <a:pt x="8820" y="10362"/>
                  </a:lnTo>
                  <a:lnTo>
                    <a:pt x="9390" y="10932"/>
                  </a:lnTo>
                  <a:lnTo>
                    <a:pt x="9558" y="11100"/>
                  </a:lnTo>
                  <a:lnTo>
                    <a:pt x="9993" y="11100"/>
                  </a:lnTo>
                  <a:lnTo>
                    <a:pt x="10195" y="10932"/>
                  </a:lnTo>
                  <a:lnTo>
                    <a:pt x="10932" y="10195"/>
                  </a:lnTo>
                  <a:lnTo>
                    <a:pt x="11067" y="10027"/>
                  </a:lnTo>
                  <a:lnTo>
                    <a:pt x="11067" y="9558"/>
                  </a:lnTo>
                  <a:lnTo>
                    <a:pt x="10932" y="9390"/>
                  </a:lnTo>
                  <a:lnTo>
                    <a:pt x="10362" y="8820"/>
                  </a:lnTo>
                  <a:lnTo>
                    <a:pt x="10765" y="8082"/>
                  </a:lnTo>
                  <a:lnTo>
                    <a:pt x="10999" y="7311"/>
                  </a:lnTo>
                  <a:lnTo>
                    <a:pt x="11838" y="7311"/>
                  </a:lnTo>
                  <a:lnTo>
                    <a:pt x="12039" y="7244"/>
                  </a:lnTo>
                  <a:lnTo>
                    <a:pt x="12307" y="6942"/>
                  </a:lnTo>
                  <a:lnTo>
                    <a:pt x="12341" y="6741"/>
                  </a:lnTo>
                  <a:lnTo>
                    <a:pt x="12341" y="5668"/>
                  </a:lnTo>
                  <a:lnTo>
                    <a:pt x="12307" y="5433"/>
                  </a:lnTo>
                  <a:lnTo>
                    <a:pt x="12005" y="5131"/>
                  </a:lnTo>
                  <a:lnTo>
                    <a:pt x="11771" y="5098"/>
                  </a:lnTo>
                  <a:lnTo>
                    <a:pt x="10932" y="5098"/>
                  </a:lnTo>
                  <a:lnTo>
                    <a:pt x="10698" y="4293"/>
                  </a:lnTo>
                  <a:lnTo>
                    <a:pt x="10329" y="3589"/>
                  </a:lnTo>
                  <a:lnTo>
                    <a:pt x="10899" y="3019"/>
                  </a:lnTo>
                  <a:lnTo>
                    <a:pt x="11033" y="2817"/>
                  </a:lnTo>
                  <a:lnTo>
                    <a:pt x="11033" y="2381"/>
                  </a:lnTo>
                  <a:lnTo>
                    <a:pt x="10899" y="2214"/>
                  </a:lnTo>
                  <a:lnTo>
                    <a:pt x="10128" y="1442"/>
                  </a:lnTo>
                  <a:lnTo>
                    <a:pt x="9960" y="1308"/>
                  </a:lnTo>
                  <a:lnTo>
                    <a:pt x="9524" y="1308"/>
                  </a:lnTo>
                  <a:lnTo>
                    <a:pt x="9323" y="1442"/>
                  </a:lnTo>
                  <a:lnTo>
                    <a:pt x="8753" y="2013"/>
                  </a:lnTo>
                  <a:lnTo>
                    <a:pt x="8049" y="1644"/>
                  </a:lnTo>
                  <a:lnTo>
                    <a:pt x="7244" y="1409"/>
                  </a:lnTo>
                  <a:lnTo>
                    <a:pt x="7244" y="571"/>
                  </a:lnTo>
                  <a:lnTo>
                    <a:pt x="7210" y="336"/>
                  </a:lnTo>
                  <a:lnTo>
                    <a:pt x="6908" y="34"/>
                  </a:lnTo>
                  <a:lnTo>
                    <a:pt x="6674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rgbClr val="2E353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8"/>
            <p:cNvSpPr/>
            <p:nvPr/>
          </p:nvSpPr>
          <p:spPr>
            <a:xfrm>
              <a:off x="6615056" y="1611365"/>
              <a:ext cx="211494" cy="210932"/>
            </a:xfrm>
            <a:custGeom>
              <a:avLst/>
              <a:gdLst/>
              <a:ahLst/>
              <a:cxnLst/>
              <a:rect l="l" t="t" r="r" b="b"/>
              <a:pathLst>
                <a:path w="12408" h="12375" extrusionOk="0">
                  <a:moveTo>
                    <a:pt x="6204" y="3622"/>
                  </a:moveTo>
                  <a:lnTo>
                    <a:pt x="6942" y="3756"/>
                  </a:lnTo>
                  <a:lnTo>
                    <a:pt x="7612" y="4058"/>
                  </a:lnTo>
                  <a:lnTo>
                    <a:pt x="8182" y="4561"/>
                  </a:lnTo>
                  <a:lnTo>
                    <a:pt x="8551" y="5198"/>
                  </a:lnTo>
                  <a:lnTo>
                    <a:pt x="8752" y="6003"/>
                  </a:lnTo>
                  <a:lnTo>
                    <a:pt x="8719" y="6439"/>
                  </a:lnTo>
                  <a:lnTo>
                    <a:pt x="8652" y="6841"/>
                  </a:lnTo>
                  <a:lnTo>
                    <a:pt x="8283" y="7612"/>
                  </a:lnTo>
                  <a:lnTo>
                    <a:pt x="7679" y="8216"/>
                  </a:lnTo>
                  <a:lnTo>
                    <a:pt x="6908" y="8585"/>
                  </a:lnTo>
                  <a:lnTo>
                    <a:pt x="6472" y="8652"/>
                  </a:lnTo>
                  <a:lnTo>
                    <a:pt x="6036" y="8685"/>
                  </a:lnTo>
                  <a:lnTo>
                    <a:pt x="5265" y="8518"/>
                  </a:lnTo>
                  <a:lnTo>
                    <a:pt x="4628" y="8115"/>
                  </a:lnTo>
                  <a:lnTo>
                    <a:pt x="4125" y="7579"/>
                  </a:lnTo>
                  <a:lnTo>
                    <a:pt x="3789" y="6908"/>
                  </a:lnTo>
                  <a:lnTo>
                    <a:pt x="3689" y="6170"/>
                  </a:lnTo>
                  <a:lnTo>
                    <a:pt x="3789" y="5433"/>
                  </a:lnTo>
                  <a:lnTo>
                    <a:pt x="4158" y="4695"/>
                  </a:lnTo>
                  <a:lnTo>
                    <a:pt x="4427" y="4393"/>
                  </a:lnTo>
                  <a:lnTo>
                    <a:pt x="4762" y="4091"/>
                  </a:lnTo>
                  <a:lnTo>
                    <a:pt x="5466" y="3756"/>
                  </a:lnTo>
                  <a:lnTo>
                    <a:pt x="6204" y="3622"/>
                  </a:lnTo>
                  <a:close/>
                  <a:moveTo>
                    <a:pt x="5466" y="0"/>
                  </a:moveTo>
                  <a:lnTo>
                    <a:pt x="5164" y="336"/>
                  </a:lnTo>
                  <a:lnTo>
                    <a:pt x="5131" y="537"/>
                  </a:lnTo>
                  <a:lnTo>
                    <a:pt x="5131" y="1375"/>
                  </a:lnTo>
                  <a:lnTo>
                    <a:pt x="4326" y="1610"/>
                  </a:lnTo>
                  <a:lnTo>
                    <a:pt x="3588" y="2012"/>
                  </a:lnTo>
                  <a:lnTo>
                    <a:pt x="3018" y="1442"/>
                  </a:lnTo>
                  <a:lnTo>
                    <a:pt x="2851" y="1308"/>
                  </a:lnTo>
                  <a:lnTo>
                    <a:pt x="2415" y="1308"/>
                  </a:lnTo>
                  <a:lnTo>
                    <a:pt x="2213" y="1442"/>
                  </a:lnTo>
                  <a:lnTo>
                    <a:pt x="1476" y="2180"/>
                  </a:lnTo>
                  <a:lnTo>
                    <a:pt x="1342" y="2381"/>
                  </a:lnTo>
                  <a:lnTo>
                    <a:pt x="1342" y="2817"/>
                  </a:lnTo>
                  <a:lnTo>
                    <a:pt x="1476" y="2985"/>
                  </a:lnTo>
                  <a:lnTo>
                    <a:pt x="2046" y="3588"/>
                  </a:lnTo>
                  <a:lnTo>
                    <a:pt x="1643" y="4293"/>
                  </a:lnTo>
                  <a:lnTo>
                    <a:pt x="1409" y="5097"/>
                  </a:lnTo>
                  <a:lnTo>
                    <a:pt x="570" y="5097"/>
                  </a:lnTo>
                  <a:lnTo>
                    <a:pt x="369" y="5131"/>
                  </a:lnTo>
                  <a:lnTo>
                    <a:pt x="34" y="5433"/>
                  </a:lnTo>
                  <a:lnTo>
                    <a:pt x="0" y="5667"/>
                  </a:lnTo>
                  <a:lnTo>
                    <a:pt x="0" y="6707"/>
                  </a:lnTo>
                  <a:lnTo>
                    <a:pt x="34" y="6942"/>
                  </a:lnTo>
                  <a:lnTo>
                    <a:pt x="369" y="7243"/>
                  </a:lnTo>
                  <a:lnTo>
                    <a:pt x="570" y="7277"/>
                  </a:lnTo>
                  <a:lnTo>
                    <a:pt x="1409" y="7277"/>
                  </a:lnTo>
                  <a:lnTo>
                    <a:pt x="1643" y="8082"/>
                  </a:lnTo>
                  <a:lnTo>
                    <a:pt x="2046" y="8786"/>
                  </a:lnTo>
                  <a:lnTo>
                    <a:pt x="1476" y="9390"/>
                  </a:lnTo>
                  <a:lnTo>
                    <a:pt x="1342" y="9557"/>
                  </a:lnTo>
                  <a:lnTo>
                    <a:pt x="1342" y="9993"/>
                  </a:lnTo>
                  <a:lnTo>
                    <a:pt x="1476" y="10194"/>
                  </a:lnTo>
                  <a:lnTo>
                    <a:pt x="2213" y="10932"/>
                  </a:lnTo>
                  <a:lnTo>
                    <a:pt x="2415" y="11066"/>
                  </a:lnTo>
                  <a:lnTo>
                    <a:pt x="2851" y="11066"/>
                  </a:lnTo>
                  <a:lnTo>
                    <a:pt x="3018" y="10932"/>
                  </a:lnTo>
                  <a:lnTo>
                    <a:pt x="3588" y="10362"/>
                  </a:lnTo>
                  <a:lnTo>
                    <a:pt x="4326" y="10764"/>
                  </a:lnTo>
                  <a:lnTo>
                    <a:pt x="5131" y="10966"/>
                  </a:lnTo>
                  <a:lnTo>
                    <a:pt x="5131" y="11804"/>
                  </a:lnTo>
                  <a:lnTo>
                    <a:pt x="5164" y="12039"/>
                  </a:lnTo>
                  <a:lnTo>
                    <a:pt x="5466" y="12341"/>
                  </a:lnTo>
                  <a:lnTo>
                    <a:pt x="5701" y="12374"/>
                  </a:lnTo>
                  <a:lnTo>
                    <a:pt x="6740" y="12374"/>
                  </a:lnTo>
                  <a:lnTo>
                    <a:pt x="6975" y="12341"/>
                  </a:lnTo>
                  <a:lnTo>
                    <a:pt x="7277" y="12039"/>
                  </a:lnTo>
                  <a:lnTo>
                    <a:pt x="7311" y="11804"/>
                  </a:lnTo>
                  <a:lnTo>
                    <a:pt x="7311" y="10966"/>
                  </a:lnTo>
                  <a:lnTo>
                    <a:pt x="8115" y="10764"/>
                  </a:lnTo>
                  <a:lnTo>
                    <a:pt x="8820" y="10362"/>
                  </a:lnTo>
                  <a:lnTo>
                    <a:pt x="9423" y="10932"/>
                  </a:lnTo>
                  <a:lnTo>
                    <a:pt x="9591" y="11066"/>
                  </a:lnTo>
                  <a:lnTo>
                    <a:pt x="10027" y="11066"/>
                  </a:lnTo>
                  <a:lnTo>
                    <a:pt x="10228" y="10932"/>
                  </a:lnTo>
                  <a:lnTo>
                    <a:pt x="10966" y="10194"/>
                  </a:lnTo>
                  <a:lnTo>
                    <a:pt x="11100" y="9993"/>
                  </a:lnTo>
                  <a:lnTo>
                    <a:pt x="11100" y="9557"/>
                  </a:lnTo>
                  <a:lnTo>
                    <a:pt x="10966" y="9390"/>
                  </a:lnTo>
                  <a:lnTo>
                    <a:pt x="10396" y="8786"/>
                  </a:lnTo>
                  <a:lnTo>
                    <a:pt x="10798" y="8082"/>
                  </a:lnTo>
                  <a:lnTo>
                    <a:pt x="10999" y="7277"/>
                  </a:lnTo>
                  <a:lnTo>
                    <a:pt x="11838" y="7277"/>
                  </a:lnTo>
                  <a:lnTo>
                    <a:pt x="12072" y="7243"/>
                  </a:lnTo>
                  <a:lnTo>
                    <a:pt x="12374" y="6942"/>
                  </a:lnTo>
                  <a:lnTo>
                    <a:pt x="12408" y="6707"/>
                  </a:lnTo>
                  <a:lnTo>
                    <a:pt x="12408" y="5634"/>
                  </a:lnTo>
                  <a:lnTo>
                    <a:pt x="12374" y="5399"/>
                  </a:lnTo>
                  <a:lnTo>
                    <a:pt x="12072" y="5097"/>
                  </a:lnTo>
                  <a:lnTo>
                    <a:pt x="11838" y="5064"/>
                  </a:lnTo>
                  <a:lnTo>
                    <a:pt x="10999" y="5064"/>
                  </a:lnTo>
                  <a:lnTo>
                    <a:pt x="10764" y="4293"/>
                  </a:lnTo>
                  <a:lnTo>
                    <a:pt x="10396" y="3588"/>
                  </a:lnTo>
                  <a:lnTo>
                    <a:pt x="10966" y="2985"/>
                  </a:lnTo>
                  <a:lnTo>
                    <a:pt x="11100" y="2817"/>
                  </a:lnTo>
                  <a:lnTo>
                    <a:pt x="11100" y="2381"/>
                  </a:lnTo>
                  <a:lnTo>
                    <a:pt x="10966" y="2180"/>
                  </a:lnTo>
                  <a:lnTo>
                    <a:pt x="10228" y="1442"/>
                  </a:lnTo>
                  <a:lnTo>
                    <a:pt x="10027" y="1308"/>
                  </a:lnTo>
                  <a:lnTo>
                    <a:pt x="9591" y="1308"/>
                  </a:lnTo>
                  <a:lnTo>
                    <a:pt x="9423" y="1442"/>
                  </a:lnTo>
                  <a:lnTo>
                    <a:pt x="8820" y="2012"/>
                  </a:lnTo>
                  <a:lnTo>
                    <a:pt x="8115" y="1610"/>
                  </a:lnTo>
                  <a:lnTo>
                    <a:pt x="7311" y="1375"/>
                  </a:lnTo>
                  <a:lnTo>
                    <a:pt x="7311" y="537"/>
                  </a:lnTo>
                  <a:lnTo>
                    <a:pt x="7277" y="336"/>
                  </a:lnTo>
                  <a:lnTo>
                    <a:pt x="6975" y="0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8"/>
            <p:cNvSpPr/>
            <p:nvPr/>
          </p:nvSpPr>
          <p:spPr>
            <a:xfrm>
              <a:off x="6505883" y="1207262"/>
              <a:ext cx="1624440" cy="517861"/>
            </a:xfrm>
            <a:custGeom>
              <a:avLst/>
              <a:gdLst/>
              <a:ahLst/>
              <a:cxnLst/>
              <a:rect l="l" t="t" r="r" b="b"/>
              <a:pathLst>
                <a:path w="95303" h="30382" extrusionOk="0">
                  <a:moveTo>
                    <a:pt x="3220" y="0"/>
                  </a:moveTo>
                  <a:lnTo>
                    <a:pt x="2549" y="67"/>
                  </a:lnTo>
                  <a:lnTo>
                    <a:pt x="1409" y="537"/>
                  </a:lnTo>
                  <a:lnTo>
                    <a:pt x="537" y="1409"/>
                  </a:lnTo>
                  <a:lnTo>
                    <a:pt x="67" y="2549"/>
                  </a:lnTo>
                  <a:lnTo>
                    <a:pt x="0" y="3186"/>
                  </a:lnTo>
                  <a:lnTo>
                    <a:pt x="0" y="27196"/>
                  </a:lnTo>
                  <a:lnTo>
                    <a:pt x="67" y="27833"/>
                  </a:lnTo>
                  <a:lnTo>
                    <a:pt x="537" y="28973"/>
                  </a:lnTo>
                  <a:lnTo>
                    <a:pt x="1409" y="29845"/>
                  </a:lnTo>
                  <a:lnTo>
                    <a:pt x="2549" y="30314"/>
                  </a:lnTo>
                  <a:lnTo>
                    <a:pt x="3220" y="30381"/>
                  </a:lnTo>
                  <a:lnTo>
                    <a:pt x="92117" y="30381"/>
                  </a:lnTo>
                  <a:lnTo>
                    <a:pt x="92754" y="30314"/>
                  </a:lnTo>
                  <a:lnTo>
                    <a:pt x="93927" y="29845"/>
                  </a:lnTo>
                  <a:lnTo>
                    <a:pt x="94766" y="28973"/>
                  </a:lnTo>
                  <a:lnTo>
                    <a:pt x="95269" y="27833"/>
                  </a:lnTo>
                  <a:lnTo>
                    <a:pt x="95302" y="27196"/>
                  </a:lnTo>
                  <a:lnTo>
                    <a:pt x="95302" y="3186"/>
                  </a:lnTo>
                  <a:lnTo>
                    <a:pt x="95269" y="2549"/>
                  </a:lnTo>
                  <a:lnTo>
                    <a:pt x="94766" y="1409"/>
                  </a:lnTo>
                  <a:lnTo>
                    <a:pt x="93927" y="537"/>
                  </a:lnTo>
                  <a:lnTo>
                    <a:pt x="92754" y="67"/>
                  </a:lnTo>
                  <a:lnTo>
                    <a:pt x="92117" y="0"/>
                  </a:lnTo>
                  <a:close/>
                </a:path>
              </a:pathLst>
            </a:custGeom>
            <a:solidFill>
              <a:schemeClr val="lt1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8"/>
            <p:cNvSpPr/>
            <p:nvPr/>
          </p:nvSpPr>
          <p:spPr>
            <a:xfrm>
              <a:off x="6613914" y="1343298"/>
              <a:ext cx="1466109" cy="17"/>
            </a:xfrm>
            <a:custGeom>
              <a:avLst/>
              <a:gdLst/>
              <a:ahLst/>
              <a:cxnLst/>
              <a:rect l="l" t="t" r="r" b="b"/>
              <a:pathLst>
                <a:path w="86014" h="1" fill="none" extrusionOk="0">
                  <a:moveTo>
                    <a:pt x="86013" y="0"/>
                  </a:moveTo>
                  <a:lnTo>
                    <a:pt x="0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8"/>
            <p:cNvSpPr/>
            <p:nvPr/>
          </p:nvSpPr>
          <p:spPr>
            <a:xfrm>
              <a:off x="6613914" y="1457040"/>
              <a:ext cx="1466109" cy="17"/>
            </a:xfrm>
            <a:custGeom>
              <a:avLst/>
              <a:gdLst/>
              <a:ahLst/>
              <a:cxnLst/>
              <a:rect l="l" t="t" r="r" b="b"/>
              <a:pathLst>
                <a:path w="86014" h="1" fill="none" extrusionOk="0">
                  <a:moveTo>
                    <a:pt x="86013" y="0"/>
                  </a:moveTo>
                  <a:lnTo>
                    <a:pt x="0" y="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8"/>
            <p:cNvSpPr/>
            <p:nvPr/>
          </p:nvSpPr>
          <p:spPr>
            <a:xfrm>
              <a:off x="6613914" y="1570201"/>
              <a:ext cx="1466109" cy="17"/>
            </a:xfrm>
            <a:custGeom>
              <a:avLst/>
              <a:gdLst/>
              <a:ahLst/>
              <a:cxnLst/>
              <a:rect l="l" t="t" r="r" b="b"/>
              <a:pathLst>
                <a:path w="86014" h="1" fill="none" extrusionOk="0">
                  <a:moveTo>
                    <a:pt x="86013" y="1"/>
                  </a:moveTo>
                  <a:lnTo>
                    <a:pt x="0" y="1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8"/>
            <p:cNvSpPr/>
            <p:nvPr/>
          </p:nvSpPr>
          <p:spPr>
            <a:xfrm>
              <a:off x="6467020" y="1658801"/>
              <a:ext cx="187495" cy="185773"/>
            </a:xfrm>
            <a:custGeom>
              <a:avLst/>
              <a:gdLst/>
              <a:ahLst/>
              <a:cxnLst/>
              <a:rect l="l" t="t" r="r" b="b"/>
              <a:pathLst>
                <a:path w="11000" h="10899" extrusionOk="0">
                  <a:moveTo>
                    <a:pt x="537" y="1"/>
                  </a:moveTo>
                  <a:lnTo>
                    <a:pt x="201" y="202"/>
                  </a:lnTo>
                  <a:lnTo>
                    <a:pt x="0" y="571"/>
                  </a:lnTo>
                  <a:lnTo>
                    <a:pt x="0" y="805"/>
                  </a:lnTo>
                  <a:lnTo>
                    <a:pt x="302" y="1577"/>
                  </a:lnTo>
                  <a:lnTo>
                    <a:pt x="2046" y="4662"/>
                  </a:lnTo>
                  <a:lnTo>
                    <a:pt x="2549" y="5802"/>
                  </a:lnTo>
                  <a:lnTo>
                    <a:pt x="2716" y="6238"/>
                  </a:lnTo>
                  <a:lnTo>
                    <a:pt x="3320" y="7110"/>
                  </a:lnTo>
                  <a:lnTo>
                    <a:pt x="4426" y="8317"/>
                  </a:lnTo>
                  <a:lnTo>
                    <a:pt x="5064" y="8887"/>
                  </a:lnTo>
                  <a:lnTo>
                    <a:pt x="5365" y="9122"/>
                  </a:lnTo>
                  <a:lnTo>
                    <a:pt x="6170" y="9457"/>
                  </a:lnTo>
                  <a:lnTo>
                    <a:pt x="7277" y="9759"/>
                  </a:lnTo>
                  <a:lnTo>
                    <a:pt x="7478" y="9792"/>
                  </a:lnTo>
                  <a:lnTo>
                    <a:pt x="8585" y="10899"/>
                  </a:lnTo>
                  <a:lnTo>
                    <a:pt x="10999" y="9055"/>
                  </a:lnTo>
                  <a:lnTo>
                    <a:pt x="10496" y="8585"/>
                  </a:lnTo>
                  <a:lnTo>
                    <a:pt x="9859" y="7780"/>
                  </a:lnTo>
                  <a:lnTo>
                    <a:pt x="9658" y="6908"/>
                  </a:lnTo>
                  <a:lnTo>
                    <a:pt x="9356" y="6070"/>
                  </a:lnTo>
                  <a:lnTo>
                    <a:pt x="8953" y="5466"/>
                  </a:lnTo>
                  <a:lnTo>
                    <a:pt x="7981" y="4595"/>
                  </a:lnTo>
                  <a:lnTo>
                    <a:pt x="7444" y="3991"/>
                  </a:lnTo>
                  <a:lnTo>
                    <a:pt x="7243" y="3656"/>
                  </a:lnTo>
                  <a:lnTo>
                    <a:pt x="6539" y="1912"/>
                  </a:lnTo>
                  <a:lnTo>
                    <a:pt x="6003" y="772"/>
                  </a:lnTo>
                  <a:lnTo>
                    <a:pt x="5868" y="671"/>
                  </a:lnTo>
                  <a:lnTo>
                    <a:pt x="5634" y="604"/>
                  </a:lnTo>
                  <a:lnTo>
                    <a:pt x="5399" y="772"/>
                  </a:lnTo>
                  <a:lnTo>
                    <a:pt x="5198" y="1174"/>
                  </a:lnTo>
                  <a:lnTo>
                    <a:pt x="5164" y="1476"/>
                  </a:lnTo>
                  <a:lnTo>
                    <a:pt x="5164" y="1845"/>
                  </a:lnTo>
                  <a:lnTo>
                    <a:pt x="5567" y="2851"/>
                  </a:lnTo>
                  <a:lnTo>
                    <a:pt x="6506" y="4360"/>
                  </a:lnTo>
                  <a:lnTo>
                    <a:pt x="6774" y="4829"/>
                  </a:lnTo>
                  <a:lnTo>
                    <a:pt x="6740" y="4930"/>
                  </a:lnTo>
                  <a:lnTo>
                    <a:pt x="6204" y="4863"/>
                  </a:lnTo>
                  <a:lnTo>
                    <a:pt x="4829" y="4393"/>
                  </a:lnTo>
                  <a:lnTo>
                    <a:pt x="3856" y="3857"/>
                  </a:lnTo>
                  <a:lnTo>
                    <a:pt x="3454" y="3522"/>
                  </a:lnTo>
                  <a:lnTo>
                    <a:pt x="2716" y="2717"/>
                  </a:lnTo>
                  <a:lnTo>
                    <a:pt x="1811" y="1342"/>
                  </a:lnTo>
                  <a:lnTo>
                    <a:pt x="1274" y="537"/>
                  </a:lnTo>
                  <a:lnTo>
                    <a:pt x="1006" y="202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8"/>
            <p:cNvSpPr/>
            <p:nvPr/>
          </p:nvSpPr>
          <p:spPr>
            <a:xfrm>
              <a:off x="6575034" y="1805695"/>
              <a:ext cx="96049" cy="85191"/>
            </a:xfrm>
            <a:custGeom>
              <a:avLst/>
              <a:gdLst/>
              <a:ahLst/>
              <a:cxnLst/>
              <a:rect l="l" t="t" r="r" b="b"/>
              <a:pathLst>
                <a:path w="5635" h="4998" extrusionOk="0">
                  <a:moveTo>
                    <a:pt x="3757" y="1"/>
                  </a:moveTo>
                  <a:lnTo>
                    <a:pt x="2583" y="168"/>
                  </a:lnTo>
                  <a:lnTo>
                    <a:pt x="2181" y="235"/>
                  </a:lnTo>
                  <a:lnTo>
                    <a:pt x="1443" y="504"/>
                  </a:lnTo>
                  <a:lnTo>
                    <a:pt x="806" y="906"/>
                  </a:lnTo>
                  <a:lnTo>
                    <a:pt x="236" y="1443"/>
                  </a:lnTo>
                  <a:lnTo>
                    <a:pt x="1" y="1744"/>
                  </a:lnTo>
                  <a:lnTo>
                    <a:pt x="1510" y="4997"/>
                  </a:lnTo>
                  <a:lnTo>
                    <a:pt x="1946" y="4561"/>
                  </a:lnTo>
                  <a:lnTo>
                    <a:pt x="3220" y="3991"/>
                  </a:lnTo>
                  <a:lnTo>
                    <a:pt x="5232" y="3555"/>
                  </a:lnTo>
                  <a:lnTo>
                    <a:pt x="5634" y="3522"/>
                  </a:lnTo>
                  <a:lnTo>
                    <a:pt x="4662" y="168"/>
                  </a:lnTo>
                  <a:lnTo>
                    <a:pt x="4628" y="135"/>
                  </a:lnTo>
                  <a:lnTo>
                    <a:pt x="3757" y="1"/>
                  </a:lnTo>
                  <a:close/>
                </a:path>
              </a:pathLst>
            </a:custGeom>
            <a:solidFill>
              <a:schemeClr val="lt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8"/>
            <p:cNvSpPr/>
            <p:nvPr/>
          </p:nvSpPr>
          <p:spPr>
            <a:xfrm>
              <a:off x="6588755" y="1701107"/>
              <a:ext cx="285231" cy="440119"/>
            </a:xfrm>
            <a:custGeom>
              <a:avLst/>
              <a:gdLst/>
              <a:ahLst/>
              <a:cxnLst/>
              <a:rect l="l" t="t" r="r" b="b"/>
              <a:pathLst>
                <a:path w="16734" h="25821" extrusionOk="0">
                  <a:moveTo>
                    <a:pt x="15225" y="0"/>
                  </a:moveTo>
                  <a:lnTo>
                    <a:pt x="12978" y="6405"/>
                  </a:lnTo>
                  <a:lnTo>
                    <a:pt x="10128" y="14520"/>
                  </a:lnTo>
                  <a:lnTo>
                    <a:pt x="9826" y="15291"/>
                  </a:lnTo>
                  <a:lnTo>
                    <a:pt x="9289" y="16465"/>
                  </a:lnTo>
                  <a:lnTo>
                    <a:pt x="7646" y="13581"/>
                  </a:lnTo>
                  <a:lnTo>
                    <a:pt x="6271" y="10798"/>
                  </a:lnTo>
                  <a:lnTo>
                    <a:pt x="5970" y="10228"/>
                  </a:lnTo>
                  <a:lnTo>
                    <a:pt x="5332" y="9389"/>
                  </a:lnTo>
                  <a:lnTo>
                    <a:pt x="4561" y="8953"/>
                  </a:lnTo>
                  <a:lnTo>
                    <a:pt x="3555" y="8819"/>
                  </a:lnTo>
                  <a:lnTo>
                    <a:pt x="2985" y="8886"/>
                  </a:lnTo>
                  <a:lnTo>
                    <a:pt x="2415" y="8987"/>
                  </a:lnTo>
                  <a:lnTo>
                    <a:pt x="1342" y="9591"/>
                  </a:lnTo>
                  <a:lnTo>
                    <a:pt x="504" y="10462"/>
                  </a:lnTo>
                  <a:lnTo>
                    <a:pt x="34" y="11468"/>
                  </a:lnTo>
                  <a:lnTo>
                    <a:pt x="1" y="11938"/>
                  </a:lnTo>
                  <a:lnTo>
                    <a:pt x="68" y="12843"/>
                  </a:lnTo>
                  <a:lnTo>
                    <a:pt x="705" y="14822"/>
                  </a:lnTo>
                  <a:lnTo>
                    <a:pt x="2147" y="17806"/>
                  </a:lnTo>
                  <a:lnTo>
                    <a:pt x="2985" y="19483"/>
                  </a:lnTo>
                  <a:lnTo>
                    <a:pt x="3689" y="20992"/>
                  </a:lnTo>
                  <a:lnTo>
                    <a:pt x="5165" y="23138"/>
                  </a:lnTo>
                  <a:lnTo>
                    <a:pt x="6271" y="24412"/>
                  </a:lnTo>
                  <a:lnTo>
                    <a:pt x="6674" y="24815"/>
                  </a:lnTo>
                  <a:lnTo>
                    <a:pt x="7479" y="25418"/>
                  </a:lnTo>
                  <a:lnTo>
                    <a:pt x="8283" y="25754"/>
                  </a:lnTo>
                  <a:lnTo>
                    <a:pt x="9088" y="25821"/>
                  </a:lnTo>
                  <a:lnTo>
                    <a:pt x="9893" y="25687"/>
                  </a:lnTo>
                  <a:lnTo>
                    <a:pt x="10664" y="25318"/>
                  </a:lnTo>
                  <a:lnTo>
                    <a:pt x="11737" y="24479"/>
                  </a:lnTo>
                  <a:lnTo>
                    <a:pt x="12375" y="23641"/>
                  </a:lnTo>
                  <a:lnTo>
                    <a:pt x="13515" y="21763"/>
                  </a:lnTo>
                  <a:lnTo>
                    <a:pt x="16331" y="16297"/>
                  </a:lnTo>
                  <a:lnTo>
                    <a:pt x="16734" y="15492"/>
                  </a:lnTo>
                  <a:lnTo>
                    <a:pt x="16633" y="13816"/>
                  </a:lnTo>
                  <a:lnTo>
                    <a:pt x="16030" y="5734"/>
                  </a:lnTo>
                  <a:lnTo>
                    <a:pt x="15493" y="1107"/>
                  </a:lnTo>
                  <a:lnTo>
                    <a:pt x="15225" y="0"/>
                  </a:lnTo>
                  <a:close/>
                </a:path>
              </a:pathLst>
            </a:custGeom>
            <a:solidFill>
              <a:schemeClr val="lt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8"/>
            <p:cNvSpPr/>
            <p:nvPr/>
          </p:nvSpPr>
          <p:spPr>
            <a:xfrm>
              <a:off x="6714513" y="1981173"/>
              <a:ext cx="32590" cy="65180"/>
            </a:xfrm>
            <a:custGeom>
              <a:avLst/>
              <a:gdLst/>
              <a:ahLst/>
              <a:cxnLst/>
              <a:rect l="l" t="t" r="r" b="b"/>
              <a:pathLst>
                <a:path w="1912" h="3824" fill="none" extrusionOk="0">
                  <a:moveTo>
                    <a:pt x="1911" y="0"/>
                  </a:moveTo>
                  <a:lnTo>
                    <a:pt x="1677" y="302"/>
                  </a:lnTo>
                  <a:lnTo>
                    <a:pt x="671" y="2012"/>
                  </a:lnTo>
                  <a:lnTo>
                    <a:pt x="101" y="3287"/>
                  </a:lnTo>
                  <a:lnTo>
                    <a:pt x="0" y="3823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8"/>
            <p:cNvSpPr/>
            <p:nvPr/>
          </p:nvSpPr>
          <p:spPr>
            <a:xfrm>
              <a:off x="7488424" y="1669659"/>
              <a:ext cx="235494" cy="156627"/>
            </a:xfrm>
            <a:custGeom>
              <a:avLst/>
              <a:gdLst/>
              <a:ahLst/>
              <a:cxnLst/>
              <a:rect l="l" t="t" r="r" b="b"/>
              <a:pathLst>
                <a:path w="13816" h="9189" extrusionOk="0">
                  <a:moveTo>
                    <a:pt x="7109" y="1"/>
                  </a:moveTo>
                  <a:lnTo>
                    <a:pt x="6975" y="68"/>
                  </a:lnTo>
                  <a:lnTo>
                    <a:pt x="6137" y="1007"/>
                  </a:lnTo>
                  <a:lnTo>
                    <a:pt x="5030" y="2516"/>
                  </a:lnTo>
                  <a:lnTo>
                    <a:pt x="4762" y="2817"/>
                  </a:lnTo>
                  <a:lnTo>
                    <a:pt x="4058" y="3253"/>
                  </a:lnTo>
                  <a:lnTo>
                    <a:pt x="2884" y="3857"/>
                  </a:lnTo>
                  <a:lnTo>
                    <a:pt x="2381" y="4326"/>
                  </a:lnTo>
                  <a:lnTo>
                    <a:pt x="1845" y="5064"/>
                  </a:lnTo>
                  <a:lnTo>
                    <a:pt x="1442" y="5869"/>
                  </a:lnTo>
                  <a:lnTo>
                    <a:pt x="604" y="6473"/>
                  </a:lnTo>
                  <a:lnTo>
                    <a:pt x="0" y="6774"/>
                  </a:lnTo>
                  <a:lnTo>
                    <a:pt x="1878" y="9189"/>
                  </a:lnTo>
                  <a:lnTo>
                    <a:pt x="3253" y="8384"/>
                  </a:lnTo>
                  <a:lnTo>
                    <a:pt x="4192" y="7814"/>
                  </a:lnTo>
                  <a:lnTo>
                    <a:pt x="5198" y="7311"/>
                  </a:lnTo>
                  <a:lnTo>
                    <a:pt x="6606" y="6674"/>
                  </a:lnTo>
                  <a:lnTo>
                    <a:pt x="8216" y="5869"/>
                  </a:lnTo>
                  <a:lnTo>
                    <a:pt x="9390" y="5433"/>
                  </a:lnTo>
                  <a:lnTo>
                    <a:pt x="12776" y="4461"/>
                  </a:lnTo>
                  <a:lnTo>
                    <a:pt x="13514" y="4092"/>
                  </a:lnTo>
                  <a:lnTo>
                    <a:pt x="13648" y="3924"/>
                  </a:lnTo>
                  <a:lnTo>
                    <a:pt x="13816" y="3522"/>
                  </a:lnTo>
                  <a:lnTo>
                    <a:pt x="13682" y="3153"/>
                  </a:lnTo>
                  <a:lnTo>
                    <a:pt x="13212" y="2952"/>
                  </a:lnTo>
                  <a:lnTo>
                    <a:pt x="12810" y="3019"/>
                  </a:lnTo>
                  <a:lnTo>
                    <a:pt x="11837" y="3220"/>
                  </a:lnTo>
                  <a:lnTo>
                    <a:pt x="10228" y="3555"/>
                  </a:lnTo>
                  <a:lnTo>
                    <a:pt x="9121" y="3622"/>
                  </a:lnTo>
                  <a:lnTo>
                    <a:pt x="8618" y="3555"/>
                  </a:lnTo>
                  <a:lnTo>
                    <a:pt x="8082" y="3488"/>
                  </a:lnTo>
                  <a:lnTo>
                    <a:pt x="6875" y="3555"/>
                  </a:lnTo>
                  <a:lnTo>
                    <a:pt x="5366" y="3857"/>
                  </a:lnTo>
                  <a:lnTo>
                    <a:pt x="5231" y="3790"/>
                  </a:lnTo>
                  <a:lnTo>
                    <a:pt x="5600" y="3421"/>
                  </a:lnTo>
                  <a:lnTo>
                    <a:pt x="6875" y="2180"/>
                  </a:lnTo>
                  <a:lnTo>
                    <a:pt x="7545" y="1342"/>
                  </a:lnTo>
                  <a:lnTo>
                    <a:pt x="7612" y="973"/>
                  </a:lnTo>
                  <a:lnTo>
                    <a:pt x="7646" y="671"/>
                  </a:lnTo>
                  <a:lnTo>
                    <a:pt x="7545" y="235"/>
                  </a:lnTo>
                  <a:lnTo>
                    <a:pt x="7378" y="1"/>
                  </a:lnTo>
                  <a:close/>
                </a:path>
              </a:pathLst>
            </a:custGeom>
            <a:solidFill>
              <a:srgbClr val="FFFFFF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8"/>
            <p:cNvSpPr/>
            <p:nvPr/>
          </p:nvSpPr>
          <p:spPr>
            <a:xfrm>
              <a:off x="7468414" y="1782838"/>
              <a:ext cx="96049" cy="85753"/>
            </a:xfrm>
            <a:custGeom>
              <a:avLst/>
              <a:gdLst/>
              <a:ahLst/>
              <a:cxnLst/>
              <a:rect l="l" t="t" r="r" b="b"/>
              <a:pathLst>
                <a:path w="5635" h="5031" extrusionOk="0">
                  <a:moveTo>
                    <a:pt x="1878" y="0"/>
                  </a:moveTo>
                  <a:lnTo>
                    <a:pt x="1007" y="134"/>
                  </a:lnTo>
                  <a:lnTo>
                    <a:pt x="973" y="201"/>
                  </a:lnTo>
                  <a:lnTo>
                    <a:pt x="1" y="3555"/>
                  </a:lnTo>
                  <a:lnTo>
                    <a:pt x="403" y="3588"/>
                  </a:lnTo>
                  <a:lnTo>
                    <a:pt x="2415" y="3991"/>
                  </a:lnTo>
                  <a:lnTo>
                    <a:pt x="3689" y="4594"/>
                  </a:lnTo>
                  <a:lnTo>
                    <a:pt x="4125" y="5030"/>
                  </a:lnTo>
                  <a:lnTo>
                    <a:pt x="5634" y="1778"/>
                  </a:lnTo>
                  <a:lnTo>
                    <a:pt x="5399" y="1476"/>
                  </a:lnTo>
                  <a:lnTo>
                    <a:pt x="4829" y="939"/>
                  </a:lnTo>
                  <a:lnTo>
                    <a:pt x="4192" y="537"/>
                  </a:lnTo>
                  <a:lnTo>
                    <a:pt x="3454" y="269"/>
                  </a:lnTo>
                  <a:lnTo>
                    <a:pt x="3086" y="201"/>
                  </a:lnTo>
                  <a:lnTo>
                    <a:pt x="1878" y="0"/>
                  </a:lnTo>
                  <a:close/>
                </a:path>
              </a:pathLst>
            </a:custGeom>
            <a:solidFill>
              <a:schemeClr val="lt2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8"/>
            <p:cNvSpPr/>
            <p:nvPr/>
          </p:nvSpPr>
          <p:spPr>
            <a:xfrm>
              <a:off x="7266072" y="1677670"/>
              <a:ext cx="285231" cy="442403"/>
            </a:xfrm>
            <a:custGeom>
              <a:avLst/>
              <a:gdLst/>
              <a:ahLst/>
              <a:cxnLst/>
              <a:rect l="l" t="t" r="r" b="b"/>
              <a:pathLst>
                <a:path w="16734" h="25955" extrusionOk="0">
                  <a:moveTo>
                    <a:pt x="1476" y="0"/>
                  </a:moveTo>
                  <a:lnTo>
                    <a:pt x="1241" y="1140"/>
                  </a:lnTo>
                  <a:lnTo>
                    <a:pt x="705" y="5768"/>
                  </a:lnTo>
                  <a:lnTo>
                    <a:pt x="101" y="13849"/>
                  </a:lnTo>
                  <a:lnTo>
                    <a:pt x="1" y="15526"/>
                  </a:lnTo>
                  <a:lnTo>
                    <a:pt x="403" y="16331"/>
                  </a:lnTo>
                  <a:lnTo>
                    <a:pt x="3388" y="21797"/>
                  </a:lnTo>
                  <a:lnTo>
                    <a:pt x="4595" y="23708"/>
                  </a:lnTo>
                  <a:lnTo>
                    <a:pt x="5131" y="24446"/>
                  </a:lnTo>
                  <a:lnTo>
                    <a:pt x="6003" y="25385"/>
                  </a:lnTo>
                  <a:lnTo>
                    <a:pt x="6774" y="25787"/>
                  </a:lnTo>
                  <a:lnTo>
                    <a:pt x="7244" y="25888"/>
                  </a:lnTo>
                  <a:lnTo>
                    <a:pt x="7948" y="25955"/>
                  </a:lnTo>
                  <a:lnTo>
                    <a:pt x="9155" y="25821"/>
                  </a:lnTo>
                  <a:lnTo>
                    <a:pt x="10195" y="25351"/>
                  </a:lnTo>
                  <a:lnTo>
                    <a:pt x="11033" y="24647"/>
                  </a:lnTo>
                  <a:lnTo>
                    <a:pt x="12039" y="23272"/>
                  </a:lnTo>
                  <a:lnTo>
                    <a:pt x="13079" y="21126"/>
                  </a:lnTo>
                  <a:lnTo>
                    <a:pt x="13515" y="20087"/>
                  </a:lnTo>
                  <a:lnTo>
                    <a:pt x="14655" y="17505"/>
                  </a:lnTo>
                  <a:lnTo>
                    <a:pt x="15728" y="14889"/>
                  </a:lnTo>
                  <a:lnTo>
                    <a:pt x="16030" y="14252"/>
                  </a:lnTo>
                  <a:lnTo>
                    <a:pt x="16667" y="12743"/>
                  </a:lnTo>
                  <a:lnTo>
                    <a:pt x="16734" y="12005"/>
                  </a:lnTo>
                  <a:lnTo>
                    <a:pt x="16700" y="11536"/>
                  </a:lnTo>
                  <a:lnTo>
                    <a:pt x="16197" y="10530"/>
                  </a:lnTo>
                  <a:lnTo>
                    <a:pt x="15393" y="9624"/>
                  </a:lnTo>
                  <a:lnTo>
                    <a:pt x="14319" y="9021"/>
                  </a:lnTo>
                  <a:lnTo>
                    <a:pt x="13716" y="8920"/>
                  </a:lnTo>
                  <a:lnTo>
                    <a:pt x="13146" y="8853"/>
                  </a:lnTo>
                  <a:lnTo>
                    <a:pt x="12173" y="8987"/>
                  </a:lnTo>
                  <a:lnTo>
                    <a:pt x="11369" y="9423"/>
                  </a:lnTo>
                  <a:lnTo>
                    <a:pt x="10731" y="10261"/>
                  </a:lnTo>
                  <a:lnTo>
                    <a:pt x="10463" y="10831"/>
                  </a:lnTo>
                  <a:lnTo>
                    <a:pt x="9088" y="13615"/>
                  </a:lnTo>
                  <a:lnTo>
                    <a:pt x="7445" y="16499"/>
                  </a:lnTo>
                  <a:lnTo>
                    <a:pt x="6909" y="15325"/>
                  </a:lnTo>
                  <a:lnTo>
                    <a:pt x="6607" y="14554"/>
                  </a:lnTo>
                  <a:lnTo>
                    <a:pt x="3723" y="6439"/>
                  </a:lnTo>
                  <a:lnTo>
                    <a:pt x="1476" y="0"/>
                  </a:lnTo>
                  <a:close/>
                </a:path>
              </a:pathLst>
            </a:custGeom>
            <a:solidFill>
              <a:schemeClr val="lt2"/>
            </a:solidFill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8"/>
            <p:cNvSpPr/>
            <p:nvPr/>
          </p:nvSpPr>
          <p:spPr>
            <a:xfrm>
              <a:off x="7392973" y="1958878"/>
              <a:ext cx="35454" cy="64601"/>
            </a:xfrm>
            <a:custGeom>
              <a:avLst/>
              <a:gdLst/>
              <a:ahLst/>
              <a:cxnLst/>
              <a:rect l="l" t="t" r="r" b="b"/>
              <a:pathLst>
                <a:path w="2080" h="3790" fill="none" extrusionOk="0">
                  <a:moveTo>
                    <a:pt x="0" y="1"/>
                  </a:moveTo>
                  <a:lnTo>
                    <a:pt x="201" y="302"/>
                  </a:lnTo>
                  <a:lnTo>
                    <a:pt x="1274" y="2013"/>
                  </a:lnTo>
                  <a:lnTo>
                    <a:pt x="1912" y="3287"/>
                  </a:lnTo>
                  <a:lnTo>
                    <a:pt x="2079" y="3790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8"/>
            <p:cNvSpPr/>
            <p:nvPr/>
          </p:nvSpPr>
          <p:spPr>
            <a:xfrm>
              <a:off x="6942558" y="1287851"/>
              <a:ext cx="206364" cy="301816"/>
            </a:xfrm>
            <a:custGeom>
              <a:avLst/>
              <a:gdLst/>
              <a:ahLst/>
              <a:cxnLst/>
              <a:rect l="l" t="t" r="r" b="b"/>
              <a:pathLst>
                <a:path w="12107" h="17707" extrusionOk="0">
                  <a:moveTo>
                    <a:pt x="11469" y="0"/>
                  </a:moveTo>
                  <a:lnTo>
                    <a:pt x="1443" y="604"/>
                  </a:lnTo>
                  <a:lnTo>
                    <a:pt x="1275" y="1174"/>
                  </a:lnTo>
                  <a:lnTo>
                    <a:pt x="672" y="3857"/>
                  </a:lnTo>
                  <a:lnTo>
                    <a:pt x="437" y="5332"/>
                  </a:lnTo>
                  <a:lnTo>
                    <a:pt x="470" y="5634"/>
                  </a:lnTo>
                  <a:lnTo>
                    <a:pt x="705" y="5902"/>
                  </a:lnTo>
                  <a:lnTo>
                    <a:pt x="1074" y="6137"/>
                  </a:lnTo>
                  <a:lnTo>
                    <a:pt x="1107" y="6506"/>
                  </a:lnTo>
                  <a:lnTo>
                    <a:pt x="1007" y="6774"/>
                  </a:lnTo>
                  <a:lnTo>
                    <a:pt x="672" y="7545"/>
                  </a:lnTo>
                  <a:lnTo>
                    <a:pt x="169" y="8954"/>
                  </a:lnTo>
                  <a:lnTo>
                    <a:pt x="1" y="9759"/>
                  </a:lnTo>
                  <a:lnTo>
                    <a:pt x="34" y="10060"/>
                  </a:lnTo>
                  <a:lnTo>
                    <a:pt x="135" y="10295"/>
                  </a:lnTo>
                  <a:lnTo>
                    <a:pt x="470" y="10765"/>
                  </a:lnTo>
                  <a:lnTo>
                    <a:pt x="1074" y="11201"/>
                  </a:lnTo>
                  <a:lnTo>
                    <a:pt x="1175" y="11268"/>
                  </a:lnTo>
                  <a:lnTo>
                    <a:pt x="1242" y="11670"/>
                  </a:lnTo>
                  <a:lnTo>
                    <a:pt x="1745" y="14286"/>
                  </a:lnTo>
                  <a:lnTo>
                    <a:pt x="2046" y="15057"/>
                  </a:lnTo>
                  <a:lnTo>
                    <a:pt x="2281" y="15258"/>
                  </a:lnTo>
                  <a:lnTo>
                    <a:pt x="3153" y="15392"/>
                  </a:lnTo>
                  <a:lnTo>
                    <a:pt x="4595" y="15359"/>
                  </a:lnTo>
                  <a:lnTo>
                    <a:pt x="4863" y="15325"/>
                  </a:lnTo>
                  <a:lnTo>
                    <a:pt x="5064" y="17706"/>
                  </a:lnTo>
                  <a:lnTo>
                    <a:pt x="12106" y="17270"/>
                  </a:lnTo>
                  <a:lnTo>
                    <a:pt x="11838" y="13045"/>
                  </a:lnTo>
                  <a:lnTo>
                    <a:pt x="11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8"/>
            <p:cNvSpPr/>
            <p:nvPr/>
          </p:nvSpPr>
          <p:spPr>
            <a:xfrm>
              <a:off x="6975148" y="1416455"/>
              <a:ext cx="173194" cy="173211"/>
            </a:xfrm>
            <a:custGeom>
              <a:avLst/>
              <a:gdLst/>
              <a:ahLst/>
              <a:cxnLst/>
              <a:rect l="l" t="t" r="r" b="b"/>
              <a:pathLst>
                <a:path w="10161" h="10162" extrusionOk="0">
                  <a:moveTo>
                    <a:pt x="6405" y="0"/>
                  </a:moveTo>
                  <a:lnTo>
                    <a:pt x="5366" y="67"/>
                  </a:lnTo>
                  <a:lnTo>
                    <a:pt x="4829" y="235"/>
                  </a:lnTo>
                  <a:lnTo>
                    <a:pt x="4628" y="269"/>
                  </a:lnTo>
                  <a:lnTo>
                    <a:pt x="3018" y="1979"/>
                  </a:lnTo>
                  <a:lnTo>
                    <a:pt x="3018" y="2281"/>
                  </a:lnTo>
                  <a:lnTo>
                    <a:pt x="2918" y="3823"/>
                  </a:lnTo>
                  <a:lnTo>
                    <a:pt x="2616" y="4963"/>
                  </a:lnTo>
                  <a:lnTo>
                    <a:pt x="2381" y="5433"/>
                  </a:lnTo>
                  <a:lnTo>
                    <a:pt x="2113" y="5768"/>
                  </a:lnTo>
                  <a:lnTo>
                    <a:pt x="1375" y="6338"/>
                  </a:lnTo>
                  <a:lnTo>
                    <a:pt x="604" y="6741"/>
                  </a:lnTo>
                  <a:lnTo>
                    <a:pt x="67" y="7076"/>
                  </a:lnTo>
                  <a:lnTo>
                    <a:pt x="0" y="7244"/>
                  </a:lnTo>
                  <a:lnTo>
                    <a:pt x="67" y="7411"/>
                  </a:lnTo>
                  <a:lnTo>
                    <a:pt x="134" y="7512"/>
                  </a:lnTo>
                  <a:lnTo>
                    <a:pt x="269" y="7612"/>
                  </a:lnTo>
                  <a:lnTo>
                    <a:pt x="403" y="7713"/>
                  </a:lnTo>
                  <a:lnTo>
                    <a:pt x="1107" y="7881"/>
                  </a:lnTo>
                  <a:lnTo>
                    <a:pt x="2716" y="7814"/>
                  </a:lnTo>
                  <a:lnTo>
                    <a:pt x="2951" y="7780"/>
                  </a:lnTo>
                  <a:lnTo>
                    <a:pt x="3119" y="10161"/>
                  </a:lnTo>
                  <a:lnTo>
                    <a:pt x="10161" y="9725"/>
                  </a:lnTo>
                  <a:lnTo>
                    <a:pt x="9893" y="5500"/>
                  </a:lnTo>
                  <a:lnTo>
                    <a:pt x="9758" y="34"/>
                  </a:lnTo>
                  <a:lnTo>
                    <a:pt x="8417" y="34"/>
                  </a:lnTo>
                  <a:lnTo>
                    <a:pt x="7746" y="67"/>
                  </a:lnTo>
                  <a:lnTo>
                    <a:pt x="64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8"/>
            <p:cNvSpPr/>
            <p:nvPr/>
          </p:nvSpPr>
          <p:spPr>
            <a:xfrm>
              <a:off x="6942558" y="1287851"/>
              <a:ext cx="206364" cy="301816"/>
            </a:xfrm>
            <a:custGeom>
              <a:avLst/>
              <a:gdLst/>
              <a:ahLst/>
              <a:cxnLst/>
              <a:rect l="l" t="t" r="r" b="b"/>
              <a:pathLst>
                <a:path w="12107" h="17707" fill="none" extrusionOk="0">
                  <a:moveTo>
                    <a:pt x="1443" y="604"/>
                  </a:moveTo>
                  <a:lnTo>
                    <a:pt x="1275" y="1174"/>
                  </a:lnTo>
                  <a:lnTo>
                    <a:pt x="672" y="3857"/>
                  </a:lnTo>
                  <a:lnTo>
                    <a:pt x="437" y="5332"/>
                  </a:lnTo>
                  <a:lnTo>
                    <a:pt x="470" y="5634"/>
                  </a:lnTo>
                  <a:lnTo>
                    <a:pt x="705" y="5902"/>
                  </a:lnTo>
                  <a:lnTo>
                    <a:pt x="1074" y="6137"/>
                  </a:lnTo>
                  <a:lnTo>
                    <a:pt x="1107" y="6506"/>
                  </a:lnTo>
                  <a:lnTo>
                    <a:pt x="1007" y="6774"/>
                  </a:lnTo>
                  <a:lnTo>
                    <a:pt x="672" y="7545"/>
                  </a:lnTo>
                  <a:lnTo>
                    <a:pt x="169" y="8954"/>
                  </a:lnTo>
                  <a:lnTo>
                    <a:pt x="1" y="9759"/>
                  </a:lnTo>
                  <a:lnTo>
                    <a:pt x="34" y="10060"/>
                  </a:lnTo>
                  <a:lnTo>
                    <a:pt x="135" y="10295"/>
                  </a:lnTo>
                  <a:lnTo>
                    <a:pt x="470" y="10765"/>
                  </a:lnTo>
                  <a:lnTo>
                    <a:pt x="1074" y="11201"/>
                  </a:lnTo>
                  <a:lnTo>
                    <a:pt x="1175" y="11268"/>
                  </a:lnTo>
                  <a:lnTo>
                    <a:pt x="1242" y="11670"/>
                  </a:lnTo>
                  <a:lnTo>
                    <a:pt x="1745" y="14286"/>
                  </a:lnTo>
                  <a:lnTo>
                    <a:pt x="2046" y="15057"/>
                  </a:lnTo>
                  <a:lnTo>
                    <a:pt x="2281" y="15258"/>
                  </a:lnTo>
                  <a:lnTo>
                    <a:pt x="3153" y="15392"/>
                  </a:lnTo>
                  <a:lnTo>
                    <a:pt x="4595" y="15359"/>
                  </a:lnTo>
                  <a:lnTo>
                    <a:pt x="4863" y="15325"/>
                  </a:lnTo>
                  <a:lnTo>
                    <a:pt x="5064" y="17706"/>
                  </a:lnTo>
                  <a:lnTo>
                    <a:pt x="12106" y="17270"/>
                  </a:lnTo>
                  <a:lnTo>
                    <a:pt x="11838" y="13045"/>
                  </a:lnTo>
                  <a:lnTo>
                    <a:pt x="11469" y="0"/>
                  </a:lnTo>
                  <a:lnTo>
                    <a:pt x="1443" y="604"/>
                  </a:lnTo>
                  <a:close/>
                </a:path>
              </a:pathLst>
            </a:custGeom>
            <a:noFill/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8"/>
            <p:cNvSpPr/>
            <p:nvPr/>
          </p:nvSpPr>
          <p:spPr>
            <a:xfrm>
              <a:off x="6967717" y="1395303"/>
              <a:ext cx="10295" cy="22312"/>
            </a:xfrm>
            <a:custGeom>
              <a:avLst/>
              <a:gdLst/>
              <a:ahLst/>
              <a:cxnLst/>
              <a:rect l="l" t="t" r="r" b="b"/>
              <a:pathLst>
                <a:path w="604" h="1309" extrusionOk="0">
                  <a:moveTo>
                    <a:pt x="302" y="1"/>
                  </a:moveTo>
                  <a:lnTo>
                    <a:pt x="202" y="34"/>
                  </a:lnTo>
                  <a:lnTo>
                    <a:pt x="34" y="403"/>
                  </a:lnTo>
                  <a:lnTo>
                    <a:pt x="0" y="638"/>
                  </a:lnTo>
                  <a:lnTo>
                    <a:pt x="34" y="906"/>
                  </a:lnTo>
                  <a:lnTo>
                    <a:pt x="202" y="1241"/>
                  </a:lnTo>
                  <a:lnTo>
                    <a:pt x="302" y="1308"/>
                  </a:lnTo>
                  <a:lnTo>
                    <a:pt x="436" y="1241"/>
                  </a:lnTo>
                  <a:lnTo>
                    <a:pt x="570" y="906"/>
                  </a:lnTo>
                  <a:lnTo>
                    <a:pt x="604" y="638"/>
                  </a:lnTo>
                  <a:lnTo>
                    <a:pt x="570" y="403"/>
                  </a:lnTo>
                  <a:lnTo>
                    <a:pt x="436" y="3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8"/>
            <p:cNvSpPr/>
            <p:nvPr/>
          </p:nvSpPr>
          <p:spPr>
            <a:xfrm>
              <a:off x="6944280" y="1237551"/>
              <a:ext cx="264078" cy="276095"/>
            </a:xfrm>
            <a:custGeom>
              <a:avLst/>
              <a:gdLst/>
              <a:ahLst/>
              <a:cxnLst/>
              <a:rect l="l" t="t" r="r" b="b"/>
              <a:pathLst>
                <a:path w="15493" h="16198" extrusionOk="0">
                  <a:moveTo>
                    <a:pt x="10262" y="0"/>
                  </a:moveTo>
                  <a:lnTo>
                    <a:pt x="9792" y="34"/>
                  </a:lnTo>
                  <a:lnTo>
                    <a:pt x="9088" y="68"/>
                  </a:lnTo>
                  <a:lnTo>
                    <a:pt x="5433" y="202"/>
                  </a:lnTo>
                  <a:lnTo>
                    <a:pt x="3354" y="470"/>
                  </a:lnTo>
                  <a:lnTo>
                    <a:pt x="1577" y="772"/>
                  </a:lnTo>
                  <a:lnTo>
                    <a:pt x="302" y="1275"/>
                  </a:lnTo>
                  <a:lnTo>
                    <a:pt x="0" y="1845"/>
                  </a:lnTo>
                  <a:lnTo>
                    <a:pt x="0" y="2247"/>
                  </a:lnTo>
                  <a:lnTo>
                    <a:pt x="0" y="3018"/>
                  </a:lnTo>
                  <a:lnTo>
                    <a:pt x="135" y="3756"/>
                  </a:lnTo>
                  <a:lnTo>
                    <a:pt x="470" y="4092"/>
                  </a:lnTo>
                  <a:lnTo>
                    <a:pt x="805" y="4259"/>
                  </a:lnTo>
                  <a:lnTo>
                    <a:pt x="1409" y="4561"/>
                  </a:lnTo>
                  <a:lnTo>
                    <a:pt x="2113" y="4695"/>
                  </a:lnTo>
                  <a:lnTo>
                    <a:pt x="1979" y="5299"/>
                  </a:lnTo>
                  <a:lnTo>
                    <a:pt x="1744" y="6774"/>
                  </a:lnTo>
                  <a:lnTo>
                    <a:pt x="1778" y="7110"/>
                  </a:lnTo>
                  <a:lnTo>
                    <a:pt x="2180" y="7747"/>
                  </a:lnTo>
                  <a:lnTo>
                    <a:pt x="3052" y="8518"/>
                  </a:lnTo>
                  <a:lnTo>
                    <a:pt x="3253" y="8619"/>
                  </a:lnTo>
                  <a:lnTo>
                    <a:pt x="3220" y="9524"/>
                  </a:lnTo>
                  <a:lnTo>
                    <a:pt x="3354" y="10396"/>
                  </a:lnTo>
                  <a:lnTo>
                    <a:pt x="3521" y="10664"/>
                  </a:lnTo>
                  <a:lnTo>
                    <a:pt x="3991" y="10765"/>
                  </a:lnTo>
                  <a:lnTo>
                    <a:pt x="4226" y="10563"/>
                  </a:lnTo>
                  <a:lnTo>
                    <a:pt x="4393" y="10128"/>
                  </a:lnTo>
                  <a:lnTo>
                    <a:pt x="4662" y="9256"/>
                  </a:lnTo>
                  <a:lnTo>
                    <a:pt x="4829" y="9054"/>
                  </a:lnTo>
                  <a:lnTo>
                    <a:pt x="4930" y="9256"/>
                  </a:lnTo>
                  <a:lnTo>
                    <a:pt x="5232" y="10362"/>
                  </a:lnTo>
                  <a:lnTo>
                    <a:pt x="6070" y="13682"/>
                  </a:lnTo>
                  <a:lnTo>
                    <a:pt x="6674" y="15493"/>
                  </a:lnTo>
                  <a:lnTo>
                    <a:pt x="6942" y="15862"/>
                  </a:lnTo>
                  <a:lnTo>
                    <a:pt x="7311" y="16063"/>
                  </a:lnTo>
                  <a:lnTo>
                    <a:pt x="8518" y="16197"/>
                  </a:lnTo>
                  <a:lnTo>
                    <a:pt x="10765" y="16096"/>
                  </a:lnTo>
                  <a:lnTo>
                    <a:pt x="11704" y="15929"/>
                  </a:lnTo>
                  <a:lnTo>
                    <a:pt x="11871" y="15895"/>
                  </a:lnTo>
                  <a:lnTo>
                    <a:pt x="12274" y="15526"/>
                  </a:lnTo>
                  <a:lnTo>
                    <a:pt x="12944" y="14554"/>
                  </a:lnTo>
                  <a:lnTo>
                    <a:pt x="14353" y="11704"/>
                  </a:lnTo>
                  <a:lnTo>
                    <a:pt x="15057" y="9859"/>
                  </a:lnTo>
                  <a:lnTo>
                    <a:pt x="15325" y="8987"/>
                  </a:lnTo>
                  <a:lnTo>
                    <a:pt x="15493" y="6875"/>
                  </a:lnTo>
                  <a:lnTo>
                    <a:pt x="15292" y="4695"/>
                  </a:lnTo>
                  <a:lnTo>
                    <a:pt x="14755" y="2750"/>
                  </a:lnTo>
                  <a:lnTo>
                    <a:pt x="14353" y="2046"/>
                  </a:lnTo>
                  <a:lnTo>
                    <a:pt x="13883" y="1409"/>
                  </a:lnTo>
                  <a:lnTo>
                    <a:pt x="12710" y="571"/>
                  </a:lnTo>
                  <a:lnTo>
                    <a:pt x="11435" y="101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8"/>
            <p:cNvSpPr/>
            <p:nvPr/>
          </p:nvSpPr>
          <p:spPr>
            <a:xfrm>
              <a:off x="6947706" y="1272408"/>
              <a:ext cx="260652" cy="241238"/>
            </a:xfrm>
            <a:custGeom>
              <a:avLst/>
              <a:gdLst/>
              <a:ahLst/>
              <a:cxnLst/>
              <a:rect l="l" t="t" r="r" b="b"/>
              <a:pathLst>
                <a:path w="15292" h="14153" extrusionOk="0">
                  <a:moveTo>
                    <a:pt x="571" y="1"/>
                  </a:moveTo>
                  <a:lnTo>
                    <a:pt x="34" y="336"/>
                  </a:lnTo>
                  <a:lnTo>
                    <a:pt x="1" y="1175"/>
                  </a:lnTo>
                  <a:lnTo>
                    <a:pt x="101" y="1711"/>
                  </a:lnTo>
                  <a:lnTo>
                    <a:pt x="135" y="1845"/>
                  </a:lnTo>
                  <a:lnTo>
                    <a:pt x="202" y="1979"/>
                  </a:lnTo>
                  <a:lnTo>
                    <a:pt x="370" y="2114"/>
                  </a:lnTo>
                  <a:lnTo>
                    <a:pt x="604" y="2214"/>
                  </a:lnTo>
                  <a:lnTo>
                    <a:pt x="1241" y="2482"/>
                  </a:lnTo>
                  <a:lnTo>
                    <a:pt x="1912" y="2617"/>
                  </a:lnTo>
                  <a:lnTo>
                    <a:pt x="1778" y="3254"/>
                  </a:lnTo>
                  <a:lnTo>
                    <a:pt x="1577" y="4729"/>
                  </a:lnTo>
                  <a:lnTo>
                    <a:pt x="1577" y="5065"/>
                  </a:lnTo>
                  <a:lnTo>
                    <a:pt x="2013" y="5702"/>
                  </a:lnTo>
                  <a:lnTo>
                    <a:pt x="2885" y="6439"/>
                  </a:lnTo>
                  <a:lnTo>
                    <a:pt x="3086" y="6574"/>
                  </a:lnTo>
                  <a:lnTo>
                    <a:pt x="3019" y="7445"/>
                  </a:lnTo>
                  <a:lnTo>
                    <a:pt x="3153" y="8351"/>
                  </a:lnTo>
                  <a:lnTo>
                    <a:pt x="3320" y="8619"/>
                  </a:lnTo>
                  <a:lnTo>
                    <a:pt x="3823" y="8720"/>
                  </a:lnTo>
                  <a:lnTo>
                    <a:pt x="4025" y="8518"/>
                  </a:lnTo>
                  <a:lnTo>
                    <a:pt x="4226" y="8083"/>
                  </a:lnTo>
                  <a:lnTo>
                    <a:pt x="4461" y="7177"/>
                  </a:lnTo>
                  <a:lnTo>
                    <a:pt x="4662" y="7009"/>
                  </a:lnTo>
                  <a:lnTo>
                    <a:pt x="4729" y="7177"/>
                  </a:lnTo>
                  <a:lnTo>
                    <a:pt x="5031" y="8284"/>
                  </a:lnTo>
                  <a:lnTo>
                    <a:pt x="5869" y="11637"/>
                  </a:lnTo>
                  <a:lnTo>
                    <a:pt x="6506" y="13414"/>
                  </a:lnTo>
                  <a:lnTo>
                    <a:pt x="6774" y="13783"/>
                  </a:lnTo>
                  <a:lnTo>
                    <a:pt x="7110" y="13984"/>
                  </a:lnTo>
                  <a:lnTo>
                    <a:pt x="8350" y="14152"/>
                  </a:lnTo>
                  <a:lnTo>
                    <a:pt x="10564" y="14018"/>
                  </a:lnTo>
                  <a:lnTo>
                    <a:pt x="11536" y="13884"/>
                  </a:lnTo>
                  <a:lnTo>
                    <a:pt x="11704" y="13817"/>
                  </a:lnTo>
                  <a:lnTo>
                    <a:pt x="12073" y="13448"/>
                  </a:lnTo>
                  <a:lnTo>
                    <a:pt x="12743" y="12475"/>
                  </a:lnTo>
                  <a:lnTo>
                    <a:pt x="14152" y="9659"/>
                  </a:lnTo>
                  <a:lnTo>
                    <a:pt x="14889" y="7814"/>
                  </a:lnTo>
                  <a:lnTo>
                    <a:pt x="15124" y="7009"/>
                  </a:lnTo>
                  <a:lnTo>
                    <a:pt x="15292" y="5165"/>
                  </a:lnTo>
                  <a:lnTo>
                    <a:pt x="15158" y="3153"/>
                  </a:lnTo>
                  <a:lnTo>
                    <a:pt x="14755" y="1275"/>
                  </a:lnTo>
                  <a:lnTo>
                    <a:pt x="14420" y="504"/>
                  </a:lnTo>
                  <a:lnTo>
                    <a:pt x="14185" y="1175"/>
                  </a:lnTo>
                  <a:lnTo>
                    <a:pt x="13682" y="2047"/>
                  </a:lnTo>
                  <a:lnTo>
                    <a:pt x="13213" y="2415"/>
                  </a:lnTo>
                  <a:lnTo>
                    <a:pt x="12911" y="2482"/>
                  </a:lnTo>
                  <a:lnTo>
                    <a:pt x="12643" y="2482"/>
                  </a:lnTo>
                  <a:lnTo>
                    <a:pt x="12240" y="2348"/>
                  </a:lnTo>
                  <a:lnTo>
                    <a:pt x="11771" y="1946"/>
                  </a:lnTo>
                  <a:lnTo>
                    <a:pt x="11335" y="1175"/>
                  </a:lnTo>
                  <a:lnTo>
                    <a:pt x="10865" y="370"/>
                  </a:lnTo>
                  <a:lnTo>
                    <a:pt x="10530" y="102"/>
                  </a:lnTo>
                  <a:lnTo>
                    <a:pt x="10362" y="35"/>
                  </a:lnTo>
                  <a:lnTo>
                    <a:pt x="10228" y="135"/>
                  </a:lnTo>
                  <a:lnTo>
                    <a:pt x="10262" y="772"/>
                  </a:lnTo>
                  <a:lnTo>
                    <a:pt x="10530" y="1912"/>
                  </a:lnTo>
                  <a:lnTo>
                    <a:pt x="10631" y="2415"/>
                  </a:lnTo>
                  <a:lnTo>
                    <a:pt x="10564" y="2415"/>
                  </a:lnTo>
                  <a:lnTo>
                    <a:pt x="10430" y="2248"/>
                  </a:lnTo>
                  <a:lnTo>
                    <a:pt x="10094" y="1845"/>
                  </a:lnTo>
                  <a:lnTo>
                    <a:pt x="9155" y="1108"/>
                  </a:lnTo>
                  <a:lnTo>
                    <a:pt x="7982" y="470"/>
                  </a:lnTo>
                  <a:lnTo>
                    <a:pt x="6674" y="68"/>
                  </a:lnTo>
                  <a:lnTo>
                    <a:pt x="6037" y="1"/>
                  </a:lnTo>
                  <a:lnTo>
                    <a:pt x="5735" y="1"/>
                  </a:lnTo>
                  <a:lnTo>
                    <a:pt x="5467" y="236"/>
                  </a:lnTo>
                  <a:lnTo>
                    <a:pt x="5500" y="940"/>
                  </a:lnTo>
                  <a:lnTo>
                    <a:pt x="6070" y="2114"/>
                  </a:lnTo>
                  <a:lnTo>
                    <a:pt x="6406" y="2818"/>
                  </a:lnTo>
                  <a:lnTo>
                    <a:pt x="6439" y="3086"/>
                  </a:lnTo>
                  <a:lnTo>
                    <a:pt x="6338" y="3120"/>
                  </a:lnTo>
                  <a:lnTo>
                    <a:pt x="6104" y="3053"/>
                  </a:lnTo>
                  <a:lnTo>
                    <a:pt x="5500" y="2449"/>
                  </a:lnTo>
                  <a:lnTo>
                    <a:pt x="4762" y="1141"/>
                  </a:lnTo>
                  <a:lnTo>
                    <a:pt x="4628" y="538"/>
                  </a:lnTo>
                  <a:lnTo>
                    <a:pt x="4561" y="336"/>
                  </a:lnTo>
                  <a:lnTo>
                    <a:pt x="4025" y="135"/>
                  </a:lnTo>
                  <a:lnTo>
                    <a:pt x="2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8"/>
            <p:cNvSpPr/>
            <p:nvPr/>
          </p:nvSpPr>
          <p:spPr>
            <a:xfrm>
              <a:off x="6966575" y="1569059"/>
              <a:ext cx="222352" cy="76038"/>
            </a:xfrm>
            <a:custGeom>
              <a:avLst/>
              <a:gdLst/>
              <a:ahLst/>
              <a:cxnLst/>
              <a:rect l="l" t="t" r="r" b="b"/>
              <a:pathLst>
                <a:path w="13045" h="4461" extrusionOk="0">
                  <a:moveTo>
                    <a:pt x="6472" y="1"/>
                  </a:moveTo>
                  <a:lnTo>
                    <a:pt x="4024" y="303"/>
                  </a:lnTo>
                  <a:lnTo>
                    <a:pt x="2582" y="671"/>
                  </a:lnTo>
                  <a:lnTo>
                    <a:pt x="1945" y="940"/>
                  </a:lnTo>
                  <a:lnTo>
                    <a:pt x="0" y="4461"/>
                  </a:lnTo>
                  <a:lnTo>
                    <a:pt x="637" y="4293"/>
                  </a:lnTo>
                  <a:lnTo>
                    <a:pt x="3957" y="3488"/>
                  </a:lnTo>
                  <a:lnTo>
                    <a:pt x="6439" y="3086"/>
                  </a:lnTo>
                  <a:lnTo>
                    <a:pt x="7512" y="3052"/>
                  </a:lnTo>
                  <a:lnTo>
                    <a:pt x="8887" y="3086"/>
                  </a:lnTo>
                  <a:lnTo>
                    <a:pt x="11670" y="3354"/>
                  </a:lnTo>
                  <a:lnTo>
                    <a:pt x="13045" y="3589"/>
                  </a:lnTo>
                  <a:lnTo>
                    <a:pt x="11804" y="135"/>
                  </a:lnTo>
                  <a:lnTo>
                    <a:pt x="10966" y="68"/>
                  </a:lnTo>
                  <a:lnTo>
                    <a:pt x="6472" y="1"/>
                  </a:lnTo>
                  <a:close/>
                </a:path>
              </a:pathLst>
            </a:custGeom>
            <a:solidFill>
              <a:schemeClr val="lt2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8"/>
            <p:cNvSpPr/>
            <p:nvPr/>
          </p:nvSpPr>
          <p:spPr>
            <a:xfrm>
              <a:off x="6848248" y="1611927"/>
              <a:ext cx="445284" cy="636188"/>
            </a:xfrm>
            <a:custGeom>
              <a:avLst/>
              <a:gdLst/>
              <a:ahLst/>
              <a:cxnLst/>
              <a:rect l="l" t="t" r="r" b="b"/>
              <a:pathLst>
                <a:path w="26124" h="37324" extrusionOk="0">
                  <a:moveTo>
                    <a:pt x="15661" y="1"/>
                  </a:moveTo>
                  <a:lnTo>
                    <a:pt x="13850" y="34"/>
                  </a:lnTo>
                  <a:lnTo>
                    <a:pt x="11670" y="303"/>
                  </a:lnTo>
                  <a:lnTo>
                    <a:pt x="9122" y="973"/>
                  </a:lnTo>
                  <a:lnTo>
                    <a:pt x="7680" y="1510"/>
                  </a:lnTo>
                  <a:lnTo>
                    <a:pt x="6070" y="2348"/>
                  </a:lnTo>
                  <a:lnTo>
                    <a:pt x="2650" y="4058"/>
                  </a:lnTo>
                  <a:lnTo>
                    <a:pt x="1342" y="4662"/>
                  </a:lnTo>
                  <a:lnTo>
                    <a:pt x="1" y="5198"/>
                  </a:lnTo>
                  <a:lnTo>
                    <a:pt x="1107" y="19215"/>
                  </a:lnTo>
                  <a:lnTo>
                    <a:pt x="2181" y="34708"/>
                  </a:lnTo>
                  <a:lnTo>
                    <a:pt x="2181" y="35647"/>
                  </a:lnTo>
                  <a:lnTo>
                    <a:pt x="2315" y="36452"/>
                  </a:lnTo>
                  <a:lnTo>
                    <a:pt x="2650" y="36753"/>
                  </a:lnTo>
                  <a:lnTo>
                    <a:pt x="2885" y="36888"/>
                  </a:lnTo>
                  <a:lnTo>
                    <a:pt x="4125" y="37122"/>
                  </a:lnTo>
                  <a:lnTo>
                    <a:pt x="7378" y="37323"/>
                  </a:lnTo>
                  <a:lnTo>
                    <a:pt x="10732" y="37290"/>
                  </a:lnTo>
                  <a:lnTo>
                    <a:pt x="12576" y="37223"/>
                  </a:lnTo>
                  <a:lnTo>
                    <a:pt x="16365" y="36921"/>
                  </a:lnTo>
                  <a:lnTo>
                    <a:pt x="21060" y="36317"/>
                  </a:lnTo>
                  <a:lnTo>
                    <a:pt x="22099" y="36217"/>
                  </a:lnTo>
                  <a:lnTo>
                    <a:pt x="22636" y="36116"/>
                  </a:lnTo>
                  <a:lnTo>
                    <a:pt x="23541" y="35580"/>
                  </a:lnTo>
                  <a:lnTo>
                    <a:pt x="23843" y="35144"/>
                  </a:lnTo>
                  <a:lnTo>
                    <a:pt x="24078" y="33937"/>
                  </a:lnTo>
                  <a:lnTo>
                    <a:pt x="24782" y="25184"/>
                  </a:lnTo>
                  <a:lnTo>
                    <a:pt x="25889" y="8082"/>
                  </a:lnTo>
                  <a:lnTo>
                    <a:pt x="26123" y="4125"/>
                  </a:lnTo>
                  <a:lnTo>
                    <a:pt x="25989" y="3924"/>
                  </a:lnTo>
                  <a:lnTo>
                    <a:pt x="24346" y="3052"/>
                  </a:lnTo>
                  <a:lnTo>
                    <a:pt x="20825" y="1476"/>
                  </a:lnTo>
                  <a:lnTo>
                    <a:pt x="19718" y="1040"/>
                  </a:lnTo>
                  <a:lnTo>
                    <a:pt x="19383" y="906"/>
                  </a:lnTo>
                  <a:lnTo>
                    <a:pt x="17774" y="303"/>
                  </a:lnTo>
                  <a:lnTo>
                    <a:pt x="15661" y="1"/>
                  </a:lnTo>
                  <a:close/>
                </a:path>
              </a:pathLst>
            </a:custGeom>
            <a:solidFill>
              <a:schemeClr val="lt2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8"/>
            <p:cNvSpPr/>
            <p:nvPr/>
          </p:nvSpPr>
          <p:spPr>
            <a:xfrm>
              <a:off x="7130616" y="2020036"/>
              <a:ext cx="30306" cy="23454"/>
            </a:xfrm>
            <a:custGeom>
              <a:avLst/>
              <a:gdLst/>
              <a:ahLst/>
              <a:cxnLst/>
              <a:rect l="l" t="t" r="r" b="b"/>
              <a:pathLst>
                <a:path w="1778" h="1376" fill="none" extrusionOk="0">
                  <a:moveTo>
                    <a:pt x="1778" y="1"/>
                  </a:moveTo>
                  <a:lnTo>
                    <a:pt x="906" y="738"/>
                  </a:lnTo>
                  <a:lnTo>
                    <a:pt x="0" y="1376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8"/>
            <p:cNvSpPr/>
            <p:nvPr/>
          </p:nvSpPr>
          <p:spPr>
            <a:xfrm>
              <a:off x="7189489" y="1823984"/>
              <a:ext cx="81748" cy="165780"/>
            </a:xfrm>
            <a:custGeom>
              <a:avLst/>
              <a:gdLst/>
              <a:ahLst/>
              <a:cxnLst/>
              <a:rect l="l" t="t" r="r" b="b"/>
              <a:pathLst>
                <a:path w="4796" h="9726" fill="none" extrusionOk="0">
                  <a:moveTo>
                    <a:pt x="4796" y="1"/>
                  </a:moveTo>
                  <a:lnTo>
                    <a:pt x="4628" y="671"/>
                  </a:lnTo>
                  <a:lnTo>
                    <a:pt x="3119" y="4729"/>
                  </a:lnTo>
                  <a:lnTo>
                    <a:pt x="1778" y="7210"/>
                  </a:lnTo>
                  <a:lnTo>
                    <a:pt x="637" y="8921"/>
                  </a:lnTo>
                  <a:lnTo>
                    <a:pt x="0" y="9725"/>
                  </a:lnTo>
                </a:path>
              </a:pathLst>
            </a:custGeom>
            <a:noFill/>
            <a:ln w="10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8"/>
            <p:cNvSpPr/>
            <p:nvPr/>
          </p:nvSpPr>
          <p:spPr>
            <a:xfrm>
              <a:off x="7013431" y="1387308"/>
              <a:ext cx="28039" cy="86895"/>
            </a:xfrm>
            <a:custGeom>
              <a:avLst/>
              <a:gdLst/>
              <a:ahLst/>
              <a:cxnLst/>
              <a:rect l="l" t="t" r="r" b="b"/>
              <a:pathLst>
                <a:path w="1645" h="5098" extrusionOk="0">
                  <a:moveTo>
                    <a:pt x="1141" y="0"/>
                  </a:moveTo>
                  <a:lnTo>
                    <a:pt x="571" y="67"/>
                  </a:lnTo>
                  <a:lnTo>
                    <a:pt x="135" y="470"/>
                  </a:lnTo>
                  <a:lnTo>
                    <a:pt x="269" y="1677"/>
                  </a:lnTo>
                  <a:lnTo>
                    <a:pt x="336" y="2918"/>
                  </a:lnTo>
                  <a:lnTo>
                    <a:pt x="269" y="3588"/>
                  </a:lnTo>
                  <a:lnTo>
                    <a:pt x="1" y="4326"/>
                  </a:lnTo>
                  <a:lnTo>
                    <a:pt x="1" y="4695"/>
                  </a:lnTo>
                  <a:lnTo>
                    <a:pt x="135" y="4863"/>
                  </a:lnTo>
                  <a:lnTo>
                    <a:pt x="269" y="4997"/>
                  </a:lnTo>
                  <a:lnTo>
                    <a:pt x="571" y="5097"/>
                  </a:lnTo>
                  <a:lnTo>
                    <a:pt x="940" y="4829"/>
                  </a:lnTo>
                  <a:lnTo>
                    <a:pt x="1208" y="4326"/>
                  </a:lnTo>
                  <a:lnTo>
                    <a:pt x="1443" y="3655"/>
                  </a:lnTo>
                  <a:lnTo>
                    <a:pt x="1644" y="2247"/>
                  </a:lnTo>
                  <a:lnTo>
                    <a:pt x="1611" y="1543"/>
                  </a:lnTo>
                  <a:lnTo>
                    <a:pt x="1544" y="872"/>
                  </a:lnTo>
                  <a:lnTo>
                    <a:pt x="1141" y="0"/>
                  </a:lnTo>
                  <a:close/>
                </a:path>
              </a:pathLst>
            </a:custGeom>
            <a:solidFill>
              <a:srgbClr val="FFFFFF"/>
            </a:solidFill>
            <a:ln w="10900" cap="flat" cmpd="sng">
              <a:solidFill>
                <a:schemeClr val="dk2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8"/>
            <p:cNvSpPr/>
            <p:nvPr/>
          </p:nvSpPr>
          <p:spPr>
            <a:xfrm>
              <a:off x="7096321" y="2395571"/>
              <a:ext cx="102901" cy="487572"/>
            </a:xfrm>
            <a:custGeom>
              <a:avLst/>
              <a:gdLst/>
              <a:ahLst/>
              <a:cxnLst/>
              <a:rect l="l" t="t" r="r" b="b"/>
              <a:pathLst>
                <a:path w="6037" h="28605" fill="none" extrusionOk="0">
                  <a:moveTo>
                    <a:pt x="0" y="28604"/>
                  </a:moveTo>
                  <a:lnTo>
                    <a:pt x="2348" y="4460"/>
                  </a:lnTo>
                  <a:lnTo>
                    <a:pt x="6036" y="0"/>
                  </a:lnTo>
                </a:path>
              </a:pathLst>
            </a:custGeom>
            <a:noFill/>
            <a:ln w="10900" cap="flat" cmpd="sng">
              <a:solidFill>
                <a:srgbClr val="FFFFFF"/>
              </a:solidFill>
              <a:prstDash val="solid"/>
              <a:miter lim="33533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785373F0-8751-DE0A-3D9B-BFF9B2B2986F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DBA21882-06D6-831F-6A2A-340CE7838190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9CCDEEB2-9370-AEEF-6231-EA8511FC3CD6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79A3AC1A-06D8-1705-DCEF-7B5BE005620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g SEO: Advices to optimize Posts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6EDBFC"/>
      </a:lt2>
      <a:accent1>
        <a:srgbClr val="07A2D1"/>
      </a:accent1>
      <a:accent2>
        <a:srgbClr val="B6EEFF"/>
      </a:accent2>
      <a:accent3>
        <a:srgbClr val="FFD966"/>
      </a:accent3>
      <a:accent4>
        <a:srgbClr val="6EDBFC"/>
      </a:accent4>
      <a:accent5>
        <a:srgbClr val="07A2D1"/>
      </a:accent5>
      <a:accent6>
        <a:srgbClr val="B6EEFF"/>
      </a:accent6>
      <a:hlink>
        <a:srgbClr val="FFD9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1240</Words>
  <Application>Microsoft Office PowerPoint</Application>
  <PresentationFormat>Presentación en pantalla (16:9)</PresentationFormat>
  <Paragraphs>153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Signika</vt:lpstr>
      <vt:lpstr>Open Sans</vt:lpstr>
      <vt:lpstr>Arial</vt:lpstr>
      <vt:lpstr>Alfa Slab One</vt:lpstr>
      <vt:lpstr>Poppins</vt:lpstr>
      <vt:lpstr>Luckiest Guy</vt:lpstr>
      <vt:lpstr>Wingdings</vt:lpstr>
      <vt:lpstr>Blog SEO: Advices to optimize Posts by Slidesgo</vt:lpstr>
      <vt:lpstr>UNIDAD 2: Modelo de negocio y experimentación.</vt:lpstr>
      <vt:lpstr>Aprendizaje Esperado</vt:lpstr>
      <vt:lpstr>Flujo de Trabajo Unidad 2</vt:lpstr>
      <vt:lpstr>24 presenciales/ 6 online</vt:lpstr>
      <vt:lpstr>¿Qué es un modelo de negocio?</vt:lpstr>
      <vt:lpstr>1</vt:lpstr>
      <vt:lpstr>¿Cuál es su enfoque? </vt:lpstr>
      <vt:lpstr>El lienzo descompone un negocio en nueve bloques interconectados: </vt:lpstr>
      <vt:lpstr>Segmento de clientes</vt:lpstr>
      <vt:lpstr>Recursos Claves</vt:lpstr>
      <vt:lpstr>Estructura de Costos</vt:lpstr>
      <vt:lpstr>Business Model Canvas</vt:lpstr>
      <vt:lpstr>Presentación de PowerPoint</vt:lpstr>
      <vt:lpstr>Presentación de PowerPoint</vt:lpstr>
      <vt:lpstr>Hipótesis y su relación con el BMC</vt:lpstr>
      <vt:lpstr>1</vt:lpstr>
      <vt:lpstr>¿Cómo debe ser una hipótesis efectiva?</vt:lpstr>
      <vt:lpstr>Presentación de PowerPoint</vt:lpstr>
      <vt:lpstr> Características de la formulación de una hipótesis</vt:lpstr>
      <vt:lpstr>1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 SEO: Advices to Optimize Posts</dc:title>
  <dc:creator>Estefania González</dc:creator>
  <cp:lastModifiedBy>ESTEFANIA SALOME GONZALEZ CACERES</cp:lastModifiedBy>
  <cp:revision>40</cp:revision>
  <dcterms:modified xsi:type="dcterms:W3CDTF">2025-04-08T22:44:27Z</dcterms:modified>
</cp:coreProperties>
</file>