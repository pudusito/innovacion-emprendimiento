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0"/>
  </p:notesMasterIdLst>
  <p:sldIdLst>
    <p:sldId id="256" r:id="rId2"/>
    <p:sldId id="259" r:id="rId3"/>
    <p:sldId id="261" r:id="rId4"/>
    <p:sldId id="262" r:id="rId5"/>
    <p:sldId id="302" r:id="rId6"/>
    <p:sldId id="303" r:id="rId7"/>
    <p:sldId id="304" r:id="rId8"/>
    <p:sldId id="264" r:id="rId9"/>
  </p:sldIdLst>
  <p:sldSz cx="9144000" cy="5143500" type="screen16x9"/>
  <p:notesSz cx="6858000" cy="9144000"/>
  <p:embeddedFontLst>
    <p:embeddedFont>
      <p:font typeface="Alata" panose="020B0604020202020204" charset="0"/>
      <p:regular r:id="rId11"/>
    </p:embeddedFont>
    <p:embeddedFont>
      <p:font typeface="Montserrat Black" panose="00000A00000000000000" pitchFamily="2" charset="0"/>
      <p:bold r:id="rId12"/>
      <p:boldItalic r:id="rId13"/>
    </p:embeddedFont>
    <p:embeddedFont>
      <p:font typeface="Montserrat SemiBold" panose="00000700000000000000" pitchFamily="2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6FDC1F-3681-44C8-BE73-1739F9C21FA9}">
  <a:tblStyle styleId="{156FDC1F-3681-44C8-BE73-1739F9C21F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94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09716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309e4866fe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309e4866fe_1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1364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30a4afd6ab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30a4afd6ab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1118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2fd2aef11e_0_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2fd2aef11e_0_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7439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2fd2aef11e_0_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2fd2aef11e_0_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616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309e4866fe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309e4866fe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335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5186501" y="0"/>
            <a:ext cx="3957573" cy="5147000"/>
            <a:chOff x="4907707" y="0"/>
            <a:chExt cx="4235869" cy="5147000"/>
          </a:xfrm>
        </p:grpSpPr>
        <p:sp>
          <p:nvSpPr>
            <p:cNvPr id="10" name="Google Shape;10;p2"/>
            <p:cNvSpPr/>
            <p:nvPr/>
          </p:nvSpPr>
          <p:spPr>
            <a:xfrm>
              <a:off x="5286477" y="0"/>
              <a:ext cx="3857100" cy="5143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-5400000">
              <a:off x="4771057" y="442104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4942516" y="4783400"/>
              <a:ext cx="328800" cy="3984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771057" y="1086782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771057" y="1731461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771057" y="2376139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4771057" y="3020818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4771057" y="3665496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771057" y="4310175"/>
              <a:ext cx="671700" cy="398400"/>
            </a:xfrm>
            <a:prstGeom prst="triangle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5400000" flipH="1">
              <a:off x="4942516" y="-34800"/>
              <a:ext cx="328800" cy="3984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720000" y="1483157"/>
            <a:ext cx="4171500" cy="1597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720000" y="3047057"/>
            <a:ext cx="3091200" cy="64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" name="Google Shape;22;p2"/>
          <p:cNvSpPr/>
          <p:nvPr/>
        </p:nvSpPr>
        <p:spPr>
          <a:xfrm rot="5400000">
            <a:off x="112963" y="112800"/>
            <a:ext cx="1327500" cy="13275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23;p2"/>
          <p:cNvGrpSpPr/>
          <p:nvPr/>
        </p:nvGrpSpPr>
        <p:grpSpPr>
          <a:xfrm>
            <a:off x="2531375" y="4603500"/>
            <a:ext cx="1947350" cy="1107600"/>
            <a:chOff x="2531375" y="4603500"/>
            <a:chExt cx="1947350" cy="1107600"/>
          </a:xfrm>
        </p:grpSpPr>
        <p:sp>
          <p:nvSpPr>
            <p:cNvPr id="24" name="Google Shape;24;p2"/>
            <p:cNvSpPr/>
            <p:nvPr/>
          </p:nvSpPr>
          <p:spPr>
            <a:xfrm>
              <a:off x="2531375" y="4603500"/>
              <a:ext cx="1107600" cy="1107600"/>
            </a:xfrm>
            <a:prstGeom prst="blockArc">
              <a:avLst>
                <a:gd name="adj1" fmla="val 10800000"/>
                <a:gd name="adj2" fmla="val 0"/>
                <a:gd name="adj3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371125" y="4603500"/>
              <a:ext cx="1107600" cy="1107600"/>
            </a:xfrm>
            <a:prstGeom prst="blockArc">
              <a:avLst>
                <a:gd name="adj1" fmla="val 10800000"/>
                <a:gd name="adj2" fmla="val 0"/>
                <a:gd name="adj3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 flipH="1">
            <a:off x="4724023" y="1761950"/>
            <a:ext cx="3246000" cy="1327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298455" y="1678438"/>
            <a:ext cx="838800" cy="797400"/>
          </a:xfrm>
          <a:prstGeom prst="rect">
            <a:avLst/>
          </a:prstGeom>
          <a:noFill/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47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Font typeface="Alata"/>
              <a:buNone/>
              <a:defRPr sz="6000"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 flipH="1">
            <a:off x="4723975" y="3286150"/>
            <a:ext cx="29706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" name="Google Shape;30;p3"/>
          <p:cNvSpPr/>
          <p:nvPr/>
        </p:nvSpPr>
        <p:spPr>
          <a:xfrm flipH="1">
            <a:off x="7710775" y="4603500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 flipH="1">
            <a:off x="6871025" y="4603500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 rot="5400000">
            <a:off x="112963" y="112800"/>
            <a:ext cx="1327500" cy="13275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720000" y="597600"/>
            <a:ext cx="7704000" cy="457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1038625" y="1701875"/>
            <a:ext cx="4581300" cy="21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399300" y="219450"/>
            <a:ext cx="641400" cy="641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2485150" y="4603500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3324900" y="4603500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1914000" y="1579500"/>
            <a:ext cx="5316000" cy="625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1914000" y="2328900"/>
            <a:ext cx="5316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7910700" y="4258075"/>
            <a:ext cx="1026600" cy="1028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/>
          <p:nvPr/>
        </p:nvSpPr>
        <p:spPr>
          <a:xfrm flipH="1">
            <a:off x="-243600" y="3639900"/>
            <a:ext cx="1927200" cy="1927200"/>
          </a:xfrm>
          <a:prstGeom prst="pie">
            <a:avLst>
              <a:gd name="adj1" fmla="val 10837203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399300" y="219450"/>
            <a:ext cx="641400" cy="641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2181450" y="3408947"/>
            <a:ext cx="4781100" cy="408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Alata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1"/>
          </p:nvPr>
        </p:nvSpPr>
        <p:spPr>
          <a:xfrm>
            <a:off x="2181450" y="1428401"/>
            <a:ext cx="4781100" cy="16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4"/>
          <p:cNvSpPr/>
          <p:nvPr/>
        </p:nvSpPr>
        <p:spPr>
          <a:xfrm rot="5400000">
            <a:off x="122070" y="112800"/>
            <a:ext cx="1327500" cy="13275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20000" y="4603500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8058313" y="3639888"/>
            <a:ext cx="1927200" cy="1927200"/>
          </a:xfrm>
          <a:prstGeom prst="pie">
            <a:avLst>
              <a:gd name="adj1" fmla="val 10837203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1559750" y="4603500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 rot="10800000" flipH="1">
            <a:off x="6671479" y="-567600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4"/>
          <p:cNvSpPr/>
          <p:nvPr/>
        </p:nvSpPr>
        <p:spPr>
          <a:xfrm rot="10800000" flipH="1">
            <a:off x="7511229" y="-567600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4"/>
          <p:cNvSpPr/>
          <p:nvPr/>
        </p:nvSpPr>
        <p:spPr>
          <a:xfrm rot="5400000" flipH="1">
            <a:off x="-760159" y="-283487"/>
            <a:ext cx="1927200" cy="1927200"/>
          </a:xfrm>
          <a:prstGeom prst="pie">
            <a:avLst>
              <a:gd name="adj1" fmla="val 10837203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7711153" y="4114800"/>
            <a:ext cx="1026600" cy="1028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/>
          <p:nvPr/>
        </p:nvSpPr>
        <p:spPr>
          <a:xfrm rot="10800000">
            <a:off x="4120777" y="4056100"/>
            <a:ext cx="1107600" cy="110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5"/>
          <p:cNvSpPr/>
          <p:nvPr/>
        </p:nvSpPr>
        <p:spPr>
          <a:xfrm rot="-5400000">
            <a:off x="7738125" y="3940013"/>
            <a:ext cx="1107600" cy="11076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5"/>
          <p:cNvSpPr/>
          <p:nvPr/>
        </p:nvSpPr>
        <p:spPr>
          <a:xfrm rot="10800000">
            <a:off x="3700925" y="-550687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5"/>
          <p:cNvSpPr/>
          <p:nvPr/>
        </p:nvSpPr>
        <p:spPr>
          <a:xfrm rot="10800000">
            <a:off x="400850" y="556913"/>
            <a:ext cx="843600" cy="843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5"/>
          <p:cNvSpPr/>
          <p:nvPr/>
        </p:nvSpPr>
        <p:spPr>
          <a:xfrm rot="10800000">
            <a:off x="4540675" y="-550687"/>
            <a:ext cx="1107600" cy="1107600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97600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Black"/>
              <a:buNone/>
              <a:defRPr sz="3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8" r:id="rId5"/>
    <p:sldLayoutId id="2147483660" r:id="rId6"/>
    <p:sldLayoutId id="2147483670" r:id="rId7"/>
    <p:sldLayoutId id="214748367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jpeg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ms.inacap.cl/pluginfile.php/15252140/mod_resource/content/1/FGIE01_U01S00_TOOLKIT_U01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3486575" y="1430923"/>
            <a:ext cx="941100" cy="941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ctrTitle"/>
          </p:nvPr>
        </p:nvSpPr>
        <p:spPr>
          <a:xfrm>
            <a:off x="248044" y="1609483"/>
            <a:ext cx="5075248" cy="15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MX" sz="5400" dirty="0"/>
              <a:t>Detección de oportunidades.</a:t>
            </a:r>
          </a:p>
        </p:txBody>
      </p:sp>
      <p:sp>
        <p:nvSpPr>
          <p:cNvPr id="222" name="Google Shape;222;p29"/>
          <p:cNvSpPr txBox="1">
            <a:spLocks noGrp="1"/>
          </p:cNvSpPr>
          <p:nvPr>
            <p:ph type="subTitle" idx="1"/>
          </p:nvPr>
        </p:nvSpPr>
        <p:spPr>
          <a:xfrm>
            <a:off x="78447" y="3349263"/>
            <a:ext cx="5424879" cy="6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dirty="0"/>
              <a:t>Docente Formación Integral: Estefanía González C.</a:t>
            </a:r>
          </a:p>
          <a:p>
            <a:pPr marL="0" indent="0"/>
            <a:r>
              <a:rPr lang="es-ES" sz="1800" dirty="0"/>
              <a:t>Innovación y Emprendimiento 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3" name="Google Shape;223;p29"/>
          <p:cNvGrpSpPr/>
          <p:nvPr/>
        </p:nvGrpSpPr>
        <p:grpSpPr>
          <a:xfrm>
            <a:off x="4983938" y="815554"/>
            <a:ext cx="3751457" cy="3512392"/>
            <a:chOff x="4983938" y="766705"/>
            <a:chExt cx="3751457" cy="3512392"/>
          </a:xfrm>
        </p:grpSpPr>
        <p:sp>
          <p:nvSpPr>
            <p:cNvPr id="224" name="Google Shape;224;p29"/>
            <p:cNvSpPr/>
            <p:nvPr/>
          </p:nvSpPr>
          <p:spPr>
            <a:xfrm>
              <a:off x="7618044" y="1511978"/>
              <a:ext cx="756084" cy="658360"/>
            </a:xfrm>
            <a:custGeom>
              <a:avLst/>
              <a:gdLst/>
              <a:ahLst/>
              <a:cxnLst/>
              <a:rect l="l" t="t" r="r" b="b"/>
              <a:pathLst>
                <a:path w="13617" h="11857" extrusionOk="0">
                  <a:moveTo>
                    <a:pt x="13520" y="0"/>
                  </a:moveTo>
                  <a:cubicBezTo>
                    <a:pt x="13472" y="0"/>
                    <a:pt x="10773" y="1350"/>
                    <a:pt x="12074" y="5133"/>
                  </a:cubicBezTo>
                  <a:cubicBezTo>
                    <a:pt x="13062" y="7977"/>
                    <a:pt x="11110" y="10579"/>
                    <a:pt x="9809" y="11182"/>
                  </a:cubicBezTo>
                  <a:cubicBezTo>
                    <a:pt x="9215" y="11456"/>
                    <a:pt x="8339" y="11611"/>
                    <a:pt x="7403" y="11611"/>
                  </a:cubicBezTo>
                  <a:cubicBezTo>
                    <a:pt x="6364" y="11611"/>
                    <a:pt x="5250" y="11420"/>
                    <a:pt x="4363" y="10989"/>
                  </a:cubicBezTo>
                  <a:cubicBezTo>
                    <a:pt x="1760" y="9736"/>
                    <a:pt x="242" y="5856"/>
                    <a:pt x="218" y="5808"/>
                  </a:cubicBezTo>
                  <a:lnTo>
                    <a:pt x="1" y="5904"/>
                  </a:lnTo>
                  <a:cubicBezTo>
                    <a:pt x="73" y="6073"/>
                    <a:pt x="1567" y="9905"/>
                    <a:pt x="4242" y="11206"/>
                  </a:cubicBezTo>
                  <a:cubicBezTo>
                    <a:pt x="5206" y="11664"/>
                    <a:pt x="6339" y="11856"/>
                    <a:pt x="7399" y="11856"/>
                  </a:cubicBezTo>
                  <a:cubicBezTo>
                    <a:pt x="8363" y="11856"/>
                    <a:pt x="9279" y="11688"/>
                    <a:pt x="9905" y="11399"/>
                  </a:cubicBezTo>
                  <a:cubicBezTo>
                    <a:pt x="11279" y="10772"/>
                    <a:pt x="13327" y="8049"/>
                    <a:pt x="12315" y="5061"/>
                  </a:cubicBezTo>
                  <a:cubicBezTo>
                    <a:pt x="11086" y="1470"/>
                    <a:pt x="13520" y="266"/>
                    <a:pt x="13616" y="217"/>
                  </a:cubicBezTo>
                  <a:lnTo>
                    <a:pt x="13520" y="0"/>
                  </a:ln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5370122" y="1550790"/>
              <a:ext cx="2721613" cy="1801009"/>
            </a:xfrm>
            <a:custGeom>
              <a:avLst/>
              <a:gdLst/>
              <a:ahLst/>
              <a:cxnLst/>
              <a:rect l="l" t="t" r="r" b="b"/>
              <a:pathLst>
                <a:path w="49016" h="32436" extrusionOk="0">
                  <a:moveTo>
                    <a:pt x="1423" y="0"/>
                  </a:moveTo>
                  <a:lnTo>
                    <a:pt x="1254" y="169"/>
                  </a:lnTo>
                  <a:cubicBezTo>
                    <a:pt x="1278" y="193"/>
                    <a:pt x="4122" y="3711"/>
                    <a:pt x="3037" y="7784"/>
                  </a:cubicBezTo>
                  <a:cubicBezTo>
                    <a:pt x="2652" y="9157"/>
                    <a:pt x="2194" y="10338"/>
                    <a:pt x="1736" y="11471"/>
                  </a:cubicBezTo>
                  <a:cubicBezTo>
                    <a:pt x="844" y="13760"/>
                    <a:pt x="1" y="15905"/>
                    <a:pt x="218" y="19061"/>
                  </a:cubicBezTo>
                  <a:cubicBezTo>
                    <a:pt x="531" y="23881"/>
                    <a:pt x="4194" y="28845"/>
                    <a:pt x="11592" y="28990"/>
                  </a:cubicBezTo>
                  <a:cubicBezTo>
                    <a:pt x="11681" y="28992"/>
                    <a:pt x="11770" y="28993"/>
                    <a:pt x="11860" y="28993"/>
                  </a:cubicBezTo>
                  <a:cubicBezTo>
                    <a:pt x="14952" y="28993"/>
                    <a:pt x="18471" y="27796"/>
                    <a:pt x="22171" y="26532"/>
                  </a:cubicBezTo>
                  <a:cubicBezTo>
                    <a:pt x="26197" y="25159"/>
                    <a:pt x="30324" y="23757"/>
                    <a:pt x="34231" y="23757"/>
                  </a:cubicBezTo>
                  <a:cubicBezTo>
                    <a:pt x="35398" y="23757"/>
                    <a:pt x="36546" y="23882"/>
                    <a:pt x="37666" y="24170"/>
                  </a:cubicBezTo>
                  <a:cubicBezTo>
                    <a:pt x="46148" y="26339"/>
                    <a:pt x="48630" y="30387"/>
                    <a:pt x="48775" y="32436"/>
                  </a:cubicBezTo>
                  <a:lnTo>
                    <a:pt x="49016" y="32412"/>
                  </a:lnTo>
                  <a:cubicBezTo>
                    <a:pt x="48823" y="29592"/>
                    <a:pt x="45256" y="25857"/>
                    <a:pt x="37738" y="23929"/>
                  </a:cubicBezTo>
                  <a:cubicBezTo>
                    <a:pt x="36597" y="23634"/>
                    <a:pt x="35429" y="23506"/>
                    <a:pt x="34243" y="23506"/>
                  </a:cubicBezTo>
                  <a:cubicBezTo>
                    <a:pt x="30293" y="23506"/>
                    <a:pt x="26139" y="24925"/>
                    <a:pt x="22098" y="26315"/>
                  </a:cubicBezTo>
                  <a:cubicBezTo>
                    <a:pt x="18398" y="27556"/>
                    <a:pt x="14903" y="28752"/>
                    <a:pt x="11878" y="28752"/>
                  </a:cubicBezTo>
                  <a:cubicBezTo>
                    <a:pt x="11790" y="28752"/>
                    <a:pt x="11703" y="28751"/>
                    <a:pt x="11616" y="28749"/>
                  </a:cubicBezTo>
                  <a:cubicBezTo>
                    <a:pt x="4363" y="28604"/>
                    <a:pt x="772" y="23761"/>
                    <a:pt x="459" y="19037"/>
                  </a:cubicBezTo>
                  <a:cubicBezTo>
                    <a:pt x="242" y="15953"/>
                    <a:pt x="1085" y="13808"/>
                    <a:pt x="1977" y="11567"/>
                  </a:cubicBezTo>
                  <a:cubicBezTo>
                    <a:pt x="2411" y="10435"/>
                    <a:pt x="2893" y="9230"/>
                    <a:pt x="3254" y="7856"/>
                  </a:cubicBezTo>
                  <a:cubicBezTo>
                    <a:pt x="4387" y="3639"/>
                    <a:pt x="1447" y="48"/>
                    <a:pt x="1423" y="0"/>
                  </a:cubicBez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5688620" y="3003910"/>
              <a:ext cx="1450424" cy="1237708"/>
            </a:xfrm>
            <a:custGeom>
              <a:avLst/>
              <a:gdLst/>
              <a:ahLst/>
              <a:cxnLst/>
              <a:rect l="l" t="t" r="r" b="b"/>
              <a:pathLst>
                <a:path w="26122" h="22291" extrusionOk="0">
                  <a:moveTo>
                    <a:pt x="3904" y="0"/>
                  </a:moveTo>
                  <a:lnTo>
                    <a:pt x="3904" y="7061"/>
                  </a:lnTo>
                  <a:lnTo>
                    <a:pt x="2193" y="7061"/>
                  </a:lnTo>
                  <a:cubicBezTo>
                    <a:pt x="964" y="7061"/>
                    <a:pt x="0" y="8025"/>
                    <a:pt x="0" y="9254"/>
                  </a:cubicBezTo>
                  <a:lnTo>
                    <a:pt x="0" y="9302"/>
                  </a:lnTo>
                  <a:cubicBezTo>
                    <a:pt x="0" y="10507"/>
                    <a:pt x="964" y="11495"/>
                    <a:pt x="2193" y="11495"/>
                  </a:cubicBezTo>
                  <a:lnTo>
                    <a:pt x="3904" y="11495"/>
                  </a:lnTo>
                  <a:lnTo>
                    <a:pt x="3904" y="18266"/>
                  </a:lnTo>
                  <a:lnTo>
                    <a:pt x="11037" y="18266"/>
                  </a:lnTo>
                  <a:lnTo>
                    <a:pt x="11037" y="20074"/>
                  </a:lnTo>
                  <a:cubicBezTo>
                    <a:pt x="11037" y="21303"/>
                    <a:pt x="12025" y="22291"/>
                    <a:pt x="13230" y="22291"/>
                  </a:cubicBezTo>
                  <a:lnTo>
                    <a:pt x="13278" y="22291"/>
                  </a:lnTo>
                  <a:cubicBezTo>
                    <a:pt x="14483" y="22291"/>
                    <a:pt x="15471" y="21303"/>
                    <a:pt x="15471" y="20074"/>
                  </a:cubicBezTo>
                  <a:lnTo>
                    <a:pt x="15471" y="18266"/>
                  </a:lnTo>
                  <a:lnTo>
                    <a:pt x="22170" y="18266"/>
                  </a:lnTo>
                  <a:lnTo>
                    <a:pt x="22170" y="11109"/>
                  </a:lnTo>
                  <a:lnTo>
                    <a:pt x="23929" y="11109"/>
                  </a:lnTo>
                  <a:cubicBezTo>
                    <a:pt x="25158" y="11109"/>
                    <a:pt x="26122" y="10121"/>
                    <a:pt x="26122" y="8916"/>
                  </a:cubicBezTo>
                  <a:lnTo>
                    <a:pt x="26122" y="8868"/>
                  </a:lnTo>
                  <a:cubicBezTo>
                    <a:pt x="26122" y="7663"/>
                    <a:pt x="25158" y="6675"/>
                    <a:pt x="23929" y="6675"/>
                  </a:cubicBezTo>
                  <a:lnTo>
                    <a:pt x="22170" y="6675"/>
                  </a:lnTo>
                  <a:lnTo>
                    <a:pt x="22170" y="0"/>
                  </a:lnTo>
                  <a:close/>
                </a:path>
              </a:pathLst>
            </a:custGeom>
            <a:solidFill>
              <a:srgbClr val="2745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9"/>
            <p:cNvSpPr/>
            <p:nvPr/>
          </p:nvSpPr>
          <p:spPr>
            <a:xfrm>
              <a:off x="5905339" y="1988337"/>
              <a:ext cx="1255143" cy="1272522"/>
            </a:xfrm>
            <a:custGeom>
              <a:avLst/>
              <a:gdLst/>
              <a:ahLst/>
              <a:cxnLst/>
              <a:rect l="l" t="t" r="r" b="b"/>
              <a:pathLst>
                <a:path w="22605" h="22918" extrusionOk="0">
                  <a:moveTo>
                    <a:pt x="1" y="0"/>
                  </a:moveTo>
                  <a:lnTo>
                    <a:pt x="1" y="7133"/>
                  </a:lnTo>
                  <a:lnTo>
                    <a:pt x="2146" y="7133"/>
                  </a:lnTo>
                  <a:cubicBezTo>
                    <a:pt x="3351" y="7133"/>
                    <a:pt x="4339" y="8121"/>
                    <a:pt x="4339" y="9326"/>
                  </a:cubicBezTo>
                  <a:lnTo>
                    <a:pt x="4339" y="9374"/>
                  </a:lnTo>
                  <a:cubicBezTo>
                    <a:pt x="4339" y="10579"/>
                    <a:pt x="3351" y="11567"/>
                    <a:pt x="2146" y="11567"/>
                  </a:cubicBezTo>
                  <a:lnTo>
                    <a:pt x="1" y="11567"/>
                  </a:lnTo>
                  <a:lnTo>
                    <a:pt x="1" y="18290"/>
                  </a:lnTo>
                  <a:lnTo>
                    <a:pt x="7134" y="18290"/>
                  </a:lnTo>
                  <a:lnTo>
                    <a:pt x="7134" y="20724"/>
                  </a:lnTo>
                  <a:cubicBezTo>
                    <a:pt x="7134" y="21953"/>
                    <a:pt x="8122" y="22917"/>
                    <a:pt x="9327" y="22917"/>
                  </a:cubicBezTo>
                  <a:lnTo>
                    <a:pt x="9375" y="22917"/>
                  </a:lnTo>
                  <a:cubicBezTo>
                    <a:pt x="10580" y="22917"/>
                    <a:pt x="11568" y="21953"/>
                    <a:pt x="11568" y="20724"/>
                  </a:cubicBezTo>
                  <a:lnTo>
                    <a:pt x="11568" y="18290"/>
                  </a:lnTo>
                  <a:lnTo>
                    <a:pt x="18267" y="18290"/>
                  </a:lnTo>
                  <a:lnTo>
                    <a:pt x="18267" y="10868"/>
                  </a:lnTo>
                  <a:lnTo>
                    <a:pt x="20412" y="10868"/>
                  </a:lnTo>
                  <a:cubicBezTo>
                    <a:pt x="21617" y="10868"/>
                    <a:pt x="22605" y="9880"/>
                    <a:pt x="22605" y="8675"/>
                  </a:cubicBezTo>
                  <a:lnTo>
                    <a:pt x="22605" y="8627"/>
                  </a:lnTo>
                  <a:cubicBezTo>
                    <a:pt x="22605" y="7422"/>
                    <a:pt x="21617" y="6434"/>
                    <a:pt x="20412" y="6434"/>
                  </a:cubicBezTo>
                  <a:lnTo>
                    <a:pt x="18267" y="6434"/>
                  </a:lnTo>
                  <a:lnTo>
                    <a:pt x="182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6144879" y="766705"/>
              <a:ext cx="584789" cy="211439"/>
            </a:xfrm>
            <a:custGeom>
              <a:avLst/>
              <a:gdLst/>
              <a:ahLst/>
              <a:cxnLst/>
              <a:rect l="l" t="t" r="r" b="b"/>
              <a:pathLst>
                <a:path w="10532" h="3808" extrusionOk="0">
                  <a:moveTo>
                    <a:pt x="4603" y="0"/>
                  </a:moveTo>
                  <a:cubicBezTo>
                    <a:pt x="3398" y="0"/>
                    <a:pt x="2410" y="988"/>
                    <a:pt x="2410" y="2193"/>
                  </a:cubicBezTo>
                  <a:lnTo>
                    <a:pt x="2410" y="3687"/>
                  </a:lnTo>
                  <a:lnTo>
                    <a:pt x="0" y="3687"/>
                  </a:lnTo>
                  <a:lnTo>
                    <a:pt x="0" y="3808"/>
                  </a:lnTo>
                  <a:lnTo>
                    <a:pt x="10531" y="3808"/>
                  </a:lnTo>
                  <a:lnTo>
                    <a:pt x="10531" y="3687"/>
                  </a:lnTo>
                  <a:lnTo>
                    <a:pt x="6844" y="3687"/>
                  </a:lnTo>
                  <a:lnTo>
                    <a:pt x="6844" y="2193"/>
                  </a:lnTo>
                  <a:cubicBezTo>
                    <a:pt x="6844" y="988"/>
                    <a:pt x="5856" y="0"/>
                    <a:pt x="4651" y="0"/>
                  </a:cubicBezTo>
                  <a:close/>
                </a:path>
              </a:pathLst>
            </a:custGeom>
            <a:solidFill>
              <a:srgbClr val="FCD1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5689953" y="766705"/>
              <a:ext cx="1423717" cy="1220328"/>
            </a:xfrm>
            <a:custGeom>
              <a:avLst/>
              <a:gdLst/>
              <a:ahLst/>
              <a:cxnLst/>
              <a:rect l="l" t="t" r="r" b="b"/>
              <a:pathLst>
                <a:path w="25641" h="21978" extrusionOk="0">
                  <a:moveTo>
                    <a:pt x="12796" y="0"/>
                  </a:moveTo>
                  <a:cubicBezTo>
                    <a:pt x="11591" y="0"/>
                    <a:pt x="10603" y="988"/>
                    <a:pt x="10603" y="2193"/>
                  </a:cubicBezTo>
                  <a:lnTo>
                    <a:pt x="10603" y="3687"/>
                  </a:lnTo>
                  <a:lnTo>
                    <a:pt x="3808" y="3687"/>
                  </a:lnTo>
                  <a:lnTo>
                    <a:pt x="3808" y="10724"/>
                  </a:lnTo>
                  <a:lnTo>
                    <a:pt x="2193" y="10724"/>
                  </a:lnTo>
                  <a:cubicBezTo>
                    <a:pt x="988" y="10724"/>
                    <a:pt x="0" y="11712"/>
                    <a:pt x="0" y="12916"/>
                  </a:cubicBezTo>
                  <a:lnTo>
                    <a:pt x="0" y="12965"/>
                  </a:lnTo>
                  <a:cubicBezTo>
                    <a:pt x="0" y="14169"/>
                    <a:pt x="988" y="15157"/>
                    <a:pt x="2193" y="15157"/>
                  </a:cubicBezTo>
                  <a:lnTo>
                    <a:pt x="3808" y="15157"/>
                  </a:lnTo>
                  <a:lnTo>
                    <a:pt x="3808" y="21977"/>
                  </a:lnTo>
                  <a:lnTo>
                    <a:pt x="22074" y="21977"/>
                  </a:lnTo>
                  <a:lnTo>
                    <a:pt x="22074" y="15157"/>
                  </a:lnTo>
                  <a:lnTo>
                    <a:pt x="23447" y="15157"/>
                  </a:lnTo>
                  <a:cubicBezTo>
                    <a:pt x="24652" y="15157"/>
                    <a:pt x="25640" y="14169"/>
                    <a:pt x="25640" y="12965"/>
                  </a:cubicBezTo>
                  <a:lnTo>
                    <a:pt x="25640" y="12916"/>
                  </a:lnTo>
                  <a:cubicBezTo>
                    <a:pt x="25640" y="11712"/>
                    <a:pt x="24652" y="10724"/>
                    <a:pt x="23447" y="10724"/>
                  </a:cubicBezTo>
                  <a:lnTo>
                    <a:pt x="22074" y="10724"/>
                  </a:lnTo>
                  <a:lnTo>
                    <a:pt x="22074" y="3687"/>
                  </a:lnTo>
                  <a:lnTo>
                    <a:pt x="15037" y="3687"/>
                  </a:lnTo>
                  <a:lnTo>
                    <a:pt x="15037" y="2193"/>
                  </a:lnTo>
                  <a:cubicBezTo>
                    <a:pt x="15037" y="988"/>
                    <a:pt x="14049" y="0"/>
                    <a:pt x="128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6455326" y="1032953"/>
              <a:ext cx="963414" cy="898672"/>
            </a:xfrm>
            <a:custGeom>
              <a:avLst/>
              <a:gdLst/>
              <a:ahLst/>
              <a:cxnLst/>
              <a:rect l="l" t="t" r="r" b="b"/>
              <a:pathLst>
                <a:path w="17351" h="16185" extrusionOk="0">
                  <a:moveTo>
                    <a:pt x="8675" y="1"/>
                  </a:moveTo>
                  <a:cubicBezTo>
                    <a:pt x="8464" y="1"/>
                    <a:pt x="8254" y="121"/>
                    <a:pt x="8169" y="362"/>
                  </a:cubicBezTo>
                  <a:lnTo>
                    <a:pt x="6410" y="5254"/>
                  </a:lnTo>
                  <a:cubicBezTo>
                    <a:pt x="6338" y="5447"/>
                    <a:pt x="6145" y="5591"/>
                    <a:pt x="5928" y="5615"/>
                  </a:cubicBezTo>
                  <a:lnTo>
                    <a:pt x="723" y="5760"/>
                  </a:lnTo>
                  <a:cubicBezTo>
                    <a:pt x="217" y="5784"/>
                    <a:pt x="0" y="6410"/>
                    <a:pt x="410" y="6724"/>
                  </a:cubicBezTo>
                  <a:lnTo>
                    <a:pt x="4506" y="9929"/>
                  </a:lnTo>
                  <a:cubicBezTo>
                    <a:pt x="4699" y="10049"/>
                    <a:pt x="4771" y="10290"/>
                    <a:pt x="4699" y="10507"/>
                  </a:cubicBezTo>
                  <a:lnTo>
                    <a:pt x="3253" y="15495"/>
                  </a:lnTo>
                  <a:cubicBezTo>
                    <a:pt x="3141" y="15869"/>
                    <a:pt x="3449" y="16184"/>
                    <a:pt x="3783" y="16184"/>
                  </a:cubicBezTo>
                  <a:cubicBezTo>
                    <a:pt x="3881" y="16184"/>
                    <a:pt x="3980" y="16157"/>
                    <a:pt x="4073" y="16098"/>
                  </a:cubicBezTo>
                  <a:lnTo>
                    <a:pt x="8362" y="13158"/>
                  </a:lnTo>
                  <a:cubicBezTo>
                    <a:pt x="8458" y="13098"/>
                    <a:pt x="8567" y="13067"/>
                    <a:pt x="8675" y="13067"/>
                  </a:cubicBezTo>
                  <a:cubicBezTo>
                    <a:pt x="8784" y="13067"/>
                    <a:pt x="8892" y="13098"/>
                    <a:pt x="8989" y="13158"/>
                  </a:cubicBezTo>
                  <a:lnTo>
                    <a:pt x="13278" y="16098"/>
                  </a:lnTo>
                  <a:cubicBezTo>
                    <a:pt x="13370" y="16157"/>
                    <a:pt x="13470" y="16184"/>
                    <a:pt x="13567" y="16184"/>
                  </a:cubicBezTo>
                  <a:cubicBezTo>
                    <a:pt x="13902" y="16184"/>
                    <a:pt x="14209" y="15869"/>
                    <a:pt x="14097" y="15495"/>
                  </a:cubicBezTo>
                  <a:lnTo>
                    <a:pt x="12651" y="10507"/>
                  </a:lnTo>
                  <a:cubicBezTo>
                    <a:pt x="12579" y="10290"/>
                    <a:pt x="12651" y="10049"/>
                    <a:pt x="12844" y="9929"/>
                  </a:cubicBezTo>
                  <a:lnTo>
                    <a:pt x="16941" y="6724"/>
                  </a:lnTo>
                  <a:cubicBezTo>
                    <a:pt x="17350" y="6410"/>
                    <a:pt x="17134" y="5784"/>
                    <a:pt x="16627" y="5760"/>
                  </a:cubicBezTo>
                  <a:lnTo>
                    <a:pt x="11422" y="5615"/>
                  </a:lnTo>
                  <a:cubicBezTo>
                    <a:pt x="11206" y="5591"/>
                    <a:pt x="11013" y="5447"/>
                    <a:pt x="10940" y="5254"/>
                  </a:cubicBezTo>
                  <a:lnTo>
                    <a:pt x="9181" y="362"/>
                  </a:lnTo>
                  <a:cubicBezTo>
                    <a:pt x="9097" y="121"/>
                    <a:pt x="8886" y="1"/>
                    <a:pt x="8675" y="1"/>
                  </a:cubicBez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6915582" y="766705"/>
              <a:ext cx="1014275" cy="1220328"/>
            </a:xfrm>
            <a:custGeom>
              <a:avLst/>
              <a:gdLst/>
              <a:ahLst/>
              <a:cxnLst/>
              <a:rect l="l" t="t" r="r" b="b"/>
              <a:pathLst>
                <a:path w="18267" h="21978" extrusionOk="0">
                  <a:moveTo>
                    <a:pt x="8628" y="0"/>
                  </a:moveTo>
                  <a:cubicBezTo>
                    <a:pt x="7399" y="0"/>
                    <a:pt x="6411" y="988"/>
                    <a:pt x="6411" y="2193"/>
                  </a:cubicBezTo>
                  <a:lnTo>
                    <a:pt x="6411" y="3687"/>
                  </a:lnTo>
                  <a:lnTo>
                    <a:pt x="1" y="3687"/>
                  </a:lnTo>
                  <a:lnTo>
                    <a:pt x="1" y="21977"/>
                  </a:lnTo>
                  <a:lnTo>
                    <a:pt x="8314" y="21977"/>
                  </a:lnTo>
                  <a:lnTo>
                    <a:pt x="8314" y="20724"/>
                  </a:lnTo>
                  <a:cubicBezTo>
                    <a:pt x="8314" y="19519"/>
                    <a:pt x="9302" y="18531"/>
                    <a:pt x="10531" y="18531"/>
                  </a:cubicBezTo>
                  <a:lnTo>
                    <a:pt x="10580" y="18531"/>
                  </a:lnTo>
                  <a:cubicBezTo>
                    <a:pt x="11784" y="18531"/>
                    <a:pt x="12772" y="19519"/>
                    <a:pt x="12772" y="20724"/>
                  </a:cubicBezTo>
                  <a:lnTo>
                    <a:pt x="12772" y="21977"/>
                  </a:lnTo>
                  <a:lnTo>
                    <a:pt x="18267" y="21977"/>
                  </a:lnTo>
                  <a:lnTo>
                    <a:pt x="18267" y="15157"/>
                  </a:lnTo>
                  <a:lnTo>
                    <a:pt x="15929" y="15157"/>
                  </a:lnTo>
                  <a:cubicBezTo>
                    <a:pt x="14700" y="15157"/>
                    <a:pt x="13712" y="14169"/>
                    <a:pt x="13712" y="12965"/>
                  </a:cubicBezTo>
                  <a:lnTo>
                    <a:pt x="13712" y="12916"/>
                  </a:lnTo>
                  <a:cubicBezTo>
                    <a:pt x="13712" y="11712"/>
                    <a:pt x="14700" y="10724"/>
                    <a:pt x="15929" y="10724"/>
                  </a:cubicBezTo>
                  <a:lnTo>
                    <a:pt x="18267" y="10724"/>
                  </a:lnTo>
                  <a:lnTo>
                    <a:pt x="18267" y="3687"/>
                  </a:lnTo>
                  <a:lnTo>
                    <a:pt x="10869" y="3687"/>
                  </a:lnTo>
                  <a:lnTo>
                    <a:pt x="10869" y="2193"/>
                  </a:lnTo>
                  <a:cubicBezTo>
                    <a:pt x="10869" y="988"/>
                    <a:pt x="9881" y="0"/>
                    <a:pt x="86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7881682" y="1363278"/>
              <a:ext cx="277014" cy="242589"/>
            </a:xfrm>
            <a:custGeom>
              <a:avLst/>
              <a:gdLst/>
              <a:ahLst/>
              <a:cxnLst/>
              <a:rect l="l" t="t" r="r" b="b"/>
              <a:pathLst>
                <a:path w="4989" h="4369" extrusionOk="0">
                  <a:moveTo>
                    <a:pt x="2495" y="0"/>
                  </a:moveTo>
                  <a:cubicBezTo>
                    <a:pt x="2140" y="0"/>
                    <a:pt x="1780" y="87"/>
                    <a:pt x="1446" y="269"/>
                  </a:cubicBezTo>
                  <a:cubicBezTo>
                    <a:pt x="386" y="847"/>
                    <a:pt x="0" y="2172"/>
                    <a:pt x="554" y="3233"/>
                  </a:cubicBezTo>
                  <a:cubicBezTo>
                    <a:pt x="951" y="3959"/>
                    <a:pt x="1709" y="4369"/>
                    <a:pt x="2488" y="4369"/>
                  </a:cubicBezTo>
                  <a:cubicBezTo>
                    <a:pt x="2846" y="4369"/>
                    <a:pt x="3209" y="4282"/>
                    <a:pt x="3543" y="4100"/>
                  </a:cubicBezTo>
                  <a:cubicBezTo>
                    <a:pt x="4603" y="3522"/>
                    <a:pt x="4988" y="2197"/>
                    <a:pt x="4410" y="1136"/>
                  </a:cubicBezTo>
                  <a:cubicBezTo>
                    <a:pt x="4014" y="410"/>
                    <a:pt x="3267" y="0"/>
                    <a:pt x="24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5577568" y="1379048"/>
              <a:ext cx="298391" cy="264577"/>
            </a:xfrm>
            <a:custGeom>
              <a:avLst/>
              <a:gdLst/>
              <a:ahLst/>
              <a:cxnLst/>
              <a:rect l="l" t="t" r="r" b="b"/>
              <a:pathLst>
                <a:path w="5374" h="4765" extrusionOk="0">
                  <a:moveTo>
                    <a:pt x="2698" y="0"/>
                  </a:moveTo>
                  <a:cubicBezTo>
                    <a:pt x="1738" y="0"/>
                    <a:pt x="836" y="576"/>
                    <a:pt x="482" y="1527"/>
                  </a:cubicBezTo>
                  <a:cubicBezTo>
                    <a:pt x="0" y="2756"/>
                    <a:pt x="602" y="4129"/>
                    <a:pt x="1831" y="4611"/>
                  </a:cubicBezTo>
                  <a:cubicBezTo>
                    <a:pt x="2110" y="4715"/>
                    <a:pt x="2395" y="4764"/>
                    <a:pt x="2676" y="4764"/>
                  </a:cubicBezTo>
                  <a:cubicBezTo>
                    <a:pt x="3637" y="4764"/>
                    <a:pt x="4543" y="4189"/>
                    <a:pt x="4916" y="3238"/>
                  </a:cubicBezTo>
                  <a:cubicBezTo>
                    <a:pt x="5374" y="2009"/>
                    <a:pt x="4771" y="635"/>
                    <a:pt x="3542" y="153"/>
                  </a:cubicBezTo>
                  <a:cubicBezTo>
                    <a:pt x="3264" y="50"/>
                    <a:pt x="2979" y="0"/>
                    <a:pt x="2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9"/>
            <p:cNvSpPr/>
            <p:nvPr/>
          </p:nvSpPr>
          <p:spPr>
            <a:xfrm>
              <a:off x="6455326" y="1032953"/>
              <a:ext cx="963414" cy="898672"/>
            </a:xfrm>
            <a:custGeom>
              <a:avLst/>
              <a:gdLst/>
              <a:ahLst/>
              <a:cxnLst/>
              <a:rect l="l" t="t" r="r" b="b"/>
              <a:pathLst>
                <a:path w="17351" h="16185" extrusionOk="0">
                  <a:moveTo>
                    <a:pt x="8675" y="1"/>
                  </a:moveTo>
                  <a:cubicBezTo>
                    <a:pt x="8464" y="1"/>
                    <a:pt x="8254" y="121"/>
                    <a:pt x="8169" y="362"/>
                  </a:cubicBezTo>
                  <a:lnTo>
                    <a:pt x="6410" y="5254"/>
                  </a:lnTo>
                  <a:cubicBezTo>
                    <a:pt x="6338" y="5447"/>
                    <a:pt x="6145" y="5591"/>
                    <a:pt x="5928" y="5615"/>
                  </a:cubicBezTo>
                  <a:lnTo>
                    <a:pt x="723" y="5760"/>
                  </a:lnTo>
                  <a:cubicBezTo>
                    <a:pt x="217" y="5784"/>
                    <a:pt x="0" y="6410"/>
                    <a:pt x="410" y="6724"/>
                  </a:cubicBezTo>
                  <a:lnTo>
                    <a:pt x="4506" y="9929"/>
                  </a:lnTo>
                  <a:cubicBezTo>
                    <a:pt x="4699" y="10049"/>
                    <a:pt x="4771" y="10290"/>
                    <a:pt x="4699" y="10507"/>
                  </a:cubicBezTo>
                  <a:lnTo>
                    <a:pt x="3253" y="15495"/>
                  </a:lnTo>
                  <a:cubicBezTo>
                    <a:pt x="3141" y="15869"/>
                    <a:pt x="3449" y="16184"/>
                    <a:pt x="3783" y="16184"/>
                  </a:cubicBezTo>
                  <a:cubicBezTo>
                    <a:pt x="3881" y="16184"/>
                    <a:pt x="3980" y="16157"/>
                    <a:pt x="4073" y="16098"/>
                  </a:cubicBezTo>
                  <a:lnTo>
                    <a:pt x="8362" y="13158"/>
                  </a:lnTo>
                  <a:cubicBezTo>
                    <a:pt x="8458" y="13098"/>
                    <a:pt x="8567" y="13067"/>
                    <a:pt x="8675" y="13067"/>
                  </a:cubicBezTo>
                  <a:cubicBezTo>
                    <a:pt x="8784" y="13067"/>
                    <a:pt x="8892" y="13098"/>
                    <a:pt x="8989" y="13158"/>
                  </a:cubicBezTo>
                  <a:lnTo>
                    <a:pt x="13278" y="16098"/>
                  </a:lnTo>
                  <a:cubicBezTo>
                    <a:pt x="13370" y="16157"/>
                    <a:pt x="13470" y="16184"/>
                    <a:pt x="13567" y="16184"/>
                  </a:cubicBezTo>
                  <a:cubicBezTo>
                    <a:pt x="13902" y="16184"/>
                    <a:pt x="14209" y="15869"/>
                    <a:pt x="14097" y="15495"/>
                  </a:cubicBezTo>
                  <a:lnTo>
                    <a:pt x="12651" y="10507"/>
                  </a:lnTo>
                  <a:cubicBezTo>
                    <a:pt x="12579" y="10290"/>
                    <a:pt x="12651" y="10049"/>
                    <a:pt x="12844" y="9929"/>
                  </a:cubicBezTo>
                  <a:lnTo>
                    <a:pt x="16941" y="6724"/>
                  </a:lnTo>
                  <a:cubicBezTo>
                    <a:pt x="17350" y="6410"/>
                    <a:pt x="17134" y="5784"/>
                    <a:pt x="16627" y="5760"/>
                  </a:cubicBezTo>
                  <a:lnTo>
                    <a:pt x="11422" y="5615"/>
                  </a:lnTo>
                  <a:cubicBezTo>
                    <a:pt x="11206" y="5591"/>
                    <a:pt x="11013" y="5447"/>
                    <a:pt x="10940" y="5254"/>
                  </a:cubicBezTo>
                  <a:lnTo>
                    <a:pt x="9181" y="362"/>
                  </a:lnTo>
                  <a:cubicBezTo>
                    <a:pt x="9097" y="121"/>
                    <a:pt x="8886" y="1"/>
                    <a:pt x="8675" y="1"/>
                  </a:cubicBez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9"/>
            <p:cNvSpPr/>
            <p:nvPr/>
          </p:nvSpPr>
          <p:spPr>
            <a:xfrm>
              <a:off x="5601611" y="1445069"/>
              <a:ext cx="101777" cy="105775"/>
            </a:xfrm>
            <a:custGeom>
              <a:avLst/>
              <a:gdLst/>
              <a:ahLst/>
              <a:cxnLst/>
              <a:rect l="l" t="t" r="r" b="b"/>
              <a:pathLst>
                <a:path w="1833" h="1905" extrusionOk="0">
                  <a:moveTo>
                    <a:pt x="242" y="1"/>
                  </a:moveTo>
                  <a:lnTo>
                    <a:pt x="1" y="1904"/>
                  </a:lnTo>
                  <a:lnTo>
                    <a:pt x="1" y="1904"/>
                  </a:lnTo>
                  <a:lnTo>
                    <a:pt x="1688" y="1760"/>
                  </a:lnTo>
                  <a:lnTo>
                    <a:pt x="1832" y="483"/>
                  </a:lnTo>
                  <a:lnTo>
                    <a:pt x="242" y="1"/>
                  </a:ln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4983938" y="1495930"/>
              <a:ext cx="53582" cy="107663"/>
            </a:xfrm>
            <a:custGeom>
              <a:avLst/>
              <a:gdLst/>
              <a:ahLst/>
              <a:cxnLst/>
              <a:rect l="l" t="t" r="r" b="b"/>
              <a:pathLst>
                <a:path w="965" h="1939" extrusionOk="0">
                  <a:moveTo>
                    <a:pt x="386" y="0"/>
                  </a:moveTo>
                  <a:lnTo>
                    <a:pt x="0" y="1904"/>
                  </a:lnTo>
                  <a:cubicBezTo>
                    <a:pt x="0" y="1904"/>
                    <a:pt x="58" y="1939"/>
                    <a:pt x="143" y="1939"/>
                  </a:cubicBezTo>
                  <a:cubicBezTo>
                    <a:pt x="270" y="1939"/>
                    <a:pt x="458" y="1861"/>
                    <a:pt x="603" y="1470"/>
                  </a:cubicBezTo>
                  <a:cubicBezTo>
                    <a:pt x="868" y="844"/>
                    <a:pt x="964" y="555"/>
                    <a:pt x="964" y="555"/>
                  </a:cubicBezTo>
                  <a:lnTo>
                    <a:pt x="940" y="97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5908060" y="1279156"/>
              <a:ext cx="49528" cy="47640"/>
            </a:xfrm>
            <a:custGeom>
              <a:avLst/>
              <a:gdLst/>
              <a:ahLst/>
              <a:cxnLst/>
              <a:rect l="l" t="t" r="r" b="b"/>
              <a:pathLst>
                <a:path w="892" h="858" extrusionOk="0">
                  <a:moveTo>
                    <a:pt x="72" y="0"/>
                  </a:moveTo>
                  <a:lnTo>
                    <a:pt x="0" y="772"/>
                  </a:lnTo>
                  <a:cubicBezTo>
                    <a:pt x="0" y="772"/>
                    <a:pt x="187" y="858"/>
                    <a:pt x="376" y="858"/>
                  </a:cubicBezTo>
                  <a:cubicBezTo>
                    <a:pt x="533" y="858"/>
                    <a:pt x="692" y="798"/>
                    <a:pt x="747" y="579"/>
                  </a:cubicBezTo>
                  <a:cubicBezTo>
                    <a:pt x="892" y="121"/>
                    <a:pt x="72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9"/>
            <p:cNvSpPr/>
            <p:nvPr/>
          </p:nvSpPr>
          <p:spPr>
            <a:xfrm>
              <a:off x="5175282" y="1058384"/>
              <a:ext cx="107052" cy="89673"/>
            </a:xfrm>
            <a:custGeom>
              <a:avLst/>
              <a:gdLst/>
              <a:ahLst/>
              <a:cxnLst/>
              <a:rect l="l" t="t" r="r" b="b"/>
              <a:pathLst>
                <a:path w="1928" h="1615" extrusionOk="0">
                  <a:moveTo>
                    <a:pt x="338" y="0"/>
                  </a:moveTo>
                  <a:lnTo>
                    <a:pt x="338" y="0"/>
                  </a:lnTo>
                  <a:cubicBezTo>
                    <a:pt x="337" y="0"/>
                    <a:pt x="0" y="241"/>
                    <a:pt x="482" y="747"/>
                  </a:cubicBezTo>
                  <a:cubicBezTo>
                    <a:pt x="940" y="1229"/>
                    <a:pt x="1157" y="1470"/>
                    <a:pt x="1157" y="1470"/>
                  </a:cubicBezTo>
                  <a:lnTo>
                    <a:pt x="1567" y="1615"/>
                  </a:lnTo>
                  <a:lnTo>
                    <a:pt x="1928" y="11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9"/>
            <p:cNvSpPr/>
            <p:nvPr/>
          </p:nvSpPr>
          <p:spPr>
            <a:xfrm>
              <a:off x="5025417" y="1115909"/>
              <a:ext cx="448253" cy="630264"/>
            </a:xfrm>
            <a:custGeom>
              <a:avLst/>
              <a:gdLst/>
              <a:ahLst/>
              <a:cxnLst/>
              <a:rect l="l" t="t" r="r" b="b"/>
              <a:pathLst>
                <a:path w="8073" h="11351" extrusionOk="0">
                  <a:moveTo>
                    <a:pt x="3470" y="1"/>
                  </a:moveTo>
                  <a:cubicBezTo>
                    <a:pt x="3470" y="1"/>
                    <a:pt x="1422" y="3784"/>
                    <a:pt x="1591" y="4266"/>
                  </a:cubicBezTo>
                  <a:cubicBezTo>
                    <a:pt x="1735" y="4700"/>
                    <a:pt x="4217" y="5832"/>
                    <a:pt x="4579" y="6483"/>
                  </a:cubicBezTo>
                  <a:cubicBezTo>
                    <a:pt x="4820" y="6965"/>
                    <a:pt x="4386" y="9302"/>
                    <a:pt x="4386" y="9302"/>
                  </a:cubicBezTo>
                  <a:cubicBezTo>
                    <a:pt x="4386" y="9302"/>
                    <a:pt x="3253" y="8097"/>
                    <a:pt x="2675" y="7784"/>
                  </a:cubicBezTo>
                  <a:cubicBezTo>
                    <a:pt x="2121" y="7471"/>
                    <a:pt x="121" y="6941"/>
                    <a:pt x="121" y="6941"/>
                  </a:cubicBezTo>
                  <a:lnTo>
                    <a:pt x="0" y="7929"/>
                  </a:lnTo>
                  <a:lnTo>
                    <a:pt x="5013" y="11278"/>
                  </a:lnTo>
                  <a:cubicBezTo>
                    <a:pt x="5083" y="11328"/>
                    <a:pt x="5162" y="11350"/>
                    <a:pt x="5239" y="11350"/>
                  </a:cubicBezTo>
                  <a:cubicBezTo>
                    <a:pt x="5428" y="11350"/>
                    <a:pt x="5612" y="11218"/>
                    <a:pt x="5663" y="11013"/>
                  </a:cubicBezTo>
                  <a:lnTo>
                    <a:pt x="6169" y="8218"/>
                  </a:lnTo>
                  <a:lnTo>
                    <a:pt x="6362" y="6145"/>
                  </a:lnTo>
                  <a:lnTo>
                    <a:pt x="8073" y="5567"/>
                  </a:lnTo>
                  <a:cubicBezTo>
                    <a:pt x="7736" y="5206"/>
                    <a:pt x="6579" y="4820"/>
                    <a:pt x="6507" y="4772"/>
                  </a:cubicBezTo>
                  <a:lnTo>
                    <a:pt x="3181" y="3784"/>
                  </a:lnTo>
                  <a:cubicBezTo>
                    <a:pt x="3277" y="3591"/>
                    <a:pt x="3567" y="2989"/>
                    <a:pt x="3639" y="2796"/>
                  </a:cubicBezTo>
                  <a:cubicBezTo>
                    <a:pt x="3976" y="1639"/>
                    <a:pt x="4314" y="507"/>
                    <a:pt x="4314" y="507"/>
                  </a:cubicBezTo>
                  <a:lnTo>
                    <a:pt x="34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5524041" y="1272438"/>
              <a:ext cx="388064" cy="186897"/>
            </a:xfrm>
            <a:custGeom>
              <a:avLst/>
              <a:gdLst/>
              <a:ahLst/>
              <a:cxnLst/>
              <a:rect l="l" t="t" r="r" b="b"/>
              <a:pathLst>
                <a:path w="6989" h="3366" extrusionOk="0">
                  <a:moveTo>
                    <a:pt x="4049" y="1"/>
                  </a:moveTo>
                  <a:cubicBezTo>
                    <a:pt x="3832" y="1"/>
                    <a:pt x="3711" y="25"/>
                    <a:pt x="3591" y="97"/>
                  </a:cubicBezTo>
                  <a:lnTo>
                    <a:pt x="1591" y="1278"/>
                  </a:lnTo>
                  <a:lnTo>
                    <a:pt x="0" y="2194"/>
                  </a:lnTo>
                  <a:cubicBezTo>
                    <a:pt x="435" y="2767"/>
                    <a:pt x="556" y="3366"/>
                    <a:pt x="1050" y="3366"/>
                  </a:cubicBezTo>
                  <a:cubicBezTo>
                    <a:pt x="1242" y="3366"/>
                    <a:pt x="1489" y="3276"/>
                    <a:pt x="1832" y="3061"/>
                  </a:cubicBezTo>
                  <a:cubicBezTo>
                    <a:pt x="2844" y="2411"/>
                    <a:pt x="3711" y="1350"/>
                    <a:pt x="4024" y="1254"/>
                  </a:cubicBezTo>
                  <a:cubicBezTo>
                    <a:pt x="4314" y="1134"/>
                    <a:pt x="6868" y="989"/>
                    <a:pt x="6868" y="989"/>
                  </a:cubicBezTo>
                  <a:lnTo>
                    <a:pt x="6988" y="121"/>
                  </a:lnTo>
                  <a:lnTo>
                    <a:pt x="40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9"/>
            <p:cNvSpPr/>
            <p:nvPr/>
          </p:nvSpPr>
          <p:spPr>
            <a:xfrm>
              <a:off x="5889292" y="1269772"/>
              <a:ext cx="34870" cy="70961"/>
            </a:xfrm>
            <a:custGeom>
              <a:avLst/>
              <a:gdLst/>
              <a:ahLst/>
              <a:cxnLst/>
              <a:rect l="l" t="t" r="r" b="b"/>
              <a:pathLst>
                <a:path w="628" h="1278" extrusionOk="0">
                  <a:moveTo>
                    <a:pt x="145" y="1"/>
                  </a:moveTo>
                  <a:lnTo>
                    <a:pt x="1" y="1206"/>
                  </a:lnTo>
                  <a:lnTo>
                    <a:pt x="483" y="1278"/>
                  </a:lnTo>
                  <a:lnTo>
                    <a:pt x="627" y="49"/>
                  </a:lnTo>
                  <a:lnTo>
                    <a:pt x="1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9"/>
            <p:cNvSpPr/>
            <p:nvPr/>
          </p:nvSpPr>
          <p:spPr>
            <a:xfrm>
              <a:off x="5863861" y="1723588"/>
              <a:ext cx="46641" cy="45364"/>
            </a:xfrm>
            <a:custGeom>
              <a:avLst/>
              <a:gdLst/>
              <a:ahLst/>
              <a:cxnLst/>
              <a:rect l="l" t="t" r="r" b="b"/>
              <a:pathLst>
                <a:path w="840" h="817" extrusionOk="0">
                  <a:moveTo>
                    <a:pt x="312" y="1"/>
                  </a:moveTo>
                  <a:cubicBezTo>
                    <a:pt x="192" y="1"/>
                    <a:pt x="97" y="21"/>
                    <a:pt x="97" y="21"/>
                  </a:cubicBezTo>
                  <a:lnTo>
                    <a:pt x="1" y="816"/>
                  </a:lnTo>
                  <a:cubicBezTo>
                    <a:pt x="1" y="816"/>
                    <a:pt x="8" y="816"/>
                    <a:pt x="21" y="816"/>
                  </a:cubicBezTo>
                  <a:cubicBezTo>
                    <a:pt x="147" y="816"/>
                    <a:pt x="840" y="796"/>
                    <a:pt x="796" y="358"/>
                  </a:cubicBezTo>
                  <a:cubicBezTo>
                    <a:pt x="781" y="57"/>
                    <a:pt x="512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9"/>
            <p:cNvSpPr/>
            <p:nvPr/>
          </p:nvSpPr>
          <p:spPr>
            <a:xfrm>
              <a:off x="5506606" y="1527969"/>
              <a:ext cx="361357" cy="240979"/>
            </a:xfrm>
            <a:custGeom>
              <a:avLst/>
              <a:gdLst/>
              <a:ahLst/>
              <a:cxnLst/>
              <a:rect l="l" t="t" r="r" b="b"/>
              <a:pathLst>
                <a:path w="6508" h="4340" extrusionOk="0">
                  <a:moveTo>
                    <a:pt x="1139" y="1"/>
                  </a:moveTo>
                  <a:cubicBezTo>
                    <a:pt x="728" y="1"/>
                    <a:pt x="498" y="508"/>
                    <a:pt x="1" y="941"/>
                  </a:cubicBezTo>
                  <a:lnTo>
                    <a:pt x="1399" y="2146"/>
                  </a:lnTo>
                  <a:lnTo>
                    <a:pt x="3109" y="3713"/>
                  </a:lnTo>
                  <a:cubicBezTo>
                    <a:pt x="3230" y="3785"/>
                    <a:pt x="3326" y="3857"/>
                    <a:pt x="3543" y="3905"/>
                  </a:cubicBezTo>
                  <a:lnTo>
                    <a:pt x="6435" y="4339"/>
                  </a:lnTo>
                  <a:lnTo>
                    <a:pt x="6507" y="3448"/>
                  </a:lnTo>
                  <a:cubicBezTo>
                    <a:pt x="6507" y="3448"/>
                    <a:pt x="4025" y="2821"/>
                    <a:pt x="3760" y="2652"/>
                  </a:cubicBezTo>
                  <a:cubicBezTo>
                    <a:pt x="3471" y="2508"/>
                    <a:pt x="2820" y="1303"/>
                    <a:pt x="1953" y="459"/>
                  </a:cubicBezTo>
                  <a:cubicBezTo>
                    <a:pt x="1598" y="129"/>
                    <a:pt x="1346" y="1"/>
                    <a:pt x="1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9"/>
            <p:cNvSpPr/>
            <p:nvPr/>
          </p:nvSpPr>
          <p:spPr>
            <a:xfrm>
              <a:off x="5847814" y="1707319"/>
              <a:ext cx="33537" cy="69628"/>
            </a:xfrm>
            <a:custGeom>
              <a:avLst/>
              <a:gdLst/>
              <a:ahLst/>
              <a:cxnLst/>
              <a:rect l="l" t="t" r="r" b="b"/>
              <a:pathLst>
                <a:path w="604" h="1254" extrusionOk="0">
                  <a:moveTo>
                    <a:pt x="97" y="1"/>
                  </a:moveTo>
                  <a:lnTo>
                    <a:pt x="1" y="1206"/>
                  </a:lnTo>
                  <a:lnTo>
                    <a:pt x="507" y="1254"/>
                  </a:lnTo>
                  <a:lnTo>
                    <a:pt x="603" y="25"/>
                  </a:lnTo>
                  <a:lnTo>
                    <a:pt x="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5360794" y="1380825"/>
              <a:ext cx="285065" cy="229707"/>
            </a:xfrm>
            <a:custGeom>
              <a:avLst/>
              <a:gdLst/>
              <a:ahLst/>
              <a:cxnLst/>
              <a:rect l="l" t="t" r="r" b="b"/>
              <a:pathLst>
                <a:path w="5134" h="4137" extrusionOk="0">
                  <a:moveTo>
                    <a:pt x="338" y="1"/>
                  </a:moveTo>
                  <a:lnTo>
                    <a:pt x="0" y="3447"/>
                  </a:lnTo>
                  <a:lnTo>
                    <a:pt x="3784" y="4122"/>
                  </a:lnTo>
                  <a:cubicBezTo>
                    <a:pt x="3839" y="4132"/>
                    <a:pt x="3893" y="4136"/>
                    <a:pt x="3947" y="4136"/>
                  </a:cubicBezTo>
                  <a:cubicBezTo>
                    <a:pt x="4409" y="4136"/>
                    <a:pt x="4803" y="3777"/>
                    <a:pt x="4868" y="3302"/>
                  </a:cubicBezTo>
                  <a:lnTo>
                    <a:pt x="5085" y="1037"/>
                  </a:lnTo>
                  <a:cubicBezTo>
                    <a:pt x="5133" y="483"/>
                    <a:pt x="4699" y="25"/>
                    <a:pt x="4169" y="25"/>
                  </a:cubicBezTo>
                  <a:lnTo>
                    <a:pt x="3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5339361" y="1466502"/>
              <a:ext cx="314494" cy="42865"/>
            </a:xfrm>
            <a:custGeom>
              <a:avLst/>
              <a:gdLst/>
              <a:ahLst/>
              <a:cxnLst/>
              <a:rect l="l" t="t" r="r" b="b"/>
              <a:pathLst>
                <a:path w="5664" h="772" extrusionOk="0">
                  <a:moveTo>
                    <a:pt x="25" y="0"/>
                  </a:moveTo>
                  <a:lnTo>
                    <a:pt x="1" y="241"/>
                  </a:lnTo>
                  <a:lnTo>
                    <a:pt x="5640" y="771"/>
                  </a:lnTo>
                  <a:lnTo>
                    <a:pt x="5664" y="53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5655138" y="1452898"/>
              <a:ext cx="137869" cy="112882"/>
            </a:xfrm>
            <a:custGeom>
              <a:avLst/>
              <a:gdLst/>
              <a:ahLst/>
              <a:cxnLst/>
              <a:rect l="l" t="t" r="r" b="b"/>
              <a:pathLst>
                <a:path w="2483" h="2033" extrusionOk="0">
                  <a:moveTo>
                    <a:pt x="1419" y="0"/>
                  </a:moveTo>
                  <a:cubicBezTo>
                    <a:pt x="850" y="0"/>
                    <a:pt x="117" y="373"/>
                    <a:pt x="49" y="896"/>
                  </a:cubicBezTo>
                  <a:cubicBezTo>
                    <a:pt x="1" y="1450"/>
                    <a:pt x="748" y="1980"/>
                    <a:pt x="1326" y="2028"/>
                  </a:cubicBezTo>
                  <a:cubicBezTo>
                    <a:pt x="1356" y="2031"/>
                    <a:pt x="1385" y="2032"/>
                    <a:pt x="1415" y="2032"/>
                  </a:cubicBezTo>
                  <a:cubicBezTo>
                    <a:pt x="1931" y="2032"/>
                    <a:pt x="2365" y="1637"/>
                    <a:pt x="2410" y="1113"/>
                  </a:cubicBezTo>
                  <a:cubicBezTo>
                    <a:pt x="2483" y="558"/>
                    <a:pt x="2073" y="52"/>
                    <a:pt x="1519" y="4"/>
                  </a:cubicBezTo>
                  <a:cubicBezTo>
                    <a:pt x="1486" y="1"/>
                    <a:pt x="1453" y="0"/>
                    <a:pt x="1419" y="0"/>
                  </a:cubicBezTo>
                  <a:close/>
                </a:path>
              </a:pathLst>
            </a:custGeom>
            <a:solidFill>
              <a:srgbClr val="F4A2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5647142" y="1415306"/>
              <a:ext cx="171239" cy="197558"/>
            </a:xfrm>
            <a:custGeom>
              <a:avLst/>
              <a:gdLst/>
              <a:ahLst/>
              <a:cxnLst/>
              <a:rect l="l" t="t" r="r" b="b"/>
              <a:pathLst>
                <a:path w="3084" h="3558" extrusionOk="0">
                  <a:moveTo>
                    <a:pt x="2121" y="0"/>
                  </a:moveTo>
                  <a:cubicBezTo>
                    <a:pt x="1822" y="0"/>
                    <a:pt x="964" y="537"/>
                    <a:pt x="964" y="537"/>
                  </a:cubicBezTo>
                  <a:lnTo>
                    <a:pt x="0" y="946"/>
                  </a:lnTo>
                  <a:cubicBezTo>
                    <a:pt x="0" y="946"/>
                    <a:pt x="491" y="879"/>
                    <a:pt x="931" y="879"/>
                  </a:cubicBezTo>
                  <a:cubicBezTo>
                    <a:pt x="1233" y="879"/>
                    <a:pt x="1512" y="911"/>
                    <a:pt x="1591" y="1019"/>
                  </a:cubicBezTo>
                  <a:cubicBezTo>
                    <a:pt x="1783" y="1284"/>
                    <a:pt x="1494" y="1500"/>
                    <a:pt x="1494" y="1500"/>
                  </a:cubicBezTo>
                  <a:cubicBezTo>
                    <a:pt x="1494" y="1500"/>
                    <a:pt x="1446" y="3332"/>
                    <a:pt x="1735" y="3549"/>
                  </a:cubicBezTo>
                  <a:cubicBezTo>
                    <a:pt x="1745" y="3555"/>
                    <a:pt x="1756" y="3557"/>
                    <a:pt x="1768" y="3557"/>
                  </a:cubicBezTo>
                  <a:cubicBezTo>
                    <a:pt x="2064" y="3557"/>
                    <a:pt x="3084" y="1972"/>
                    <a:pt x="3061" y="1717"/>
                  </a:cubicBezTo>
                  <a:cubicBezTo>
                    <a:pt x="3061" y="1428"/>
                    <a:pt x="2410" y="79"/>
                    <a:pt x="2169" y="6"/>
                  </a:cubicBezTo>
                  <a:cubicBezTo>
                    <a:pt x="2155" y="2"/>
                    <a:pt x="2139" y="0"/>
                    <a:pt x="2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8265701" y="1194868"/>
              <a:ext cx="441590" cy="444256"/>
            </a:xfrm>
            <a:custGeom>
              <a:avLst/>
              <a:gdLst/>
              <a:ahLst/>
              <a:cxnLst/>
              <a:rect l="l" t="t" r="r" b="b"/>
              <a:pathLst>
                <a:path w="7953" h="8001" extrusionOk="0">
                  <a:moveTo>
                    <a:pt x="3784" y="0"/>
                  </a:moveTo>
                  <a:lnTo>
                    <a:pt x="3205" y="289"/>
                  </a:lnTo>
                  <a:cubicBezTo>
                    <a:pt x="3205" y="289"/>
                    <a:pt x="3398" y="723"/>
                    <a:pt x="3639" y="1663"/>
                  </a:cubicBezTo>
                  <a:cubicBezTo>
                    <a:pt x="3808" y="2266"/>
                    <a:pt x="4169" y="2603"/>
                    <a:pt x="4266" y="2747"/>
                  </a:cubicBezTo>
                  <a:lnTo>
                    <a:pt x="1277" y="3398"/>
                  </a:lnTo>
                  <a:cubicBezTo>
                    <a:pt x="1205" y="3446"/>
                    <a:pt x="289" y="3735"/>
                    <a:pt x="0" y="4025"/>
                  </a:cubicBezTo>
                  <a:lnTo>
                    <a:pt x="1350" y="4482"/>
                  </a:lnTo>
                  <a:lnTo>
                    <a:pt x="1422" y="6073"/>
                  </a:lnTo>
                  <a:lnTo>
                    <a:pt x="3976" y="7784"/>
                  </a:lnTo>
                  <a:cubicBezTo>
                    <a:pt x="4193" y="7928"/>
                    <a:pt x="4434" y="8001"/>
                    <a:pt x="4699" y="8001"/>
                  </a:cubicBezTo>
                  <a:lnTo>
                    <a:pt x="7952" y="7928"/>
                  </a:lnTo>
                  <a:lnTo>
                    <a:pt x="7784" y="7206"/>
                  </a:lnTo>
                  <a:cubicBezTo>
                    <a:pt x="7784" y="7206"/>
                    <a:pt x="7061" y="7133"/>
                    <a:pt x="6097" y="6989"/>
                  </a:cubicBezTo>
                  <a:cubicBezTo>
                    <a:pt x="6001" y="6973"/>
                    <a:pt x="5894" y="6966"/>
                    <a:pt x="5784" y="6966"/>
                  </a:cubicBezTo>
                  <a:cubicBezTo>
                    <a:pt x="5231" y="6966"/>
                    <a:pt x="4579" y="7133"/>
                    <a:pt x="4579" y="7133"/>
                  </a:cubicBezTo>
                  <a:lnTo>
                    <a:pt x="2796" y="5157"/>
                  </a:lnTo>
                  <a:cubicBezTo>
                    <a:pt x="2723" y="5109"/>
                    <a:pt x="2651" y="4892"/>
                    <a:pt x="2796" y="4796"/>
                  </a:cubicBezTo>
                  <a:cubicBezTo>
                    <a:pt x="3302" y="4482"/>
                    <a:pt x="5085" y="3398"/>
                    <a:pt x="5205" y="3061"/>
                  </a:cubicBezTo>
                  <a:cubicBezTo>
                    <a:pt x="5350" y="2675"/>
                    <a:pt x="3784" y="0"/>
                    <a:pt x="3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8693863" y="1590936"/>
              <a:ext cx="41533" cy="87063"/>
            </a:xfrm>
            <a:custGeom>
              <a:avLst/>
              <a:gdLst/>
              <a:ahLst/>
              <a:cxnLst/>
              <a:rect l="l" t="t" r="r" b="b"/>
              <a:pathLst>
                <a:path w="748" h="1568" extrusionOk="0">
                  <a:moveTo>
                    <a:pt x="458" y="0"/>
                  </a:moveTo>
                  <a:lnTo>
                    <a:pt x="0" y="97"/>
                  </a:lnTo>
                  <a:cubicBezTo>
                    <a:pt x="0" y="97"/>
                    <a:pt x="49" y="675"/>
                    <a:pt x="241" y="1181"/>
                  </a:cubicBezTo>
                  <a:cubicBezTo>
                    <a:pt x="359" y="1505"/>
                    <a:pt x="522" y="1568"/>
                    <a:pt x="631" y="1568"/>
                  </a:cubicBezTo>
                  <a:cubicBezTo>
                    <a:pt x="700" y="1568"/>
                    <a:pt x="748" y="1542"/>
                    <a:pt x="748" y="1542"/>
                  </a:cubicBezTo>
                  <a:lnTo>
                    <a:pt x="4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7874963" y="1295203"/>
              <a:ext cx="38868" cy="38201"/>
            </a:xfrm>
            <a:custGeom>
              <a:avLst/>
              <a:gdLst/>
              <a:ahLst/>
              <a:cxnLst/>
              <a:rect l="l" t="t" r="r" b="b"/>
              <a:pathLst>
                <a:path w="700" h="688" extrusionOk="0">
                  <a:moveTo>
                    <a:pt x="651" y="1"/>
                  </a:moveTo>
                  <a:cubicBezTo>
                    <a:pt x="651" y="1"/>
                    <a:pt x="1" y="97"/>
                    <a:pt x="97" y="459"/>
                  </a:cubicBezTo>
                  <a:cubicBezTo>
                    <a:pt x="142" y="640"/>
                    <a:pt x="279" y="688"/>
                    <a:pt x="410" y="688"/>
                  </a:cubicBezTo>
                  <a:cubicBezTo>
                    <a:pt x="558" y="688"/>
                    <a:pt x="700" y="627"/>
                    <a:pt x="700" y="627"/>
                  </a:cubicBezTo>
                  <a:lnTo>
                    <a:pt x="651" y="1"/>
                  </a:ln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8431613" y="1142673"/>
              <a:ext cx="85675" cy="76347"/>
            </a:xfrm>
            <a:custGeom>
              <a:avLst/>
              <a:gdLst/>
              <a:ahLst/>
              <a:cxnLst/>
              <a:rect l="l" t="t" r="r" b="b"/>
              <a:pathLst>
                <a:path w="1543" h="1375" extrusionOk="0">
                  <a:moveTo>
                    <a:pt x="1278" y="1"/>
                  </a:moveTo>
                  <a:lnTo>
                    <a:pt x="0" y="916"/>
                  </a:lnTo>
                  <a:lnTo>
                    <a:pt x="265" y="1374"/>
                  </a:lnTo>
                  <a:cubicBezTo>
                    <a:pt x="265" y="1374"/>
                    <a:pt x="771" y="989"/>
                    <a:pt x="1157" y="603"/>
                  </a:cubicBezTo>
                  <a:cubicBezTo>
                    <a:pt x="1543" y="217"/>
                    <a:pt x="1278" y="1"/>
                    <a:pt x="1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7911111" y="1291206"/>
              <a:ext cx="309108" cy="151750"/>
            </a:xfrm>
            <a:custGeom>
              <a:avLst/>
              <a:gdLst/>
              <a:ahLst/>
              <a:cxnLst/>
              <a:rect l="l" t="t" r="r" b="b"/>
              <a:pathLst>
                <a:path w="5567" h="2733" extrusionOk="0">
                  <a:moveTo>
                    <a:pt x="2362" y="0"/>
                  </a:moveTo>
                  <a:lnTo>
                    <a:pt x="0" y="73"/>
                  </a:lnTo>
                  <a:lnTo>
                    <a:pt x="73" y="771"/>
                  </a:lnTo>
                  <a:cubicBezTo>
                    <a:pt x="73" y="771"/>
                    <a:pt x="2121" y="916"/>
                    <a:pt x="2362" y="1012"/>
                  </a:cubicBezTo>
                  <a:cubicBezTo>
                    <a:pt x="2603" y="1085"/>
                    <a:pt x="3278" y="1952"/>
                    <a:pt x="4097" y="2482"/>
                  </a:cubicBezTo>
                  <a:cubicBezTo>
                    <a:pt x="4370" y="2660"/>
                    <a:pt x="4565" y="2733"/>
                    <a:pt x="4717" y="2733"/>
                  </a:cubicBezTo>
                  <a:cubicBezTo>
                    <a:pt x="5101" y="2733"/>
                    <a:pt x="5204" y="2264"/>
                    <a:pt x="5567" y="1832"/>
                  </a:cubicBezTo>
                  <a:lnTo>
                    <a:pt x="4290" y="1085"/>
                  </a:lnTo>
                  <a:lnTo>
                    <a:pt x="2723" y="97"/>
                  </a:lnTo>
                  <a:cubicBezTo>
                    <a:pt x="2627" y="49"/>
                    <a:pt x="2531" y="0"/>
                    <a:pt x="2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7901727" y="1287208"/>
              <a:ext cx="26819" cy="56247"/>
            </a:xfrm>
            <a:custGeom>
              <a:avLst/>
              <a:gdLst/>
              <a:ahLst/>
              <a:cxnLst/>
              <a:rect l="l" t="t" r="r" b="b"/>
              <a:pathLst>
                <a:path w="483" h="1013" extrusionOk="0">
                  <a:moveTo>
                    <a:pt x="386" y="0"/>
                  </a:moveTo>
                  <a:lnTo>
                    <a:pt x="1" y="48"/>
                  </a:lnTo>
                  <a:lnTo>
                    <a:pt x="97" y="1012"/>
                  </a:lnTo>
                  <a:lnTo>
                    <a:pt x="483" y="988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7905725" y="1651459"/>
              <a:ext cx="37535" cy="35869"/>
            </a:xfrm>
            <a:custGeom>
              <a:avLst/>
              <a:gdLst/>
              <a:ahLst/>
              <a:cxnLst/>
              <a:rect l="l" t="t" r="r" b="b"/>
              <a:pathLst>
                <a:path w="676" h="646" extrusionOk="0">
                  <a:moveTo>
                    <a:pt x="427" y="1"/>
                  </a:moveTo>
                  <a:cubicBezTo>
                    <a:pt x="270" y="1"/>
                    <a:pt x="64" y="47"/>
                    <a:pt x="49" y="284"/>
                  </a:cubicBezTo>
                  <a:cubicBezTo>
                    <a:pt x="1" y="645"/>
                    <a:pt x="676" y="645"/>
                    <a:pt x="676" y="645"/>
                  </a:cubicBezTo>
                  <a:lnTo>
                    <a:pt x="603" y="19"/>
                  </a:lnTo>
                  <a:cubicBezTo>
                    <a:pt x="603" y="19"/>
                    <a:pt x="525" y="1"/>
                    <a:pt x="427" y="1"/>
                  </a:cubicBezTo>
                  <a:close/>
                </a:path>
              </a:pathLst>
            </a:custGeom>
            <a:solidFill>
              <a:srgbClr val="162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7940540" y="1498984"/>
              <a:ext cx="291728" cy="188341"/>
            </a:xfrm>
            <a:custGeom>
              <a:avLst/>
              <a:gdLst/>
              <a:ahLst/>
              <a:cxnLst/>
              <a:rect l="l" t="t" r="r" b="b"/>
              <a:pathLst>
                <a:path w="5254" h="3392" extrusionOk="0">
                  <a:moveTo>
                    <a:pt x="4346" y="1"/>
                  </a:moveTo>
                  <a:cubicBezTo>
                    <a:pt x="4179" y="1"/>
                    <a:pt x="3974" y="100"/>
                    <a:pt x="3687" y="355"/>
                  </a:cubicBezTo>
                  <a:cubicBezTo>
                    <a:pt x="2989" y="1006"/>
                    <a:pt x="2434" y="1969"/>
                    <a:pt x="2217" y="2090"/>
                  </a:cubicBezTo>
                  <a:cubicBezTo>
                    <a:pt x="2001" y="2210"/>
                    <a:pt x="0" y="2692"/>
                    <a:pt x="0" y="2692"/>
                  </a:cubicBezTo>
                  <a:lnTo>
                    <a:pt x="49" y="3391"/>
                  </a:lnTo>
                  <a:lnTo>
                    <a:pt x="2362" y="3078"/>
                  </a:lnTo>
                  <a:cubicBezTo>
                    <a:pt x="2531" y="3054"/>
                    <a:pt x="2627" y="3006"/>
                    <a:pt x="2724" y="2933"/>
                  </a:cubicBezTo>
                  <a:lnTo>
                    <a:pt x="4121" y="1704"/>
                  </a:lnTo>
                  <a:lnTo>
                    <a:pt x="5254" y="765"/>
                  </a:lnTo>
                  <a:cubicBezTo>
                    <a:pt x="4867" y="410"/>
                    <a:pt x="4685" y="1"/>
                    <a:pt x="4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7929823" y="1637744"/>
              <a:ext cx="25486" cy="56247"/>
            </a:xfrm>
            <a:custGeom>
              <a:avLst/>
              <a:gdLst/>
              <a:ahLst/>
              <a:cxnLst/>
              <a:rect l="l" t="t" r="r" b="b"/>
              <a:pathLst>
                <a:path w="459" h="1013" extrusionOk="0">
                  <a:moveTo>
                    <a:pt x="410" y="1"/>
                  </a:moveTo>
                  <a:lnTo>
                    <a:pt x="1" y="25"/>
                  </a:lnTo>
                  <a:lnTo>
                    <a:pt x="73" y="1013"/>
                  </a:lnTo>
                  <a:lnTo>
                    <a:pt x="459" y="989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8122554" y="1366110"/>
              <a:ext cx="299946" cy="206553"/>
            </a:xfrm>
            <a:custGeom>
              <a:avLst/>
              <a:gdLst/>
              <a:ahLst/>
              <a:cxnLst/>
              <a:rect l="l" t="t" r="r" b="b"/>
              <a:pathLst>
                <a:path w="5402" h="3720" extrusionOk="0">
                  <a:moveTo>
                    <a:pt x="604" y="0"/>
                  </a:moveTo>
                  <a:cubicBezTo>
                    <a:pt x="186" y="0"/>
                    <a:pt x="1" y="659"/>
                    <a:pt x="48" y="1085"/>
                  </a:cubicBezTo>
                  <a:lnTo>
                    <a:pt x="193" y="2893"/>
                  </a:lnTo>
                  <a:cubicBezTo>
                    <a:pt x="215" y="3296"/>
                    <a:pt x="529" y="3719"/>
                    <a:pt x="921" y="3719"/>
                  </a:cubicBezTo>
                  <a:cubicBezTo>
                    <a:pt x="951" y="3719"/>
                    <a:pt x="981" y="3717"/>
                    <a:pt x="1012" y="3712"/>
                  </a:cubicBezTo>
                  <a:lnTo>
                    <a:pt x="2819" y="2820"/>
                  </a:lnTo>
                  <a:cubicBezTo>
                    <a:pt x="2819" y="2820"/>
                    <a:pt x="4265" y="3302"/>
                    <a:pt x="4723" y="3519"/>
                  </a:cubicBezTo>
                  <a:cubicBezTo>
                    <a:pt x="4846" y="3575"/>
                    <a:pt x="4936" y="3601"/>
                    <a:pt x="5000" y="3601"/>
                  </a:cubicBezTo>
                  <a:cubicBezTo>
                    <a:pt x="5402" y="3601"/>
                    <a:pt x="4775" y="2588"/>
                    <a:pt x="4651" y="1736"/>
                  </a:cubicBezTo>
                  <a:cubicBezTo>
                    <a:pt x="4514" y="828"/>
                    <a:pt x="4998" y="113"/>
                    <a:pt x="4713" y="113"/>
                  </a:cubicBezTo>
                  <a:cubicBezTo>
                    <a:pt x="4695" y="113"/>
                    <a:pt x="4675" y="116"/>
                    <a:pt x="4651" y="121"/>
                  </a:cubicBezTo>
                  <a:cubicBezTo>
                    <a:pt x="3349" y="459"/>
                    <a:pt x="2699" y="772"/>
                    <a:pt x="2699" y="772"/>
                  </a:cubicBezTo>
                  <a:lnTo>
                    <a:pt x="626" y="1"/>
                  </a:lnTo>
                  <a:cubicBezTo>
                    <a:pt x="619" y="0"/>
                    <a:pt x="611" y="0"/>
                    <a:pt x="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8150595" y="1454452"/>
              <a:ext cx="239590" cy="34814"/>
            </a:xfrm>
            <a:custGeom>
              <a:avLst/>
              <a:gdLst/>
              <a:ahLst/>
              <a:cxnLst/>
              <a:rect l="l" t="t" r="r" b="b"/>
              <a:pathLst>
                <a:path w="4315" h="627" extrusionOk="0">
                  <a:moveTo>
                    <a:pt x="4290" y="0"/>
                  </a:moveTo>
                  <a:lnTo>
                    <a:pt x="1" y="386"/>
                  </a:lnTo>
                  <a:lnTo>
                    <a:pt x="25" y="627"/>
                  </a:lnTo>
                  <a:lnTo>
                    <a:pt x="4314" y="241"/>
                  </a:lnTo>
                  <a:lnTo>
                    <a:pt x="4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8068972" y="1445069"/>
              <a:ext cx="80345" cy="75014"/>
            </a:xfrm>
            <a:custGeom>
              <a:avLst/>
              <a:gdLst/>
              <a:ahLst/>
              <a:cxnLst/>
              <a:rect l="l" t="t" r="r" b="b"/>
              <a:pathLst>
                <a:path w="1447" h="1351" extrusionOk="0">
                  <a:moveTo>
                    <a:pt x="1447" y="1"/>
                  </a:moveTo>
                  <a:lnTo>
                    <a:pt x="459" y="217"/>
                  </a:lnTo>
                  <a:lnTo>
                    <a:pt x="1" y="1350"/>
                  </a:lnTo>
                  <a:lnTo>
                    <a:pt x="1374" y="1326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8003451" y="1439627"/>
              <a:ext cx="108385" cy="90062"/>
            </a:xfrm>
            <a:custGeom>
              <a:avLst/>
              <a:gdLst/>
              <a:ahLst/>
              <a:cxnLst/>
              <a:rect l="l" t="t" r="r" b="b"/>
              <a:pathLst>
                <a:path w="1952" h="1622" extrusionOk="0">
                  <a:moveTo>
                    <a:pt x="822" y="1"/>
                  </a:moveTo>
                  <a:cubicBezTo>
                    <a:pt x="805" y="1"/>
                    <a:pt x="788" y="1"/>
                    <a:pt x="771" y="2"/>
                  </a:cubicBezTo>
                  <a:cubicBezTo>
                    <a:pt x="337" y="50"/>
                    <a:pt x="0" y="436"/>
                    <a:pt x="24" y="870"/>
                  </a:cubicBezTo>
                  <a:cubicBezTo>
                    <a:pt x="69" y="1298"/>
                    <a:pt x="410" y="1621"/>
                    <a:pt x="829" y="1621"/>
                  </a:cubicBezTo>
                  <a:cubicBezTo>
                    <a:pt x="858" y="1621"/>
                    <a:pt x="887" y="1620"/>
                    <a:pt x="916" y="1617"/>
                  </a:cubicBezTo>
                  <a:cubicBezTo>
                    <a:pt x="1350" y="1593"/>
                    <a:pt x="1952" y="1183"/>
                    <a:pt x="1928" y="725"/>
                  </a:cubicBezTo>
                  <a:cubicBezTo>
                    <a:pt x="1881" y="307"/>
                    <a:pt x="1275" y="1"/>
                    <a:pt x="822" y="1"/>
                  </a:cubicBezTo>
                  <a:close/>
                </a:path>
              </a:pathLst>
            </a:custGeom>
            <a:solidFill>
              <a:srgbClr val="F4A2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9"/>
            <p:cNvSpPr/>
            <p:nvPr/>
          </p:nvSpPr>
          <p:spPr>
            <a:xfrm>
              <a:off x="7982073" y="1408754"/>
              <a:ext cx="116436" cy="158524"/>
            </a:xfrm>
            <a:custGeom>
              <a:avLst/>
              <a:gdLst/>
              <a:ahLst/>
              <a:cxnLst/>
              <a:rect l="l" t="t" r="r" b="b"/>
              <a:pathLst>
                <a:path w="2097" h="2855" extrusionOk="0">
                  <a:moveTo>
                    <a:pt x="776" y="1"/>
                  </a:moveTo>
                  <a:cubicBezTo>
                    <a:pt x="765" y="1"/>
                    <a:pt x="755" y="2"/>
                    <a:pt x="747" y="4"/>
                  </a:cubicBezTo>
                  <a:cubicBezTo>
                    <a:pt x="554" y="52"/>
                    <a:pt x="24" y="1137"/>
                    <a:pt x="24" y="1353"/>
                  </a:cubicBezTo>
                  <a:cubicBezTo>
                    <a:pt x="1" y="1561"/>
                    <a:pt x="797" y="2855"/>
                    <a:pt x="1033" y="2855"/>
                  </a:cubicBezTo>
                  <a:cubicBezTo>
                    <a:pt x="1043" y="2855"/>
                    <a:pt x="1052" y="2852"/>
                    <a:pt x="1060" y="2847"/>
                  </a:cubicBezTo>
                  <a:cubicBezTo>
                    <a:pt x="1277" y="2703"/>
                    <a:pt x="1132" y="1137"/>
                    <a:pt x="1132" y="1137"/>
                  </a:cubicBezTo>
                  <a:cubicBezTo>
                    <a:pt x="1132" y="1137"/>
                    <a:pt x="891" y="896"/>
                    <a:pt x="1108" y="775"/>
                  </a:cubicBezTo>
                  <a:cubicBezTo>
                    <a:pt x="1149" y="748"/>
                    <a:pt x="1194" y="737"/>
                    <a:pt x="1240" y="737"/>
                  </a:cubicBezTo>
                  <a:cubicBezTo>
                    <a:pt x="1440" y="737"/>
                    <a:pt x="1662" y="944"/>
                    <a:pt x="1662" y="944"/>
                  </a:cubicBezTo>
                  <a:lnTo>
                    <a:pt x="2096" y="896"/>
                  </a:lnTo>
                  <a:lnTo>
                    <a:pt x="1735" y="462"/>
                  </a:lnTo>
                  <a:cubicBezTo>
                    <a:pt x="1735" y="462"/>
                    <a:pt x="1010" y="1"/>
                    <a:pt x="7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9"/>
            <p:cNvSpPr/>
            <p:nvPr/>
          </p:nvSpPr>
          <p:spPr>
            <a:xfrm>
              <a:off x="7932488" y="1449011"/>
              <a:ext cx="101777" cy="77791"/>
            </a:xfrm>
            <a:custGeom>
              <a:avLst/>
              <a:gdLst/>
              <a:ahLst/>
              <a:cxnLst/>
              <a:rect l="l" t="t" r="r" b="b"/>
              <a:pathLst>
                <a:path w="1833" h="1401" extrusionOk="0">
                  <a:moveTo>
                    <a:pt x="727" y="0"/>
                  </a:moveTo>
                  <a:cubicBezTo>
                    <a:pt x="361" y="0"/>
                    <a:pt x="48" y="282"/>
                    <a:pt x="25" y="653"/>
                  </a:cubicBezTo>
                  <a:cubicBezTo>
                    <a:pt x="1" y="1038"/>
                    <a:pt x="314" y="1375"/>
                    <a:pt x="700" y="1400"/>
                  </a:cubicBezTo>
                  <a:cubicBezTo>
                    <a:pt x="715" y="1400"/>
                    <a:pt x="730" y="1401"/>
                    <a:pt x="746" y="1401"/>
                  </a:cubicBezTo>
                  <a:cubicBezTo>
                    <a:pt x="1141" y="1401"/>
                    <a:pt x="1808" y="1119"/>
                    <a:pt x="1808" y="749"/>
                  </a:cubicBezTo>
                  <a:cubicBezTo>
                    <a:pt x="1832" y="363"/>
                    <a:pt x="1158" y="2"/>
                    <a:pt x="772" y="2"/>
                  </a:cubicBezTo>
                  <a:cubicBezTo>
                    <a:pt x="757" y="1"/>
                    <a:pt x="742" y="0"/>
                    <a:pt x="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6455326" y="1032953"/>
              <a:ext cx="963414" cy="898672"/>
            </a:xfrm>
            <a:custGeom>
              <a:avLst/>
              <a:gdLst/>
              <a:ahLst/>
              <a:cxnLst/>
              <a:rect l="l" t="t" r="r" b="b"/>
              <a:pathLst>
                <a:path w="17351" h="16185" extrusionOk="0">
                  <a:moveTo>
                    <a:pt x="8675" y="1"/>
                  </a:moveTo>
                  <a:cubicBezTo>
                    <a:pt x="8464" y="1"/>
                    <a:pt x="8254" y="121"/>
                    <a:pt x="8169" y="362"/>
                  </a:cubicBezTo>
                  <a:lnTo>
                    <a:pt x="6410" y="5254"/>
                  </a:lnTo>
                  <a:cubicBezTo>
                    <a:pt x="6338" y="5447"/>
                    <a:pt x="6145" y="5591"/>
                    <a:pt x="5928" y="5615"/>
                  </a:cubicBezTo>
                  <a:lnTo>
                    <a:pt x="723" y="5760"/>
                  </a:lnTo>
                  <a:cubicBezTo>
                    <a:pt x="217" y="5784"/>
                    <a:pt x="0" y="6410"/>
                    <a:pt x="410" y="6724"/>
                  </a:cubicBezTo>
                  <a:lnTo>
                    <a:pt x="4506" y="9929"/>
                  </a:lnTo>
                  <a:cubicBezTo>
                    <a:pt x="4699" y="10049"/>
                    <a:pt x="4771" y="10290"/>
                    <a:pt x="4699" y="10507"/>
                  </a:cubicBezTo>
                  <a:lnTo>
                    <a:pt x="3253" y="15495"/>
                  </a:lnTo>
                  <a:cubicBezTo>
                    <a:pt x="3141" y="15869"/>
                    <a:pt x="3449" y="16184"/>
                    <a:pt x="3783" y="16184"/>
                  </a:cubicBezTo>
                  <a:cubicBezTo>
                    <a:pt x="3881" y="16184"/>
                    <a:pt x="3980" y="16157"/>
                    <a:pt x="4073" y="16098"/>
                  </a:cubicBezTo>
                  <a:lnTo>
                    <a:pt x="8362" y="13158"/>
                  </a:lnTo>
                  <a:cubicBezTo>
                    <a:pt x="8458" y="13098"/>
                    <a:pt x="8567" y="13067"/>
                    <a:pt x="8675" y="13067"/>
                  </a:cubicBezTo>
                  <a:cubicBezTo>
                    <a:pt x="8784" y="13067"/>
                    <a:pt x="8892" y="13098"/>
                    <a:pt x="8989" y="13158"/>
                  </a:cubicBezTo>
                  <a:lnTo>
                    <a:pt x="13278" y="16098"/>
                  </a:lnTo>
                  <a:cubicBezTo>
                    <a:pt x="13370" y="16157"/>
                    <a:pt x="13470" y="16184"/>
                    <a:pt x="13567" y="16184"/>
                  </a:cubicBezTo>
                  <a:cubicBezTo>
                    <a:pt x="13902" y="16184"/>
                    <a:pt x="14209" y="15869"/>
                    <a:pt x="14097" y="15495"/>
                  </a:cubicBezTo>
                  <a:lnTo>
                    <a:pt x="12651" y="10507"/>
                  </a:lnTo>
                  <a:cubicBezTo>
                    <a:pt x="12579" y="10290"/>
                    <a:pt x="12651" y="10049"/>
                    <a:pt x="12844" y="9929"/>
                  </a:cubicBezTo>
                  <a:lnTo>
                    <a:pt x="16941" y="6724"/>
                  </a:lnTo>
                  <a:cubicBezTo>
                    <a:pt x="17350" y="6410"/>
                    <a:pt x="17134" y="5784"/>
                    <a:pt x="16627" y="5760"/>
                  </a:cubicBezTo>
                  <a:lnTo>
                    <a:pt x="11422" y="5615"/>
                  </a:lnTo>
                  <a:cubicBezTo>
                    <a:pt x="11206" y="5591"/>
                    <a:pt x="11013" y="5447"/>
                    <a:pt x="10940" y="5254"/>
                  </a:cubicBezTo>
                  <a:lnTo>
                    <a:pt x="9181" y="362"/>
                  </a:lnTo>
                  <a:cubicBezTo>
                    <a:pt x="9097" y="121"/>
                    <a:pt x="8886" y="1"/>
                    <a:pt x="86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6278697" y="1978953"/>
              <a:ext cx="246253" cy="204776"/>
            </a:xfrm>
            <a:custGeom>
              <a:avLst/>
              <a:gdLst/>
              <a:ahLst/>
              <a:cxnLst/>
              <a:rect l="l" t="t" r="r" b="b"/>
              <a:pathLst>
                <a:path w="4435" h="3688" extrusionOk="0">
                  <a:moveTo>
                    <a:pt x="0" y="1"/>
                  </a:moveTo>
                  <a:lnTo>
                    <a:pt x="0" y="1495"/>
                  </a:lnTo>
                  <a:cubicBezTo>
                    <a:pt x="0" y="2699"/>
                    <a:pt x="988" y="3687"/>
                    <a:pt x="2193" y="3687"/>
                  </a:cubicBezTo>
                  <a:lnTo>
                    <a:pt x="2241" y="3687"/>
                  </a:lnTo>
                  <a:cubicBezTo>
                    <a:pt x="3446" y="3687"/>
                    <a:pt x="4434" y="2699"/>
                    <a:pt x="4434" y="1495"/>
                  </a:cubicBezTo>
                  <a:lnTo>
                    <a:pt x="44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7393274" y="2238760"/>
              <a:ext cx="501835" cy="443811"/>
            </a:xfrm>
            <a:custGeom>
              <a:avLst/>
              <a:gdLst/>
              <a:ahLst/>
              <a:cxnLst/>
              <a:rect l="l" t="t" r="r" b="b"/>
              <a:pathLst>
                <a:path w="9038" h="7993" extrusionOk="0">
                  <a:moveTo>
                    <a:pt x="4508" y="1"/>
                  </a:moveTo>
                  <a:cubicBezTo>
                    <a:pt x="3284" y="1"/>
                    <a:pt x="2078" y="561"/>
                    <a:pt x="1302" y="1611"/>
                  </a:cubicBezTo>
                  <a:cubicBezTo>
                    <a:pt x="1" y="3394"/>
                    <a:pt x="362" y="5900"/>
                    <a:pt x="2145" y="7202"/>
                  </a:cubicBezTo>
                  <a:cubicBezTo>
                    <a:pt x="2855" y="7736"/>
                    <a:pt x="3686" y="7992"/>
                    <a:pt x="4512" y="7992"/>
                  </a:cubicBezTo>
                  <a:cubicBezTo>
                    <a:pt x="5734" y="7992"/>
                    <a:pt x="6945" y="7432"/>
                    <a:pt x="7736" y="6382"/>
                  </a:cubicBezTo>
                  <a:cubicBezTo>
                    <a:pt x="9037" y="4599"/>
                    <a:pt x="8676" y="2093"/>
                    <a:pt x="6892" y="792"/>
                  </a:cubicBezTo>
                  <a:cubicBezTo>
                    <a:pt x="6173" y="257"/>
                    <a:pt x="5336" y="1"/>
                    <a:pt x="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7311650" y="2262636"/>
              <a:ext cx="662358" cy="396115"/>
            </a:xfrm>
            <a:custGeom>
              <a:avLst/>
              <a:gdLst/>
              <a:ahLst/>
              <a:cxnLst/>
              <a:rect l="l" t="t" r="r" b="b"/>
              <a:pathLst>
                <a:path w="11929" h="7134" extrusionOk="0">
                  <a:moveTo>
                    <a:pt x="1640" y="0"/>
                  </a:moveTo>
                  <a:cubicBezTo>
                    <a:pt x="1463" y="0"/>
                    <a:pt x="1291" y="23"/>
                    <a:pt x="1133" y="72"/>
                  </a:cubicBezTo>
                  <a:cubicBezTo>
                    <a:pt x="579" y="241"/>
                    <a:pt x="242" y="675"/>
                    <a:pt x="169" y="1326"/>
                  </a:cubicBezTo>
                  <a:cubicBezTo>
                    <a:pt x="1" y="3205"/>
                    <a:pt x="4917" y="5639"/>
                    <a:pt x="7350" y="6531"/>
                  </a:cubicBezTo>
                  <a:cubicBezTo>
                    <a:pt x="8531" y="6964"/>
                    <a:pt x="9399" y="7133"/>
                    <a:pt x="10049" y="7133"/>
                  </a:cubicBezTo>
                  <a:cubicBezTo>
                    <a:pt x="11254" y="7133"/>
                    <a:pt x="11640" y="6555"/>
                    <a:pt x="11784" y="6241"/>
                  </a:cubicBezTo>
                  <a:cubicBezTo>
                    <a:pt x="11929" y="5856"/>
                    <a:pt x="11881" y="5422"/>
                    <a:pt x="11688" y="5037"/>
                  </a:cubicBezTo>
                  <a:cubicBezTo>
                    <a:pt x="11471" y="4675"/>
                    <a:pt x="11013" y="4193"/>
                    <a:pt x="9977" y="4000"/>
                  </a:cubicBezTo>
                  <a:lnTo>
                    <a:pt x="9929" y="4241"/>
                  </a:lnTo>
                  <a:cubicBezTo>
                    <a:pt x="10869" y="4410"/>
                    <a:pt x="11278" y="4844"/>
                    <a:pt x="11471" y="5157"/>
                  </a:cubicBezTo>
                  <a:cubicBezTo>
                    <a:pt x="11640" y="5470"/>
                    <a:pt x="11664" y="5832"/>
                    <a:pt x="11543" y="6145"/>
                  </a:cubicBezTo>
                  <a:cubicBezTo>
                    <a:pt x="11436" y="6422"/>
                    <a:pt x="11093" y="6894"/>
                    <a:pt x="10028" y="6894"/>
                  </a:cubicBezTo>
                  <a:cubicBezTo>
                    <a:pt x="9423" y="6894"/>
                    <a:pt x="8584" y="6742"/>
                    <a:pt x="7423" y="6314"/>
                  </a:cubicBezTo>
                  <a:cubicBezTo>
                    <a:pt x="4507" y="5229"/>
                    <a:pt x="266" y="2916"/>
                    <a:pt x="410" y="1350"/>
                  </a:cubicBezTo>
                  <a:cubicBezTo>
                    <a:pt x="483" y="795"/>
                    <a:pt x="748" y="434"/>
                    <a:pt x="1205" y="289"/>
                  </a:cubicBezTo>
                  <a:cubicBezTo>
                    <a:pt x="1335" y="251"/>
                    <a:pt x="1473" y="234"/>
                    <a:pt x="1614" y="234"/>
                  </a:cubicBezTo>
                  <a:cubicBezTo>
                    <a:pt x="2180" y="234"/>
                    <a:pt x="2791" y="515"/>
                    <a:pt x="3061" y="844"/>
                  </a:cubicBezTo>
                  <a:lnTo>
                    <a:pt x="3254" y="699"/>
                  </a:lnTo>
                  <a:cubicBezTo>
                    <a:pt x="2900" y="270"/>
                    <a:pt x="2243" y="0"/>
                    <a:pt x="1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7209982" y="2704180"/>
              <a:ext cx="58912" cy="58912"/>
            </a:xfrm>
            <a:custGeom>
              <a:avLst/>
              <a:gdLst/>
              <a:ahLst/>
              <a:cxnLst/>
              <a:rect l="l" t="t" r="r" b="b"/>
              <a:pathLst>
                <a:path w="1061" h="1061" extrusionOk="0">
                  <a:moveTo>
                    <a:pt x="530" y="0"/>
                  </a:moveTo>
                  <a:cubicBezTo>
                    <a:pt x="241" y="0"/>
                    <a:pt x="0" y="241"/>
                    <a:pt x="0" y="531"/>
                  </a:cubicBezTo>
                  <a:cubicBezTo>
                    <a:pt x="0" y="820"/>
                    <a:pt x="241" y="1061"/>
                    <a:pt x="530" y="1061"/>
                  </a:cubicBezTo>
                  <a:cubicBezTo>
                    <a:pt x="819" y="1061"/>
                    <a:pt x="1060" y="820"/>
                    <a:pt x="1060" y="531"/>
                  </a:cubicBezTo>
                  <a:cubicBezTo>
                    <a:pt x="1060" y="241"/>
                    <a:pt x="819" y="0"/>
                    <a:pt x="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9"/>
            <p:cNvSpPr/>
            <p:nvPr/>
          </p:nvSpPr>
          <p:spPr>
            <a:xfrm>
              <a:off x="7995399" y="2320161"/>
              <a:ext cx="29484" cy="28151"/>
            </a:xfrm>
            <a:custGeom>
              <a:avLst/>
              <a:gdLst/>
              <a:ahLst/>
              <a:cxnLst/>
              <a:rect l="l" t="t" r="r" b="b"/>
              <a:pathLst>
                <a:path w="531" h="507" extrusionOk="0">
                  <a:moveTo>
                    <a:pt x="266" y="0"/>
                  </a:moveTo>
                  <a:cubicBezTo>
                    <a:pt x="121" y="0"/>
                    <a:pt x="1" y="121"/>
                    <a:pt x="1" y="265"/>
                  </a:cubicBezTo>
                  <a:cubicBezTo>
                    <a:pt x="1" y="410"/>
                    <a:pt x="121" y="506"/>
                    <a:pt x="266" y="506"/>
                  </a:cubicBezTo>
                  <a:cubicBezTo>
                    <a:pt x="410" y="506"/>
                    <a:pt x="531" y="410"/>
                    <a:pt x="531" y="265"/>
                  </a:cubicBezTo>
                  <a:cubicBezTo>
                    <a:pt x="531" y="121"/>
                    <a:pt x="410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7036018" y="2091338"/>
              <a:ext cx="62965" cy="62965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79" y="1"/>
                  </a:moveTo>
                  <a:cubicBezTo>
                    <a:pt x="266" y="1"/>
                    <a:pt x="0" y="266"/>
                    <a:pt x="0" y="579"/>
                  </a:cubicBezTo>
                  <a:cubicBezTo>
                    <a:pt x="0" y="892"/>
                    <a:pt x="266" y="1133"/>
                    <a:pt x="579" y="1133"/>
                  </a:cubicBezTo>
                  <a:cubicBezTo>
                    <a:pt x="892" y="1133"/>
                    <a:pt x="1133" y="892"/>
                    <a:pt x="1133" y="579"/>
                  </a:cubicBezTo>
                  <a:cubicBezTo>
                    <a:pt x="1133" y="266"/>
                    <a:pt x="892" y="1"/>
                    <a:pt x="5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7247406" y="3006575"/>
              <a:ext cx="1256475" cy="1272522"/>
            </a:xfrm>
            <a:custGeom>
              <a:avLst/>
              <a:gdLst/>
              <a:ahLst/>
              <a:cxnLst/>
              <a:rect l="l" t="t" r="r" b="b"/>
              <a:pathLst>
                <a:path w="22629" h="22918" extrusionOk="0">
                  <a:moveTo>
                    <a:pt x="1" y="0"/>
                  </a:moveTo>
                  <a:lnTo>
                    <a:pt x="1" y="7133"/>
                  </a:lnTo>
                  <a:lnTo>
                    <a:pt x="2146" y="7133"/>
                  </a:lnTo>
                  <a:cubicBezTo>
                    <a:pt x="3350" y="7133"/>
                    <a:pt x="4338" y="8121"/>
                    <a:pt x="4338" y="9326"/>
                  </a:cubicBezTo>
                  <a:lnTo>
                    <a:pt x="4338" y="9374"/>
                  </a:lnTo>
                  <a:cubicBezTo>
                    <a:pt x="4338" y="10579"/>
                    <a:pt x="3350" y="11567"/>
                    <a:pt x="2146" y="11567"/>
                  </a:cubicBezTo>
                  <a:lnTo>
                    <a:pt x="1" y="11567"/>
                  </a:lnTo>
                  <a:lnTo>
                    <a:pt x="1" y="18291"/>
                  </a:lnTo>
                  <a:lnTo>
                    <a:pt x="7134" y="18291"/>
                  </a:lnTo>
                  <a:lnTo>
                    <a:pt x="7134" y="20724"/>
                  </a:lnTo>
                  <a:cubicBezTo>
                    <a:pt x="7134" y="21953"/>
                    <a:pt x="8122" y="22917"/>
                    <a:pt x="9327" y="22917"/>
                  </a:cubicBezTo>
                  <a:lnTo>
                    <a:pt x="9375" y="22917"/>
                  </a:lnTo>
                  <a:cubicBezTo>
                    <a:pt x="10580" y="22917"/>
                    <a:pt x="11568" y="21953"/>
                    <a:pt x="11568" y="20724"/>
                  </a:cubicBezTo>
                  <a:lnTo>
                    <a:pt x="11568" y="18291"/>
                  </a:lnTo>
                  <a:lnTo>
                    <a:pt x="18291" y="18291"/>
                  </a:lnTo>
                  <a:lnTo>
                    <a:pt x="18291" y="10868"/>
                  </a:lnTo>
                  <a:lnTo>
                    <a:pt x="20412" y="10868"/>
                  </a:lnTo>
                  <a:cubicBezTo>
                    <a:pt x="21641" y="10868"/>
                    <a:pt x="22629" y="9880"/>
                    <a:pt x="22629" y="8676"/>
                  </a:cubicBezTo>
                  <a:lnTo>
                    <a:pt x="22629" y="8627"/>
                  </a:lnTo>
                  <a:cubicBezTo>
                    <a:pt x="22629" y="7423"/>
                    <a:pt x="21641" y="6435"/>
                    <a:pt x="20412" y="6435"/>
                  </a:cubicBezTo>
                  <a:lnTo>
                    <a:pt x="18291" y="6435"/>
                  </a:lnTo>
                  <a:lnTo>
                    <a:pt x="182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221;p29"/>
          <p:cNvSpPr txBox="1">
            <a:spLocks/>
          </p:cNvSpPr>
          <p:nvPr/>
        </p:nvSpPr>
        <p:spPr>
          <a:xfrm>
            <a:off x="110331" y="142662"/>
            <a:ext cx="3608914" cy="1018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ontserrat Black"/>
              <a:buNone/>
              <a:defRPr sz="5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5400" dirty="0"/>
              <a:t>Clase N°3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70E84A33-1613-68B3-4567-888EABB4B032}"/>
              </a:ext>
            </a:extLst>
          </p:cNvPr>
          <p:cNvGrpSpPr/>
          <p:nvPr/>
        </p:nvGrpSpPr>
        <p:grpSpPr>
          <a:xfrm>
            <a:off x="-429371" y="4449364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5ECB43D0-A0EB-DF77-6197-9545AFF49002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18FCE751-0872-7073-91C4-42820FE4A9AC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4E3A2246-E6F5-9CE6-66B2-B00E0D5841A4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/>
          <p:nvPr/>
        </p:nvSpPr>
        <p:spPr>
          <a:xfrm>
            <a:off x="4101450" y="1421698"/>
            <a:ext cx="941100" cy="941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2"/>
          <p:cNvSpPr txBox="1">
            <a:spLocks noGrp="1"/>
          </p:cNvSpPr>
          <p:nvPr>
            <p:ph type="title"/>
          </p:nvPr>
        </p:nvSpPr>
        <p:spPr>
          <a:xfrm>
            <a:off x="2480492" y="152969"/>
            <a:ext cx="4183013" cy="13050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Objetivo de aprendizaje.</a:t>
            </a:r>
            <a:endParaRPr sz="3600" dirty="0"/>
          </a:p>
        </p:txBody>
      </p:sp>
      <p:sp>
        <p:nvSpPr>
          <p:cNvPr id="345" name="Google Shape;345;p32"/>
          <p:cNvSpPr txBox="1">
            <a:spLocks noGrp="1"/>
          </p:cNvSpPr>
          <p:nvPr>
            <p:ph type="subTitle" idx="1"/>
          </p:nvPr>
        </p:nvSpPr>
        <p:spPr>
          <a:xfrm>
            <a:off x="1419336" y="2464126"/>
            <a:ext cx="6305326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dirty="0"/>
              <a:t>Desarrollar en los estudiantes la habilidad para realizar entrevistas guiadas que analicen biografías, percepciones, sentimientos y valores, con el fin de comprender mejor desafíos y problemáticas en la investigación.</a:t>
            </a:r>
            <a:endParaRPr dirty="0"/>
          </a:p>
        </p:txBody>
      </p:sp>
      <p:grpSp>
        <p:nvGrpSpPr>
          <p:cNvPr id="346" name="Google Shape;346;p32"/>
          <p:cNvGrpSpPr/>
          <p:nvPr/>
        </p:nvGrpSpPr>
        <p:grpSpPr>
          <a:xfrm rot="10800000" flipH="1">
            <a:off x="6332156" y="415575"/>
            <a:ext cx="2043675" cy="1028700"/>
            <a:chOff x="6978706" y="411575"/>
            <a:chExt cx="2043675" cy="1028700"/>
          </a:xfrm>
        </p:grpSpPr>
        <p:sp>
          <p:nvSpPr>
            <p:cNvPr id="347" name="Google Shape;347;p32"/>
            <p:cNvSpPr/>
            <p:nvPr/>
          </p:nvSpPr>
          <p:spPr>
            <a:xfrm>
              <a:off x="7995781" y="411575"/>
              <a:ext cx="1026600" cy="1028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6978706" y="411575"/>
              <a:ext cx="1026600" cy="1028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4">
            <a:extLst>
              <a:ext uri="{FF2B5EF4-FFF2-40B4-BE49-F238E27FC236}">
                <a16:creationId xmlns:a16="http://schemas.microsoft.com/office/drawing/2014/main" id="{59A10068-AABE-7BFD-8466-0AE25C983A33}"/>
              </a:ext>
            </a:extLst>
          </p:cNvPr>
          <p:cNvGrpSpPr/>
          <p:nvPr/>
        </p:nvGrpSpPr>
        <p:grpSpPr>
          <a:xfrm>
            <a:off x="-429371" y="4449364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96F01E60-3AC1-1B3E-EED5-C316807C44DB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58D89D01-6279-D4C1-97C1-61641B8302F9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A21F7945-3EB5-31AE-0F97-821751E5E075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"/>
          <p:cNvSpPr/>
          <p:nvPr/>
        </p:nvSpPr>
        <p:spPr>
          <a:xfrm>
            <a:off x="6222300" y="505650"/>
            <a:ext cx="641400" cy="641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4"/>
          <p:cNvSpPr txBox="1">
            <a:spLocks noGrp="1"/>
          </p:cNvSpPr>
          <p:nvPr>
            <p:ph type="title"/>
          </p:nvPr>
        </p:nvSpPr>
        <p:spPr>
          <a:xfrm>
            <a:off x="720000" y="192488"/>
            <a:ext cx="770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L" dirty="0"/>
              <a:t>Instrumento B 1.1.2.1 Pauta de Entrevista en profundidad a usuarios</a:t>
            </a:r>
            <a:endParaRPr b="1" dirty="0"/>
          </a:p>
        </p:txBody>
      </p:sp>
      <p:sp>
        <p:nvSpPr>
          <p:cNvPr id="377" name="Google Shape;377;p34"/>
          <p:cNvSpPr txBox="1">
            <a:spLocks noGrp="1"/>
          </p:cNvSpPr>
          <p:nvPr>
            <p:ph type="body" idx="1"/>
          </p:nvPr>
        </p:nvSpPr>
        <p:spPr>
          <a:xfrm>
            <a:off x="899520" y="1610853"/>
            <a:ext cx="4910112" cy="2438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MX" dirty="0"/>
              <a:t>La información obtenida a través de entrevistas guiadas aborda: </a:t>
            </a:r>
            <a:endParaRPr dirty="0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s-MX" dirty="0"/>
              <a:t>La biografía de las personas.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Sus percepciones.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Sentimientos.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Opiniones y valores.</a:t>
            </a:r>
            <a:endParaRPr dirty="0"/>
          </a:p>
          <a:p>
            <a:pPr marL="0" lvl="0" indent="0" algn="just">
              <a:spcBef>
                <a:spcPts val="1600"/>
              </a:spcBef>
              <a:buNone/>
            </a:pPr>
            <a:r>
              <a:rPr lang="es-MX" dirty="0"/>
              <a:t>Estas entrevistas ayudan a comprender mejor los desafíos y problemáticas en cuestión, permitiendo explorar cómo las personas interpretan los hechos y qué normas y valores influyen en su comportamiento.</a:t>
            </a:r>
            <a:endParaRPr dirty="0"/>
          </a:p>
        </p:txBody>
      </p:sp>
      <p:pic>
        <p:nvPicPr>
          <p:cNvPr id="378" name="Google Shape;378;p34"/>
          <p:cNvPicPr preferRelativeResize="0"/>
          <p:nvPr/>
        </p:nvPicPr>
        <p:blipFill rotWithShape="1">
          <a:blip r:embed="rId3">
            <a:alphaModFix/>
          </a:blip>
          <a:srcRect t="7719" b="25618"/>
          <a:stretch/>
        </p:blipFill>
        <p:spPr>
          <a:xfrm>
            <a:off x="5619875" y="1532750"/>
            <a:ext cx="2485500" cy="248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79" name="Google Shape;379;p34"/>
          <p:cNvSpPr/>
          <p:nvPr/>
        </p:nvSpPr>
        <p:spPr>
          <a:xfrm rot="5400000" flipH="1">
            <a:off x="6498000" y="2677501"/>
            <a:ext cx="1926000" cy="1926000"/>
          </a:xfrm>
          <a:prstGeom prst="pie">
            <a:avLst>
              <a:gd name="adj1" fmla="val 10837203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57EA2009-07E3-5FE0-3C76-B64568A75423}"/>
              </a:ext>
            </a:extLst>
          </p:cNvPr>
          <p:cNvGrpSpPr/>
          <p:nvPr/>
        </p:nvGrpSpPr>
        <p:grpSpPr>
          <a:xfrm>
            <a:off x="-429371" y="4449364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771EB421-008B-E447-C0B4-A1B804D1068A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91E65FF8-E955-7888-7790-83C643410C76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05486A1F-BE11-6080-51A9-174EF7A0BD50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/>
          <p:nvPr/>
        </p:nvSpPr>
        <p:spPr>
          <a:xfrm>
            <a:off x="0" y="0"/>
            <a:ext cx="4470600" cy="5143500"/>
          </a:xfrm>
          <a:prstGeom prst="snip1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35"/>
          <p:cNvSpPr/>
          <p:nvPr/>
        </p:nvSpPr>
        <p:spPr>
          <a:xfrm>
            <a:off x="2490562" y="2426887"/>
            <a:ext cx="138259" cy="101312"/>
          </a:xfrm>
          <a:custGeom>
            <a:avLst/>
            <a:gdLst/>
            <a:ahLst/>
            <a:cxnLst/>
            <a:rect l="l" t="t" r="r" b="b"/>
            <a:pathLst>
              <a:path w="2122" h="1555" extrusionOk="0">
                <a:moveTo>
                  <a:pt x="1099" y="1"/>
                </a:moveTo>
                <a:cubicBezTo>
                  <a:pt x="1034" y="1"/>
                  <a:pt x="965" y="12"/>
                  <a:pt x="893" y="36"/>
                </a:cubicBezTo>
                <a:cubicBezTo>
                  <a:pt x="1" y="349"/>
                  <a:pt x="603" y="1554"/>
                  <a:pt x="603" y="1554"/>
                </a:cubicBezTo>
                <a:lnTo>
                  <a:pt x="2121" y="1337"/>
                </a:lnTo>
                <a:cubicBezTo>
                  <a:pt x="2121" y="1337"/>
                  <a:pt x="1818" y="1"/>
                  <a:pt x="1099" y="1"/>
                </a:cubicBezTo>
                <a:close/>
              </a:path>
            </a:pathLst>
          </a:custGeom>
          <a:solidFill>
            <a:srgbClr val="F4A2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5"/>
          <p:cNvSpPr/>
          <p:nvPr/>
        </p:nvSpPr>
        <p:spPr>
          <a:xfrm>
            <a:off x="1981881" y="2532831"/>
            <a:ext cx="673638" cy="811735"/>
          </a:xfrm>
          <a:custGeom>
            <a:avLst/>
            <a:gdLst/>
            <a:ahLst/>
            <a:cxnLst/>
            <a:rect l="l" t="t" r="r" b="b"/>
            <a:pathLst>
              <a:path w="10339" h="12459" extrusionOk="0">
                <a:moveTo>
                  <a:pt x="10338" y="0"/>
                </a:moveTo>
                <a:lnTo>
                  <a:pt x="8555" y="241"/>
                </a:lnTo>
                <a:cubicBezTo>
                  <a:pt x="8555" y="241"/>
                  <a:pt x="7398" y="5398"/>
                  <a:pt x="6964" y="5856"/>
                </a:cubicBezTo>
                <a:cubicBezTo>
                  <a:pt x="6555" y="6314"/>
                  <a:pt x="4290" y="7230"/>
                  <a:pt x="2338" y="8555"/>
                </a:cubicBezTo>
                <a:cubicBezTo>
                  <a:pt x="0" y="10121"/>
                  <a:pt x="1494" y="10772"/>
                  <a:pt x="2410" y="12459"/>
                </a:cubicBezTo>
                <a:lnTo>
                  <a:pt x="5302" y="10338"/>
                </a:lnTo>
                <a:lnTo>
                  <a:pt x="8989" y="7206"/>
                </a:lnTo>
                <a:cubicBezTo>
                  <a:pt x="9206" y="7037"/>
                  <a:pt x="9350" y="6844"/>
                  <a:pt x="9543" y="6459"/>
                </a:cubicBezTo>
                <a:lnTo>
                  <a:pt x="10338" y="0"/>
                </a:ln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5"/>
          <p:cNvSpPr/>
          <p:nvPr/>
        </p:nvSpPr>
        <p:spPr>
          <a:xfrm>
            <a:off x="2500010" y="2490414"/>
            <a:ext cx="166471" cy="95839"/>
          </a:xfrm>
          <a:custGeom>
            <a:avLst/>
            <a:gdLst/>
            <a:ahLst/>
            <a:cxnLst/>
            <a:rect l="l" t="t" r="r" b="b"/>
            <a:pathLst>
              <a:path w="2555" h="1471" extrusionOk="0">
                <a:moveTo>
                  <a:pt x="2338" y="1"/>
                </a:moveTo>
                <a:lnTo>
                  <a:pt x="0" y="507"/>
                </a:lnTo>
                <a:lnTo>
                  <a:pt x="217" y="1471"/>
                </a:lnTo>
                <a:lnTo>
                  <a:pt x="2555" y="941"/>
                </a:lnTo>
                <a:lnTo>
                  <a:pt x="2338" y="1"/>
                </a:lnTo>
                <a:close/>
              </a:path>
            </a:pathLst>
          </a:custGeom>
          <a:solidFill>
            <a:srgbClr val="2745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5"/>
          <p:cNvSpPr/>
          <p:nvPr/>
        </p:nvSpPr>
        <p:spPr>
          <a:xfrm flipH="1">
            <a:off x="2266410" y="4302650"/>
            <a:ext cx="1107600" cy="840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5"/>
          <p:cNvSpPr txBox="1">
            <a:spLocks noGrp="1"/>
          </p:cNvSpPr>
          <p:nvPr>
            <p:ph type="title"/>
          </p:nvPr>
        </p:nvSpPr>
        <p:spPr>
          <a:xfrm flipH="1">
            <a:off x="3194037" y="122575"/>
            <a:ext cx="4419977" cy="1327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Pauta de entrevista usuario</a:t>
            </a:r>
            <a:endParaRPr sz="2400" dirty="0">
              <a:solidFill>
                <a:schemeClr val="accent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0" name="Google Shape;390;p35"/>
          <p:cNvSpPr/>
          <p:nvPr/>
        </p:nvSpPr>
        <p:spPr>
          <a:xfrm flipH="1">
            <a:off x="2240257" y="1501888"/>
            <a:ext cx="1107600" cy="110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35"/>
          <p:cNvGrpSpPr/>
          <p:nvPr/>
        </p:nvGrpSpPr>
        <p:grpSpPr>
          <a:xfrm flipH="1">
            <a:off x="6752581" y="205375"/>
            <a:ext cx="2046220" cy="1028700"/>
            <a:chOff x="6985687" y="411575"/>
            <a:chExt cx="2046220" cy="1028700"/>
          </a:xfrm>
        </p:grpSpPr>
        <p:sp>
          <p:nvSpPr>
            <p:cNvPr id="392" name="Google Shape;392;p35"/>
            <p:cNvSpPr/>
            <p:nvPr/>
          </p:nvSpPr>
          <p:spPr>
            <a:xfrm>
              <a:off x="8005306" y="411575"/>
              <a:ext cx="1026600" cy="1028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5"/>
            <p:cNvSpPr/>
            <p:nvPr/>
          </p:nvSpPr>
          <p:spPr>
            <a:xfrm>
              <a:off x="6985687" y="411575"/>
              <a:ext cx="1026600" cy="1028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35"/>
          <p:cNvSpPr txBox="1">
            <a:spLocks noGrp="1"/>
          </p:cNvSpPr>
          <p:nvPr>
            <p:ph type="title" idx="2"/>
          </p:nvPr>
        </p:nvSpPr>
        <p:spPr>
          <a:xfrm flipH="1">
            <a:off x="2374655" y="1678438"/>
            <a:ext cx="838800" cy="7974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1"/>
          </p:nvPr>
        </p:nvSpPr>
        <p:spPr>
          <a:xfrm flipH="1">
            <a:off x="4490250" y="1412704"/>
            <a:ext cx="4653750" cy="30693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sz="1200" dirty="0"/>
              <a:t>Descripción del Contexto:</a:t>
            </a:r>
          </a:p>
          <a:p>
            <a:pPr marL="0" lvl="0" indent="0"/>
            <a:endParaRPr lang="es-MX" sz="1200" dirty="0"/>
          </a:p>
          <a:p>
            <a:pPr marL="0" lvl="0" indent="0"/>
            <a:r>
              <a:rPr lang="es-MX" sz="1200" b="1" dirty="0"/>
              <a:t>Defina el tipo de entrevista </a:t>
            </a:r>
            <a:r>
              <a:rPr lang="es-MX" sz="1200" dirty="0"/>
              <a:t>(estructurada, semi-estructurada, etc.), el lugar donde se realizará, el medio de registro (grabadora, notas, etc.) y los insumos necesarios.</a:t>
            </a:r>
          </a:p>
          <a:p>
            <a:pPr marL="0" lvl="0" indent="0"/>
            <a:endParaRPr lang="es-MX" sz="1200" b="1" dirty="0"/>
          </a:p>
          <a:p>
            <a:pPr marL="0" lvl="0" indent="0"/>
            <a:r>
              <a:rPr lang="es-MX" sz="1200" b="1" dirty="0"/>
              <a:t>Autorización:</a:t>
            </a:r>
          </a:p>
          <a:p>
            <a:pPr marL="0" lvl="0" indent="0"/>
            <a:r>
              <a:rPr lang="es-MX" sz="1200" dirty="0"/>
              <a:t>Solicite permiso al entrevistado para registrar la entrevista, asegurando que estén cómodos con el proceso.</a:t>
            </a:r>
          </a:p>
          <a:p>
            <a:pPr marL="0" lvl="0" indent="0"/>
            <a:endParaRPr lang="es-MX" sz="1200" b="1" dirty="0"/>
          </a:p>
          <a:p>
            <a:pPr marL="0" lvl="0" indent="0"/>
            <a:r>
              <a:rPr lang="es-MX" sz="1200" b="1" dirty="0"/>
              <a:t>Desarrollo de la Entrevista:</a:t>
            </a:r>
          </a:p>
          <a:p>
            <a:pPr marL="0" lvl="0" indent="0"/>
            <a:r>
              <a:rPr lang="es-MX" sz="1200" dirty="0"/>
              <a:t>Comience con preguntas generales sobre el nombre, lugar de procedencia y actividad del entrevistado. Avance gradualmente hacia preguntas más personales, construyendo un ambiente de confianza antes de abordar temas más íntimos.</a:t>
            </a:r>
            <a:endParaRPr sz="1200" dirty="0"/>
          </a:p>
        </p:txBody>
      </p:sp>
      <p:sp>
        <p:nvSpPr>
          <p:cNvPr id="396" name="Google Shape;396;p35"/>
          <p:cNvSpPr/>
          <p:nvPr/>
        </p:nvSpPr>
        <p:spPr>
          <a:xfrm>
            <a:off x="1963051" y="2901811"/>
            <a:ext cx="179046" cy="182166"/>
          </a:xfrm>
          <a:custGeom>
            <a:avLst/>
            <a:gdLst/>
            <a:ahLst/>
            <a:cxnLst/>
            <a:rect l="l" t="t" r="r" b="b"/>
            <a:pathLst>
              <a:path w="2748" h="2796" extrusionOk="0">
                <a:moveTo>
                  <a:pt x="723" y="0"/>
                </a:moveTo>
                <a:lnTo>
                  <a:pt x="0" y="2121"/>
                </a:lnTo>
                <a:lnTo>
                  <a:pt x="2024" y="2796"/>
                </a:lnTo>
                <a:lnTo>
                  <a:pt x="2747" y="675"/>
                </a:lnTo>
                <a:lnTo>
                  <a:pt x="723" y="0"/>
                </a:lnTo>
                <a:close/>
              </a:path>
            </a:pathLst>
          </a:custGeom>
          <a:solidFill>
            <a:srgbClr val="E894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5"/>
          <p:cNvSpPr/>
          <p:nvPr/>
        </p:nvSpPr>
        <p:spPr>
          <a:xfrm>
            <a:off x="1365225" y="4638556"/>
            <a:ext cx="242363" cy="83737"/>
          </a:xfrm>
          <a:custGeom>
            <a:avLst/>
            <a:gdLst/>
            <a:ahLst/>
            <a:cxnLst/>
            <a:rect l="l" t="t" r="r" b="b"/>
            <a:pathLst>
              <a:path w="4049" h="1399" extrusionOk="0">
                <a:moveTo>
                  <a:pt x="3205" y="1"/>
                </a:moveTo>
                <a:cubicBezTo>
                  <a:pt x="3205" y="1"/>
                  <a:pt x="2603" y="121"/>
                  <a:pt x="1302" y="362"/>
                </a:cubicBezTo>
                <a:cubicBezTo>
                  <a:pt x="0" y="603"/>
                  <a:pt x="265" y="1399"/>
                  <a:pt x="265" y="1399"/>
                </a:cubicBezTo>
                <a:lnTo>
                  <a:pt x="4049" y="1350"/>
                </a:lnTo>
                <a:lnTo>
                  <a:pt x="4025" y="218"/>
                </a:lnTo>
                <a:lnTo>
                  <a:pt x="3205" y="1"/>
                </a:lnTo>
                <a:close/>
              </a:path>
            </a:pathLst>
          </a:custGeom>
          <a:solidFill>
            <a:srgbClr val="F14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5"/>
          <p:cNvSpPr/>
          <p:nvPr/>
        </p:nvSpPr>
        <p:spPr>
          <a:xfrm>
            <a:off x="2055639" y="4624220"/>
            <a:ext cx="260750" cy="87956"/>
          </a:xfrm>
          <a:custGeom>
            <a:avLst/>
            <a:gdLst/>
            <a:ahLst/>
            <a:cxnLst/>
            <a:rect l="l" t="t" r="r" b="b"/>
            <a:pathLst>
              <a:path w="4002" h="1350" extrusionOk="0">
                <a:moveTo>
                  <a:pt x="748" y="0"/>
                </a:moveTo>
                <a:lnTo>
                  <a:pt x="1" y="217"/>
                </a:lnTo>
                <a:lnTo>
                  <a:pt x="25" y="1350"/>
                </a:lnTo>
                <a:lnTo>
                  <a:pt x="3760" y="1326"/>
                </a:lnTo>
                <a:cubicBezTo>
                  <a:pt x="3760" y="1326"/>
                  <a:pt x="4001" y="531"/>
                  <a:pt x="2676" y="314"/>
                </a:cubicBezTo>
                <a:cubicBezTo>
                  <a:pt x="1350" y="97"/>
                  <a:pt x="748" y="0"/>
                  <a:pt x="748" y="0"/>
                </a:cubicBezTo>
                <a:close/>
              </a:path>
            </a:pathLst>
          </a:custGeom>
          <a:solidFill>
            <a:srgbClr val="F144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5"/>
          <p:cNvSpPr/>
          <p:nvPr/>
        </p:nvSpPr>
        <p:spPr>
          <a:xfrm>
            <a:off x="2245637" y="2241973"/>
            <a:ext cx="131939" cy="104049"/>
          </a:xfrm>
          <a:custGeom>
            <a:avLst/>
            <a:gdLst/>
            <a:ahLst/>
            <a:cxnLst/>
            <a:rect l="l" t="t" r="r" b="b"/>
            <a:pathLst>
              <a:path w="2025" h="1597" extrusionOk="0">
                <a:moveTo>
                  <a:pt x="964" y="0"/>
                </a:moveTo>
                <a:cubicBezTo>
                  <a:pt x="494" y="0"/>
                  <a:pt x="1" y="199"/>
                  <a:pt x="1" y="199"/>
                </a:cubicBezTo>
                <a:lnTo>
                  <a:pt x="699" y="1597"/>
                </a:lnTo>
                <a:cubicBezTo>
                  <a:pt x="699" y="1597"/>
                  <a:pt x="2025" y="1380"/>
                  <a:pt x="1760" y="488"/>
                </a:cubicBezTo>
                <a:cubicBezTo>
                  <a:pt x="1647" y="109"/>
                  <a:pt x="1312" y="0"/>
                  <a:pt x="964" y="0"/>
                </a:cubicBezTo>
                <a:close/>
              </a:path>
            </a:pathLst>
          </a:custGeom>
          <a:solidFill>
            <a:srgbClr val="F4A2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5"/>
          <p:cNvSpPr/>
          <p:nvPr/>
        </p:nvSpPr>
        <p:spPr>
          <a:xfrm>
            <a:off x="1476262" y="3578525"/>
            <a:ext cx="868321" cy="1070781"/>
          </a:xfrm>
          <a:custGeom>
            <a:avLst/>
            <a:gdLst/>
            <a:ahLst/>
            <a:cxnLst/>
            <a:rect l="l" t="t" r="r" b="b"/>
            <a:pathLst>
              <a:path w="13327" h="16435" extrusionOk="0">
                <a:moveTo>
                  <a:pt x="2146" y="0"/>
                </a:moveTo>
                <a:lnTo>
                  <a:pt x="1" y="8218"/>
                </a:lnTo>
                <a:lnTo>
                  <a:pt x="121" y="16435"/>
                </a:lnTo>
                <a:lnTo>
                  <a:pt x="2170" y="16387"/>
                </a:lnTo>
                <a:cubicBezTo>
                  <a:pt x="2170" y="16387"/>
                  <a:pt x="2868" y="13857"/>
                  <a:pt x="2941" y="10965"/>
                </a:cubicBezTo>
                <a:cubicBezTo>
                  <a:pt x="2941" y="10290"/>
                  <a:pt x="2796" y="8483"/>
                  <a:pt x="2796" y="8483"/>
                </a:cubicBezTo>
                <a:lnTo>
                  <a:pt x="4941" y="3880"/>
                </a:lnTo>
                <a:cubicBezTo>
                  <a:pt x="5013" y="3711"/>
                  <a:pt x="5182" y="3615"/>
                  <a:pt x="5350" y="3615"/>
                </a:cubicBezTo>
                <a:cubicBezTo>
                  <a:pt x="5543" y="3615"/>
                  <a:pt x="5712" y="3711"/>
                  <a:pt x="5784" y="3856"/>
                </a:cubicBezTo>
                <a:lnTo>
                  <a:pt x="10483" y="8025"/>
                </a:lnTo>
                <a:cubicBezTo>
                  <a:pt x="10483" y="8025"/>
                  <a:pt x="9447" y="9037"/>
                  <a:pt x="9134" y="11399"/>
                </a:cubicBezTo>
                <a:cubicBezTo>
                  <a:pt x="8845" y="13736"/>
                  <a:pt x="8917" y="16290"/>
                  <a:pt x="8917" y="16290"/>
                </a:cubicBezTo>
                <a:lnTo>
                  <a:pt x="10965" y="16266"/>
                </a:lnTo>
                <a:lnTo>
                  <a:pt x="13327" y="7085"/>
                </a:lnTo>
                <a:lnTo>
                  <a:pt x="8676" y="1085"/>
                </a:lnTo>
                <a:lnTo>
                  <a:pt x="2146" y="0"/>
                </a:lnTo>
                <a:close/>
              </a:path>
            </a:pathLst>
          </a:custGeom>
          <a:solidFill>
            <a:srgbClr val="2745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5"/>
          <p:cNvSpPr/>
          <p:nvPr/>
        </p:nvSpPr>
        <p:spPr>
          <a:xfrm>
            <a:off x="1628600" y="2961625"/>
            <a:ext cx="635913" cy="703256"/>
          </a:xfrm>
          <a:custGeom>
            <a:avLst/>
            <a:gdLst/>
            <a:ahLst/>
            <a:cxnLst/>
            <a:rect l="l" t="t" r="r" b="b"/>
            <a:pathLst>
              <a:path w="9760" h="10794" extrusionOk="0">
                <a:moveTo>
                  <a:pt x="3449" y="0"/>
                </a:moveTo>
                <a:cubicBezTo>
                  <a:pt x="2633" y="0"/>
                  <a:pt x="1883" y="556"/>
                  <a:pt x="1687" y="1396"/>
                </a:cubicBezTo>
                <a:lnTo>
                  <a:pt x="0" y="8673"/>
                </a:lnTo>
                <a:lnTo>
                  <a:pt x="6386" y="10794"/>
                </a:lnTo>
                <a:lnTo>
                  <a:pt x="9326" y="3926"/>
                </a:lnTo>
                <a:cubicBezTo>
                  <a:pt x="9760" y="2962"/>
                  <a:pt x="9254" y="1829"/>
                  <a:pt x="8242" y="1516"/>
                </a:cubicBezTo>
                <a:lnTo>
                  <a:pt x="4025" y="94"/>
                </a:lnTo>
                <a:cubicBezTo>
                  <a:pt x="3833" y="31"/>
                  <a:pt x="3639" y="0"/>
                  <a:pt x="3449" y="0"/>
                </a:cubicBez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5"/>
          <p:cNvSpPr/>
          <p:nvPr/>
        </p:nvSpPr>
        <p:spPr>
          <a:xfrm>
            <a:off x="1702357" y="2254939"/>
            <a:ext cx="590435" cy="955983"/>
          </a:xfrm>
          <a:custGeom>
            <a:avLst/>
            <a:gdLst/>
            <a:ahLst/>
            <a:cxnLst/>
            <a:rect l="l" t="t" r="r" b="b"/>
            <a:pathLst>
              <a:path w="9062" h="14673" extrusionOk="0">
                <a:moveTo>
                  <a:pt x="8339" y="0"/>
                </a:moveTo>
                <a:lnTo>
                  <a:pt x="3350" y="2820"/>
                </a:lnTo>
                <a:cubicBezTo>
                  <a:pt x="3013" y="3061"/>
                  <a:pt x="2844" y="3253"/>
                  <a:pt x="2700" y="3470"/>
                </a:cubicBezTo>
                <a:cubicBezTo>
                  <a:pt x="2700" y="3470"/>
                  <a:pt x="941" y="6410"/>
                  <a:pt x="627" y="7495"/>
                </a:cubicBezTo>
                <a:cubicBezTo>
                  <a:pt x="145" y="9205"/>
                  <a:pt x="1" y="14531"/>
                  <a:pt x="1" y="14531"/>
                </a:cubicBezTo>
                <a:cubicBezTo>
                  <a:pt x="272" y="14629"/>
                  <a:pt x="504" y="14672"/>
                  <a:pt x="704" y="14672"/>
                </a:cubicBezTo>
                <a:cubicBezTo>
                  <a:pt x="1832" y="14672"/>
                  <a:pt x="1929" y="13285"/>
                  <a:pt x="2338" y="12507"/>
                </a:cubicBezTo>
                <a:cubicBezTo>
                  <a:pt x="3447" y="10410"/>
                  <a:pt x="4218" y="5422"/>
                  <a:pt x="4604" y="4940"/>
                </a:cubicBezTo>
                <a:cubicBezTo>
                  <a:pt x="4989" y="4458"/>
                  <a:pt x="9062" y="1567"/>
                  <a:pt x="9062" y="1567"/>
                </a:cubicBezTo>
                <a:lnTo>
                  <a:pt x="8339" y="0"/>
                </a:ln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5"/>
          <p:cNvSpPr/>
          <p:nvPr/>
        </p:nvSpPr>
        <p:spPr>
          <a:xfrm>
            <a:off x="2206412" y="2228225"/>
            <a:ext cx="124055" cy="168028"/>
          </a:xfrm>
          <a:custGeom>
            <a:avLst/>
            <a:gdLst/>
            <a:ahLst/>
            <a:cxnLst/>
            <a:rect l="l" t="t" r="r" b="b"/>
            <a:pathLst>
              <a:path w="1904" h="2579" extrusionOk="0">
                <a:moveTo>
                  <a:pt x="868" y="1"/>
                </a:moveTo>
                <a:lnTo>
                  <a:pt x="0" y="410"/>
                </a:lnTo>
                <a:lnTo>
                  <a:pt x="1012" y="2579"/>
                </a:lnTo>
                <a:lnTo>
                  <a:pt x="1904" y="2169"/>
                </a:lnTo>
                <a:lnTo>
                  <a:pt x="868" y="1"/>
                </a:lnTo>
                <a:close/>
              </a:path>
            </a:pathLst>
          </a:custGeom>
          <a:solidFill>
            <a:srgbClr val="2745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5"/>
          <p:cNvSpPr/>
          <p:nvPr/>
        </p:nvSpPr>
        <p:spPr>
          <a:xfrm>
            <a:off x="1609769" y="2961625"/>
            <a:ext cx="654743" cy="703256"/>
          </a:xfrm>
          <a:custGeom>
            <a:avLst/>
            <a:gdLst/>
            <a:ahLst/>
            <a:cxnLst/>
            <a:rect l="l" t="t" r="r" b="b"/>
            <a:pathLst>
              <a:path w="10049" h="10794" extrusionOk="0">
                <a:moveTo>
                  <a:pt x="3738" y="0"/>
                </a:moveTo>
                <a:cubicBezTo>
                  <a:pt x="2922" y="0"/>
                  <a:pt x="2172" y="556"/>
                  <a:pt x="1976" y="1396"/>
                </a:cubicBezTo>
                <a:lnTo>
                  <a:pt x="0" y="9613"/>
                </a:lnTo>
                <a:lnTo>
                  <a:pt x="6844" y="10794"/>
                </a:lnTo>
                <a:lnTo>
                  <a:pt x="9615" y="3926"/>
                </a:lnTo>
                <a:cubicBezTo>
                  <a:pt x="10049" y="2962"/>
                  <a:pt x="9543" y="1829"/>
                  <a:pt x="8531" y="1516"/>
                </a:cubicBezTo>
                <a:lnTo>
                  <a:pt x="4314" y="94"/>
                </a:lnTo>
                <a:cubicBezTo>
                  <a:pt x="4122" y="31"/>
                  <a:pt x="3928" y="0"/>
                  <a:pt x="3738" y="0"/>
                </a:cubicBez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5"/>
          <p:cNvSpPr/>
          <p:nvPr/>
        </p:nvSpPr>
        <p:spPr>
          <a:xfrm>
            <a:off x="1804458" y="2974005"/>
            <a:ext cx="243419" cy="687750"/>
          </a:xfrm>
          <a:custGeom>
            <a:avLst/>
            <a:gdLst/>
            <a:ahLst/>
            <a:cxnLst/>
            <a:rect l="l" t="t" r="r" b="b"/>
            <a:pathLst>
              <a:path w="3736" h="10556" extrusionOk="0">
                <a:moveTo>
                  <a:pt x="3518" y="1"/>
                </a:moveTo>
                <a:lnTo>
                  <a:pt x="0" y="10483"/>
                </a:lnTo>
                <a:lnTo>
                  <a:pt x="241" y="10556"/>
                </a:lnTo>
                <a:lnTo>
                  <a:pt x="3735" y="73"/>
                </a:lnTo>
                <a:lnTo>
                  <a:pt x="3518" y="1"/>
                </a:lnTo>
                <a:close/>
              </a:path>
            </a:pathLst>
          </a:custGeom>
          <a:solidFill>
            <a:srgbClr val="2745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35"/>
          <p:cNvSpPr/>
          <p:nvPr/>
        </p:nvSpPr>
        <p:spPr>
          <a:xfrm>
            <a:off x="1853131" y="3032124"/>
            <a:ext cx="199439" cy="451311"/>
          </a:xfrm>
          <a:custGeom>
            <a:avLst/>
            <a:gdLst/>
            <a:ahLst/>
            <a:cxnLst/>
            <a:rect l="l" t="t" r="r" b="b"/>
            <a:pathLst>
              <a:path w="3061" h="6927" extrusionOk="0">
                <a:moveTo>
                  <a:pt x="2386" y="0"/>
                </a:moveTo>
                <a:lnTo>
                  <a:pt x="0" y="5591"/>
                </a:lnTo>
                <a:lnTo>
                  <a:pt x="362" y="6796"/>
                </a:lnTo>
                <a:cubicBezTo>
                  <a:pt x="378" y="6878"/>
                  <a:pt x="450" y="6926"/>
                  <a:pt x="517" y="6926"/>
                </a:cubicBezTo>
                <a:cubicBezTo>
                  <a:pt x="549" y="6926"/>
                  <a:pt x="580" y="6916"/>
                  <a:pt x="603" y="6892"/>
                </a:cubicBezTo>
                <a:lnTo>
                  <a:pt x="1615" y="6121"/>
                </a:lnTo>
                <a:lnTo>
                  <a:pt x="3061" y="241"/>
                </a:lnTo>
                <a:lnTo>
                  <a:pt x="2386" y="0"/>
                </a:lnTo>
                <a:close/>
              </a:path>
            </a:pathLst>
          </a:custGeom>
          <a:solidFill>
            <a:srgbClr val="4BC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5"/>
          <p:cNvSpPr/>
          <p:nvPr/>
        </p:nvSpPr>
        <p:spPr>
          <a:xfrm>
            <a:off x="1969306" y="3009384"/>
            <a:ext cx="106854" cy="95774"/>
          </a:xfrm>
          <a:custGeom>
            <a:avLst/>
            <a:gdLst/>
            <a:ahLst/>
            <a:cxnLst/>
            <a:rect l="l" t="t" r="r" b="b"/>
            <a:pathLst>
              <a:path w="1640" h="1470" extrusionOk="0">
                <a:moveTo>
                  <a:pt x="829" y="1"/>
                </a:moveTo>
                <a:cubicBezTo>
                  <a:pt x="522" y="1"/>
                  <a:pt x="237" y="186"/>
                  <a:pt x="121" y="494"/>
                </a:cubicBezTo>
                <a:cubicBezTo>
                  <a:pt x="0" y="880"/>
                  <a:pt x="217" y="1313"/>
                  <a:pt x="603" y="1434"/>
                </a:cubicBezTo>
                <a:cubicBezTo>
                  <a:pt x="680" y="1458"/>
                  <a:pt x="758" y="1470"/>
                  <a:pt x="835" y="1470"/>
                </a:cubicBezTo>
                <a:cubicBezTo>
                  <a:pt x="1141" y="1470"/>
                  <a:pt x="1422" y="1284"/>
                  <a:pt x="1519" y="976"/>
                </a:cubicBezTo>
                <a:cubicBezTo>
                  <a:pt x="1639" y="590"/>
                  <a:pt x="1446" y="157"/>
                  <a:pt x="1061" y="36"/>
                </a:cubicBezTo>
                <a:cubicBezTo>
                  <a:pt x="984" y="12"/>
                  <a:pt x="906" y="1"/>
                  <a:pt x="829" y="1"/>
                </a:cubicBezTo>
                <a:close/>
              </a:path>
            </a:pathLst>
          </a:custGeom>
          <a:solidFill>
            <a:srgbClr val="4BC0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5"/>
          <p:cNvSpPr/>
          <p:nvPr/>
        </p:nvSpPr>
        <p:spPr>
          <a:xfrm>
            <a:off x="1898676" y="2970877"/>
            <a:ext cx="139757" cy="117926"/>
          </a:xfrm>
          <a:custGeom>
            <a:avLst/>
            <a:gdLst/>
            <a:ahLst/>
            <a:cxnLst/>
            <a:rect l="l" t="t" r="r" b="b"/>
            <a:pathLst>
              <a:path w="2145" h="1810" extrusionOk="0">
                <a:moveTo>
                  <a:pt x="193" y="1"/>
                </a:moveTo>
                <a:cubicBezTo>
                  <a:pt x="193" y="1"/>
                  <a:pt x="0" y="1784"/>
                  <a:pt x="313" y="1808"/>
                </a:cubicBezTo>
                <a:cubicBezTo>
                  <a:pt x="319" y="1809"/>
                  <a:pt x="325" y="1809"/>
                  <a:pt x="331" y="1809"/>
                </a:cubicBezTo>
                <a:cubicBezTo>
                  <a:pt x="661" y="1809"/>
                  <a:pt x="2145" y="627"/>
                  <a:pt x="2145" y="627"/>
                </a:cubicBezTo>
                <a:lnTo>
                  <a:pt x="193" y="1"/>
                </a:lnTo>
                <a:close/>
              </a:path>
            </a:pathLst>
          </a:custGeom>
          <a:solidFill>
            <a:srgbClr val="2745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5"/>
          <p:cNvSpPr/>
          <p:nvPr/>
        </p:nvSpPr>
        <p:spPr>
          <a:xfrm>
            <a:off x="2038372" y="3011730"/>
            <a:ext cx="125684" cy="134344"/>
          </a:xfrm>
          <a:custGeom>
            <a:avLst/>
            <a:gdLst/>
            <a:ahLst/>
            <a:cxnLst/>
            <a:rect l="l" t="t" r="r" b="b"/>
            <a:pathLst>
              <a:path w="1929" h="2062" extrusionOk="0">
                <a:moveTo>
                  <a:pt x="1" y="0"/>
                </a:moveTo>
                <a:cubicBezTo>
                  <a:pt x="1" y="0"/>
                  <a:pt x="483" y="1904"/>
                  <a:pt x="748" y="2048"/>
                </a:cubicBezTo>
                <a:cubicBezTo>
                  <a:pt x="762" y="2057"/>
                  <a:pt x="777" y="2061"/>
                  <a:pt x="794" y="2061"/>
                </a:cubicBezTo>
                <a:cubicBezTo>
                  <a:pt x="1105" y="2061"/>
                  <a:pt x="1929" y="675"/>
                  <a:pt x="1929" y="675"/>
                </a:cubicBezTo>
                <a:lnTo>
                  <a:pt x="1" y="0"/>
                </a:lnTo>
                <a:close/>
              </a:path>
            </a:pathLst>
          </a:custGeom>
          <a:solidFill>
            <a:srgbClr val="2745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5"/>
          <p:cNvSpPr/>
          <p:nvPr/>
        </p:nvSpPr>
        <p:spPr>
          <a:xfrm>
            <a:off x="1972433" y="2668682"/>
            <a:ext cx="290526" cy="297095"/>
          </a:xfrm>
          <a:custGeom>
            <a:avLst/>
            <a:gdLst/>
            <a:ahLst/>
            <a:cxnLst/>
            <a:rect l="l" t="t" r="r" b="b"/>
            <a:pathLst>
              <a:path w="4459" h="4560" extrusionOk="0">
                <a:moveTo>
                  <a:pt x="2233" y="0"/>
                </a:moveTo>
                <a:cubicBezTo>
                  <a:pt x="1405" y="0"/>
                  <a:pt x="631" y="535"/>
                  <a:pt x="362" y="1361"/>
                </a:cubicBezTo>
                <a:cubicBezTo>
                  <a:pt x="1" y="2398"/>
                  <a:pt x="362" y="4157"/>
                  <a:pt x="1398" y="4494"/>
                </a:cubicBezTo>
                <a:cubicBezTo>
                  <a:pt x="1527" y="4539"/>
                  <a:pt x="1660" y="4560"/>
                  <a:pt x="1794" y="4560"/>
                </a:cubicBezTo>
                <a:cubicBezTo>
                  <a:pt x="2748" y="4560"/>
                  <a:pt x="3802" y="3522"/>
                  <a:pt x="4097" y="2614"/>
                </a:cubicBezTo>
                <a:cubicBezTo>
                  <a:pt x="4459" y="1578"/>
                  <a:pt x="3904" y="446"/>
                  <a:pt x="2868" y="108"/>
                </a:cubicBezTo>
                <a:cubicBezTo>
                  <a:pt x="2658" y="35"/>
                  <a:pt x="2444" y="0"/>
                  <a:pt x="2233" y="0"/>
                </a:cubicBezTo>
                <a:close/>
              </a:path>
            </a:pathLst>
          </a:custGeom>
          <a:solidFill>
            <a:srgbClr val="E894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5"/>
          <p:cNvSpPr/>
          <p:nvPr/>
        </p:nvSpPr>
        <p:spPr>
          <a:xfrm>
            <a:off x="2049384" y="2664382"/>
            <a:ext cx="312288" cy="169462"/>
          </a:xfrm>
          <a:custGeom>
            <a:avLst/>
            <a:gdLst/>
            <a:ahLst/>
            <a:cxnLst/>
            <a:rect l="l" t="t" r="r" b="b"/>
            <a:pathLst>
              <a:path w="4793" h="2601" extrusionOk="0">
                <a:moveTo>
                  <a:pt x="1751" y="1"/>
                </a:moveTo>
                <a:cubicBezTo>
                  <a:pt x="1231" y="1"/>
                  <a:pt x="782" y="73"/>
                  <a:pt x="579" y="174"/>
                </a:cubicBezTo>
                <a:cubicBezTo>
                  <a:pt x="0" y="439"/>
                  <a:pt x="193" y="1644"/>
                  <a:pt x="796" y="1837"/>
                </a:cubicBezTo>
                <a:cubicBezTo>
                  <a:pt x="1735" y="2150"/>
                  <a:pt x="2627" y="2464"/>
                  <a:pt x="3037" y="2584"/>
                </a:cubicBezTo>
                <a:cubicBezTo>
                  <a:pt x="3071" y="2595"/>
                  <a:pt x="3114" y="2600"/>
                  <a:pt x="3163" y="2600"/>
                </a:cubicBezTo>
                <a:cubicBezTo>
                  <a:pt x="3661" y="2600"/>
                  <a:pt x="4792" y="2047"/>
                  <a:pt x="4266" y="994"/>
                </a:cubicBezTo>
                <a:cubicBezTo>
                  <a:pt x="3907" y="244"/>
                  <a:pt x="2708" y="1"/>
                  <a:pt x="1751" y="1"/>
                </a:cubicBez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5"/>
          <p:cNvSpPr/>
          <p:nvPr/>
        </p:nvSpPr>
        <p:spPr>
          <a:xfrm>
            <a:off x="1972433" y="2668682"/>
            <a:ext cx="290526" cy="297095"/>
          </a:xfrm>
          <a:custGeom>
            <a:avLst/>
            <a:gdLst/>
            <a:ahLst/>
            <a:cxnLst/>
            <a:rect l="l" t="t" r="r" b="b"/>
            <a:pathLst>
              <a:path w="4459" h="4560" extrusionOk="0">
                <a:moveTo>
                  <a:pt x="2233" y="0"/>
                </a:moveTo>
                <a:cubicBezTo>
                  <a:pt x="1405" y="0"/>
                  <a:pt x="631" y="535"/>
                  <a:pt x="362" y="1361"/>
                </a:cubicBezTo>
                <a:cubicBezTo>
                  <a:pt x="1" y="2398"/>
                  <a:pt x="362" y="4157"/>
                  <a:pt x="1398" y="4494"/>
                </a:cubicBezTo>
                <a:cubicBezTo>
                  <a:pt x="1527" y="4539"/>
                  <a:pt x="1660" y="4560"/>
                  <a:pt x="1794" y="4560"/>
                </a:cubicBezTo>
                <a:cubicBezTo>
                  <a:pt x="2748" y="4560"/>
                  <a:pt x="3802" y="3522"/>
                  <a:pt x="4097" y="2614"/>
                </a:cubicBezTo>
                <a:cubicBezTo>
                  <a:pt x="4459" y="1578"/>
                  <a:pt x="3904" y="446"/>
                  <a:pt x="2868" y="108"/>
                </a:cubicBezTo>
                <a:cubicBezTo>
                  <a:pt x="2658" y="35"/>
                  <a:pt x="2444" y="0"/>
                  <a:pt x="2233" y="0"/>
                </a:cubicBezTo>
                <a:close/>
              </a:path>
            </a:pathLst>
          </a:custGeom>
          <a:solidFill>
            <a:srgbClr val="E8947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5"/>
          <p:cNvSpPr/>
          <p:nvPr/>
        </p:nvSpPr>
        <p:spPr>
          <a:xfrm>
            <a:off x="1909622" y="2610367"/>
            <a:ext cx="310985" cy="305630"/>
          </a:xfrm>
          <a:custGeom>
            <a:avLst/>
            <a:gdLst/>
            <a:ahLst/>
            <a:cxnLst/>
            <a:rect l="l" t="t" r="r" b="b"/>
            <a:pathLst>
              <a:path w="4773" h="4691" extrusionOk="0">
                <a:moveTo>
                  <a:pt x="3702" y="0"/>
                </a:moveTo>
                <a:cubicBezTo>
                  <a:pt x="2901" y="0"/>
                  <a:pt x="462" y="558"/>
                  <a:pt x="242" y="955"/>
                </a:cubicBezTo>
                <a:cubicBezTo>
                  <a:pt x="1" y="1389"/>
                  <a:pt x="748" y="3534"/>
                  <a:pt x="748" y="3534"/>
                </a:cubicBezTo>
                <a:lnTo>
                  <a:pt x="1567" y="4690"/>
                </a:lnTo>
                <a:lnTo>
                  <a:pt x="1904" y="3678"/>
                </a:lnTo>
                <a:cubicBezTo>
                  <a:pt x="1904" y="3678"/>
                  <a:pt x="1398" y="2690"/>
                  <a:pt x="1832" y="2232"/>
                </a:cubicBezTo>
                <a:cubicBezTo>
                  <a:pt x="1927" y="2132"/>
                  <a:pt x="2024" y="2094"/>
                  <a:pt x="2117" y="2094"/>
                </a:cubicBezTo>
                <a:cubicBezTo>
                  <a:pt x="2429" y="2094"/>
                  <a:pt x="2700" y="2521"/>
                  <a:pt x="2700" y="2521"/>
                </a:cubicBezTo>
                <a:lnTo>
                  <a:pt x="3374" y="1991"/>
                </a:lnTo>
                <a:cubicBezTo>
                  <a:pt x="3374" y="1991"/>
                  <a:pt x="3399" y="1993"/>
                  <a:pt x="3442" y="1993"/>
                </a:cubicBezTo>
                <a:cubicBezTo>
                  <a:pt x="3643" y="1993"/>
                  <a:pt x="4244" y="1960"/>
                  <a:pt x="4483" y="1582"/>
                </a:cubicBezTo>
                <a:cubicBezTo>
                  <a:pt x="4772" y="1124"/>
                  <a:pt x="4387" y="112"/>
                  <a:pt x="3880" y="15"/>
                </a:cubicBezTo>
                <a:cubicBezTo>
                  <a:pt x="3837" y="5"/>
                  <a:pt x="3777" y="0"/>
                  <a:pt x="3702" y="0"/>
                </a:cubicBez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35"/>
          <p:cNvSpPr/>
          <p:nvPr/>
        </p:nvSpPr>
        <p:spPr>
          <a:xfrm flipH="1">
            <a:off x="3362913" y="3894300"/>
            <a:ext cx="1107600" cy="124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" name="Google Shape;415;p35"/>
          <p:cNvGrpSpPr/>
          <p:nvPr/>
        </p:nvGrpSpPr>
        <p:grpSpPr>
          <a:xfrm flipH="1">
            <a:off x="3759219" y="902966"/>
            <a:ext cx="2186191" cy="280772"/>
            <a:chOff x="4025147" y="803075"/>
            <a:chExt cx="2274440" cy="280800"/>
          </a:xfrm>
        </p:grpSpPr>
        <p:cxnSp>
          <p:nvCxnSpPr>
            <p:cNvPr id="416" name="Google Shape;416;p35"/>
            <p:cNvCxnSpPr/>
            <p:nvPr/>
          </p:nvCxnSpPr>
          <p:spPr>
            <a:xfrm rot="10800000" flipH="1">
              <a:off x="4025147" y="803075"/>
              <a:ext cx="573900" cy="280800"/>
            </a:xfrm>
            <a:prstGeom prst="curvedConnector3">
              <a:avLst>
                <a:gd name="adj1" fmla="val 50000"/>
              </a:avLst>
            </a:prstGeom>
            <a:noFill/>
            <a:ln w="1143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35"/>
            <p:cNvCxnSpPr/>
            <p:nvPr/>
          </p:nvCxnSpPr>
          <p:spPr>
            <a:xfrm rot="10800000">
              <a:off x="4588384" y="803075"/>
              <a:ext cx="573900" cy="280800"/>
            </a:xfrm>
            <a:prstGeom prst="curvedConnector3">
              <a:avLst>
                <a:gd name="adj1" fmla="val 50000"/>
              </a:avLst>
            </a:prstGeom>
            <a:noFill/>
            <a:ln w="1143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35"/>
            <p:cNvCxnSpPr/>
            <p:nvPr/>
          </p:nvCxnSpPr>
          <p:spPr>
            <a:xfrm rot="10800000" flipH="1">
              <a:off x="5162284" y="803075"/>
              <a:ext cx="573900" cy="280800"/>
            </a:xfrm>
            <a:prstGeom prst="curvedConnector3">
              <a:avLst>
                <a:gd name="adj1" fmla="val 50000"/>
              </a:avLst>
            </a:prstGeom>
            <a:noFill/>
            <a:ln w="1143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" name="Google Shape;419;p35"/>
            <p:cNvCxnSpPr/>
            <p:nvPr/>
          </p:nvCxnSpPr>
          <p:spPr>
            <a:xfrm rot="10800000">
              <a:off x="5725687" y="803075"/>
              <a:ext cx="573900" cy="280800"/>
            </a:xfrm>
            <a:prstGeom prst="curvedConnector3">
              <a:avLst>
                <a:gd name="adj1" fmla="val 50000"/>
              </a:avLst>
            </a:prstGeom>
            <a:noFill/>
            <a:ln w="1143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20" name="Google Shape;420;p35"/>
          <p:cNvSpPr/>
          <p:nvPr/>
        </p:nvSpPr>
        <p:spPr>
          <a:xfrm flipH="1">
            <a:off x="1162485" y="4711000"/>
            <a:ext cx="1154700" cy="43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1" name="Google Shape;421;p35"/>
          <p:cNvGrpSpPr/>
          <p:nvPr/>
        </p:nvGrpSpPr>
        <p:grpSpPr>
          <a:xfrm flipH="1">
            <a:off x="920768" y="1570211"/>
            <a:ext cx="988865" cy="671754"/>
            <a:chOff x="7036018" y="2091338"/>
            <a:chExt cx="988865" cy="671754"/>
          </a:xfrm>
        </p:grpSpPr>
        <p:sp>
          <p:nvSpPr>
            <p:cNvPr id="422" name="Google Shape;422;p35"/>
            <p:cNvSpPr/>
            <p:nvPr/>
          </p:nvSpPr>
          <p:spPr>
            <a:xfrm>
              <a:off x="7393274" y="2238760"/>
              <a:ext cx="501835" cy="443811"/>
            </a:xfrm>
            <a:custGeom>
              <a:avLst/>
              <a:gdLst/>
              <a:ahLst/>
              <a:cxnLst/>
              <a:rect l="l" t="t" r="r" b="b"/>
              <a:pathLst>
                <a:path w="9038" h="7993" extrusionOk="0">
                  <a:moveTo>
                    <a:pt x="4508" y="1"/>
                  </a:moveTo>
                  <a:cubicBezTo>
                    <a:pt x="3284" y="1"/>
                    <a:pt x="2078" y="561"/>
                    <a:pt x="1302" y="1611"/>
                  </a:cubicBezTo>
                  <a:cubicBezTo>
                    <a:pt x="1" y="3394"/>
                    <a:pt x="362" y="5900"/>
                    <a:pt x="2145" y="7202"/>
                  </a:cubicBezTo>
                  <a:cubicBezTo>
                    <a:pt x="2855" y="7736"/>
                    <a:pt x="3686" y="7992"/>
                    <a:pt x="4512" y="7992"/>
                  </a:cubicBezTo>
                  <a:cubicBezTo>
                    <a:pt x="5734" y="7992"/>
                    <a:pt x="6945" y="7432"/>
                    <a:pt x="7736" y="6382"/>
                  </a:cubicBezTo>
                  <a:cubicBezTo>
                    <a:pt x="9037" y="4599"/>
                    <a:pt x="8676" y="2093"/>
                    <a:pt x="6892" y="792"/>
                  </a:cubicBezTo>
                  <a:cubicBezTo>
                    <a:pt x="6173" y="257"/>
                    <a:pt x="5336" y="1"/>
                    <a:pt x="45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7311650" y="2262636"/>
              <a:ext cx="662358" cy="396115"/>
            </a:xfrm>
            <a:custGeom>
              <a:avLst/>
              <a:gdLst/>
              <a:ahLst/>
              <a:cxnLst/>
              <a:rect l="l" t="t" r="r" b="b"/>
              <a:pathLst>
                <a:path w="11929" h="7134" extrusionOk="0">
                  <a:moveTo>
                    <a:pt x="1640" y="0"/>
                  </a:moveTo>
                  <a:cubicBezTo>
                    <a:pt x="1463" y="0"/>
                    <a:pt x="1291" y="23"/>
                    <a:pt x="1133" y="72"/>
                  </a:cubicBezTo>
                  <a:cubicBezTo>
                    <a:pt x="579" y="241"/>
                    <a:pt x="242" y="675"/>
                    <a:pt x="169" y="1326"/>
                  </a:cubicBezTo>
                  <a:cubicBezTo>
                    <a:pt x="1" y="3205"/>
                    <a:pt x="4917" y="5639"/>
                    <a:pt x="7350" y="6531"/>
                  </a:cubicBezTo>
                  <a:cubicBezTo>
                    <a:pt x="8531" y="6964"/>
                    <a:pt x="9399" y="7133"/>
                    <a:pt x="10049" y="7133"/>
                  </a:cubicBezTo>
                  <a:cubicBezTo>
                    <a:pt x="11254" y="7133"/>
                    <a:pt x="11640" y="6555"/>
                    <a:pt x="11784" y="6241"/>
                  </a:cubicBezTo>
                  <a:cubicBezTo>
                    <a:pt x="11929" y="5856"/>
                    <a:pt x="11881" y="5422"/>
                    <a:pt x="11688" y="5037"/>
                  </a:cubicBezTo>
                  <a:cubicBezTo>
                    <a:pt x="11471" y="4675"/>
                    <a:pt x="11013" y="4193"/>
                    <a:pt x="9977" y="4000"/>
                  </a:cubicBezTo>
                  <a:lnTo>
                    <a:pt x="9929" y="4241"/>
                  </a:lnTo>
                  <a:cubicBezTo>
                    <a:pt x="10869" y="4410"/>
                    <a:pt x="11278" y="4844"/>
                    <a:pt x="11471" y="5157"/>
                  </a:cubicBezTo>
                  <a:cubicBezTo>
                    <a:pt x="11640" y="5470"/>
                    <a:pt x="11664" y="5832"/>
                    <a:pt x="11543" y="6145"/>
                  </a:cubicBezTo>
                  <a:cubicBezTo>
                    <a:pt x="11436" y="6422"/>
                    <a:pt x="11093" y="6894"/>
                    <a:pt x="10028" y="6894"/>
                  </a:cubicBezTo>
                  <a:cubicBezTo>
                    <a:pt x="9423" y="6894"/>
                    <a:pt x="8584" y="6742"/>
                    <a:pt x="7423" y="6314"/>
                  </a:cubicBezTo>
                  <a:cubicBezTo>
                    <a:pt x="4507" y="5229"/>
                    <a:pt x="266" y="2916"/>
                    <a:pt x="410" y="1350"/>
                  </a:cubicBezTo>
                  <a:cubicBezTo>
                    <a:pt x="483" y="795"/>
                    <a:pt x="748" y="434"/>
                    <a:pt x="1205" y="289"/>
                  </a:cubicBezTo>
                  <a:cubicBezTo>
                    <a:pt x="1335" y="251"/>
                    <a:pt x="1473" y="234"/>
                    <a:pt x="1614" y="234"/>
                  </a:cubicBezTo>
                  <a:cubicBezTo>
                    <a:pt x="2180" y="234"/>
                    <a:pt x="2791" y="515"/>
                    <a:pt x="3061" y="844"/>
                  </a:cubicBezTo>
                  <a:lnTo>
                    <a:pt x="3254" y="699"/>
                  </a:lnTo>
                  <a:cubicBezTo>
                    <a:pt x="2900" y="270"/>
                    <a:pt x="2243" y="0"/>
                    <a:pt x="1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7209982" y="2704180"/>
              <a:ext cx="58912" cy="58912"/>
            </a:xfrm>
            <a:custGeom>
              <a:avLst/>
              <a:gdLst/>
              <a:ahLst/>
              <a:cxnLst/>
              <a:rect l="l" t="t" r="r" b="b"/>
              <a:pathLst>
                <a:path w="1061" h="1061" extrusionOk="0">
                  <a:moveTo>
                    <a:pt x="530" y="0"/>
                  </a:moveTo>
                  <a:cubicBezTo>
                    <a:pt x="241" y="0"/>
                    <a:pt x="0" y="241"/>
                    <a:pt x="0" y="531"/>
                  </a:cubicBezTo>
                  <a:cubicBezTo>
                    <a:pt x="0" y="820"/>
                    <a:pt x="241" y="1061"/>
                    <a:pt x="530" y="1061"/>
                  </a:cubicBezTo>
                  <a:cubicBezTo>
                    <a:pt x="819" y="1061"/>
                    <a:pt x="1060" y="820"/>
                    <a:pt x="1060" y="531"/>
                  </a:cubicBezTo>
                  <a:cubicBezTo>
                    <a:pt x="1060" y="241"/>
                    <a:pt x="819" y="0"/>
                    <a:pt x="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7995399" y="2320161"/>
              <a:ext cx="29484" cy="28151"/>
            </a:xfrm>
            <a:custGeom>
              <a:avLst/>
              <a:gdLst/>
              <a:ahLst/>
              <a:cxnLst/>
              <a:rect l="l" t="t" r="r" b="b"/>
              <a:pathLst>
                <a:path w="531" h="507" extrusionOk="0">
                  <a:moveTo>
                    <a:pt x="266" y="0"/>
                  </a:moveTo>
                  <a:cubicBezTo>
                    <a:pt x="121" y="0"/>
                    <a:pt x="1" y="121"/>
                    <a:pt x="1" y="265"/>
                  </a:cubicBezTo>
                  <a:cubicBezTo>
                    <a:pt x="1" y="410"/>
                    <a:pt x="121" y="506"/>
                    <a:pt x="266" y="506"/>
                  </a:cubicBezTo>
                  <a:cubicBezTo>
                    <a:pt x="410" y="506"/>
                    <a:pt x="531" y="410"/>
                    <a:pt x="531" y="265"/>
                  </a:cubicBezTo>
                  <a:cubicBezTo>
                    <a:pt x="531" y="121"/>
                    <a:pt x="410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7036018" y="2091338"/>
              <a:ext cx="62965" cy="62965"/>
            </a:xfrm>
            <a:custGeom>
              <a:avLst/>
              <a:gdLst/>
              <a:ahLst/>
              <a:cxnLst/>
              <a:rect l="l" t="t" r="r" b="b"/>
              <a:pathLst>
                <a:path w="1134" h="1134" extrusionOk="0">
                  <a:moveTo>
                    <a:pt x="579" y="1"/>
                  </a:moveTo>
                  <a:cubicBezTo>
                    <a:pt x="266" y="1"/>
                    <a:pt x="0" y="266"/>
                    <a:pt x="0" y="579"/>
                  </a:cubicBezTo>
                  <a:cubicBezTo>
                    <a:pt x="0" y="892"/>
                    <a:pt x="266" y="1133"/>
                    <a:pt x="579" y="1133"/>
                  </a:cubicBezTo>
                  <a:cubicBezTo>
                    <a:pt x="892" y="1133"/>
                    <a:pt x="1133" y="892"/>
                    <a:pt x="1133" y="579"/>
                  </a:cubicBezTo>
                  <a:cubicBezTo>
                    <a:pt x="1133" y="266"/>
                    <a:pt x="892" y="1"/>
                    <a:pt x="5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4">
            <a:extLst>
              <a:ext uri="{FF2B5EF4-FFF2-40B4-BE49-F238E27FC236}">
                <a16:creationId xmlns:a16="http://schemas.microsoft.com/office/drawing/2014/main" id="{C17DC269-E4C8-685E-8D3B-367FE8B6030A}"/>
              </a:ext>
            </a:extLst>
          </p:cNvPr>
          <p:cNvGrpSpPr/>
          <p:nvPr/>
        </p:nvGrpSpPr>
        <p:grpSpPr>
          <a:xfrm>
            <a:off x="-429371" y="4449364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57ECCCF4-E5DE-3000-451E-EC0FBF6F7736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700F5ED2-9359-AA95-9D74-528CA3BADE70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AAFECA85-DFA0-E0A5-3514-06B4B4327304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00" y="412665"/>
            <a:ext cx="7704000" cy="457200"/>
          </a:xfrm>
        </p:spPr>
        <p:txBody>
          <a:bodyPr/>
          <a:lstStyle/>
          <a:p>
            <a:r>
              <a:rPr lang="es-MX" dirty="0"/>
              <a:t>Recomendaciones</a:t>
            </a:r>
            <a:endParaRPr lang="es-CL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12126" y="1034055"/>
            <a:ext cx="7519748" cy="2145900"/>
          </a:xfrm>
        </p:spPr>
        <p:txBody>
          <a:bodyPr/>
          <a:lstStyle/>
          <a:p>
            <a:pPr marL="152400" indent="0">
              <a:buNone/>
            </a:pPr>
            <a:r>
              <a:rPr lang="es-MX" b="1" dirty="0"/>
              <a:t>Profundice en las Respuestas:</a:t>
            </a:r>
          </a:p>
          <a:p>
            <a:endParaRPr lang="es-MX" dirty="0"/>
          </a:p>
          <a:p>
            <a:r>
              <a:rPr lang="es-MX" dirty="0"/>
              <a:t>Siempre pregunte el "por qué" detrás de la información proporcionada por el entrevistado para evitar quedarse solo con la primera respuesta superficial.</a:t>
            </a:r>
          </a:p>
          <a:p>
            <a:pPr marL="152400" indent="0">
              <a:buNone/>
            </a:pPr>
            <a:r>
              <a:rPr lang="es-MX" b="1" dirty="0"/>
              <a:t>Explore las Razones Subyacentes:</a:t>
            </a:r>
            <a:endParaRPr lang="es-MX" dirty="0"/>
          </a:p>
          <a:p>
            <a:r>
              <a:rPr lang="es-MX" dirty="0"/>
              <a:t>Busque comprender las motivaciones y contextos detrás de los conceptos, acciones y sentimientos expresados por el entrevistado.</a:t>
            </a:r>
          </a:p>
          <a:p>
            <a:pPr marL="152400" indent="0">
              <a:buNone/>
            </a:pPr>
            <a:r>
              <a:rPr lang="es-MX" b="1" dirty="0"/>
              <a:t>Formule Preguntas Específicas:</a:t>
            </a:r>
            <a:endParaRPr lang="es-MX" dirty="0"/>
          </a:p>
          <a:p>
            <a:r>
              <a:rPr lang="es-MX" dirty="0"/>
              <a:t>En lugar de hacer preguntas generales, dirígete a temas específicos para obtener respuestas más detalladas y relevantes.</a:t>
            </a:r>
          </a:p>
          <a:p>
            <a:pPr marL="152400" indent="0">
              <a:buNone/>
            </a:pPr>
            <a:r>
              <a:rPr lang="es-MX" b="1" dirty="0"/>
              <a:t>Evite Suposiciones:</a:t>
            </a:r>
          </a:p>
          <a:p>
            <a:endParaRPr lang="es-MX" dirty="0"/>
          </a:p>
          <a:p>
            <a:r>
              <a:rPr lang="es-MX" dirty="0"/>
              <a:t>No asuma que conoce la respuesta que el entrevistado podría dar. Mantenga una mente abierta y permita que el entrevistado exprese sus pensamientos completos.</a:t>
            </a:r>
            <a:endParaRPr lang="es-CL" dirty="0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7E58821E-3E3E-A6D9-AD0F-E0DE6E2D0DE8}"/>
              </a:ext>
            </a:extLst>
          </p:cNvPr>
          <p:cNvGrpSpPr/>
          <p:nvPr/>
        </p:nvGrpSpPr>
        <p:grpSpPr>
          <a:xfrm>
            <a:off x="-429371" y="4449364"/>
            <a:ext cx="18288000" cy="856676"/>
            <a:chOff x="0" y="0"/>
            <a:chExt cx="4816593" cy="225627"/>
          </a:xfrm>
        </p:grpSpPr>
        <p:sp>
          <p:nvSpPr>
            <p:cNvPr id="5" name="Freeform 15">
              <a:extLst>
                <a:ext uri="{FF2B5EF4-FFF2-40B4-BE49-F238E27FC236}">
                  <a16:creationId xmlns:a16="http://schemas.microsoft.com/office/drawing/2014/main" id="{0F4E30FA-7FD0-B9F4-8F9F-21C12B13BD3A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16">
              <a:extLst>
                <a:ext uri="{FF2B5EF4-FFF2-40B4-BE49-F238E27FC236}">
                  <a16:creationId xmlns:a16="http://schemas.microsoft.com/office/drawing/2014/main" id="{784C3F25-775C-577C-D0AF-B6D870BEF98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17">
            <a:extLst>
              <a:ext uri="{FF2B5EF4-FFF2-40B4-BE49-F238E27FC236}">
                <a16:creationId xmlns:a16="http://schemas.microsoft.com/office/drawing/2014/main" id="{9917478F-9BC9-99F0-E7A4-4D6940FE199B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337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556920"/>
              </p:ext>
            </p:extLst>
          </p:nvPr>
        </p:nvGraphicFramePr>
        <p:xfrm>
          <a:off x="1448655" y="358398"/>
          <a:ext cx="6154220" cy="4203330"/>
        </p:xfrm>
        <a:graphic>
          <a:graphicData uri="http://schemas.openxmlformats.org/drawingml/2006/table">
            <a:tbl>
              <a:tblPr firstRow="1" firstCol="1" bandRow="1">
                <a:tableStyleId>{156FDC1F-3681-44C8-BE73-1739F9C21FA9}</a:tableStyleId>
              </a:tblPr>
              <a:tblGrid>
                <a:gridCol w="15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8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8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17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Instrumento B 1.1.2.1 Pauta de Entrevista en profundidad a usuarios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62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Nombre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Medio de registro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62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Edad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Fecha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62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Ocupación 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Duración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1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Tiempo en el cargo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             Entrevista completa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1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Relación con el servicio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17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Temáticas</a:t>
                      </a:r>
                      <a:endParaRPr lang="es-CL" sz="7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Citas Claves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3966"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3966"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3283"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3283"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13283"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>
                          <a:effectLst/>
                        </a:rPr>
                        <a:t> </a:t>
                      </a:r>
                      <a:endParaRPr lang="es-CL" sz="7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 dirty="0">
                          <a:effectLst/>
                        </a:rPr>
                        <a:t>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700" kern="100" dirty="0">
                          <a:effectLst/>
                        </a:rPr>
                        <a:t> </a:t>
                      </a:r>
                      <a:endParaRPr lang="es-CL" sz="7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40814" marR="40814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B5A901CD-CE0D-E122-4526-62180402541D}"/>
              </a:ext>
            </a:extLst>
          </p:cNvPr>
          <p:cNvGrpSpPr/>
          <p:nvPr/>
        </p:nvGrpSpPr>
        <p:grpSpPr>
          <a:xfrm>
            <a:off x="-429371" y="4449364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2038ECA5-8C76-40A5-2B00-81863604D5D5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16">
              <a:extLst>
                <a:ext uri="{FF2B5EF4-FFF2-40B4-BE49-F238E27FC236}">
                  <a16:creationId xmlns:a16="http://schemas.microsoft.com/office/drawing/2014/main" id="{BC65F319-0B25-B4B9-9D01-8FD0DA31D88B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17">
            <a:extLst>
              <a:ext uri="{FF2B5EF4-FFF2-40B4-BE49-F238E27FC236}">
                <a16:creationId xmlns:a16="http://schemas.microsoft.com/office/drawing/2014/main" id="{2FA14027-8736-CD52-1A50-0765A7D7EC61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6110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8496" y="368619"/>
            <a:ext cx="3113895" cy="457200"/>
          </a:xfrm>
        </p:spPr>
        <p:txBody>
          <a:bodyPr/>
          <a:lstStyle/>
          <a:p>
            <a:r>
              <a:rPr lang="es-MX" dirty="0"/>
              <a:t>Ejemplo.</a:t>
            </a:r>
            <a:endParaRPr lang="es-CL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402451"/>
              </p:ext>
            </p:extLst>
          </p:nvPr>
        </p:nvGraphicFramePr>
        <p:xfrm>
          <a:off x="1337264" y="846039"/>
          <a:ext cx="6469472" cy="3691601"/>
        </p:xfrm>
        <a:graphic>
          <a:graphicData uri="http://schemas.openxmlformats.org/drawingml/2006/table">
            <a:tbl>
              <a:tblPr firstRow="1" firstCol="1" bandRow="1">
                <a:tableStyleId>{156FDC1F-3681-44C8-BE73-1739F9C21FA9}</a:tableStyleId>
              </a:tblPr>
              <a:tblGrid>
                <a:gridCol w="1617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7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2576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Instrumento B 1.1.2.1 Pauta de Entrevista en profundidad a usuarios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8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Nombre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David Lombardo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Medio de registro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Teams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8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Edad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46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Fecha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27 julio 2024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16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Ocupación 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Ingeniero Comercial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Duración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30 minutos.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16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Tiempo en el cargo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Un año y medio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             Entrevista completa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16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Relación con el servicio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Alcalde 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576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Temáticas</a:t>
                      </a:r>
                      <a:endParaRPr lang="es-CL" sz="6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Citas Claves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2676">
                <a:tc gridSpan="2"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es-ES" sz="600" kern="100">
                          <a:effectLst/>
                        </a:rPr>
                        <a:t>Gestión de residuos</a:t>
                      </a:r>
                      <a:endParaRPr lang="es-CL" sz="6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¿Cómo se gestionan los residuos domiciliarios en nuestra comuna?</a:t>
                      </a:r>
                      <a:endParaRPr lang="es-CL" sz="6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“contamos con un servicio de recolección de residuos domiciliarios que se realiza de manera regular y organizada” .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“tenemos puntos de acopio para residuos reciclables” 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“puntos limpios para la disposición de residuos especiales”.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922">
                <a:tc gridSpan="2"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es-ES" sz="600" kern="100">
                          <a:effectLst/>
                        </a:rPr>
                        <a:t>Categoría de residuos</a:t>
                      </a:r>
                      <a:endParaRPr lang="es-CL" sz="6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¿Qué tipos de residuos se pueden reciclar en nuestra comuna?</a:t>
                      </a:r>
                      <a:endParaRPr lang="es-CL" sz="6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 dirty="0">
                          <a:effectLst/>
                        </a:rPr>
                        <a:t>“papel, cartón, plástico, vidrio y metales”. “separen correctamente estos residuos y en las condiciones necesarias”</a:t>
                      </a:r>
                      <a:endParaRPr lang="es-CL" sz="6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922">
                <a:tc gridSpan="2"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es-ES" sz="600" kern="100">
                          <a:effectLst/>
                        </a:rPr>
                        <a:t>Prevención de residuos</a:t>
                      </a:r>
                      <a:endParaRPr lang="es-CL" sz="6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¿Cómo podemos reducir la cantidad de residuos que generamos?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“practicando la reducción en origen”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“evitar el uso de productos de un solo uso” “reutilizar”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 “reciclar separar correctamente”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922">
                <a:tc gridSpan="2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es-CL" sz="600" kern="100">
                          <a:effectLst/>
                        </a:rPr>
                        <a:t>Acciones implementadas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¿Qué medidas se están tomando para reducir la cantidad de residuos en nuestra comuna?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“la promoción del compostaje domiciliario”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 “campaña de educación ambiental”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“implementación de puntos limpios para  residuos especiales”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922">
                <a:tc gridSpan="2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es-CL" sz="600" kern="100">
                          <a:effectLst/>
                        </a:rPr>
                        <a:t>Normas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¿Cómo podemos hacer denuncias sobre malas prácticas en la gestión de residuos?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>
                          <a:effectLst/>
                        </a:rPr>
                        <a:t> </a:t>
                      </a:r>
                      <a:endParaRPr lang="es-CL" sz="6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 dirty="0">
                          <a:effectLst/>
                        </a:rPr>
                        <a:t>“denuncia a través de nuestro sitio web o en las oficinas de la municipalidad”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L" sz="600" kern="100" dirty="0">
                          <a:effectLst/>
                        </a:rPr>
                        <a:t> </a:t>
                      </a:r>
                      <a:endParaRPr lang="es-CL" sz="6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36279" marR="36279" marT="0" marB="0"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86336"/>
              </p:ext>
            </p:extLst>
          </p:nvPr>
        </p:nvGraphicFramePr>
        <p:xfrm>
          <a:off x="5291192" y="1409885"/>
          <a:ext cx="760288" cy="480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Documento" showAsIcon="1" r:id="rId3" imgW="832680" imgH="538920" progId="Word.Document.12">
                  <p:embed/>
                </p:oleObj>
              </mc:Choice>
              <mc:Fallback>
                <p:oleObj name="Documento" showAsIcon="1" r:id="rId3" imgW="832680" imgH="538920" progId="Word.Document.12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1192" y="1409885"/>
                        <a:ext cx="760288" cy="4805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4">
            <a:extLst>
              <a:ext uri="{FF2B5EF4-FFF2-40B4-BE49-F238E27FC236}">
                <a16:creationId xmlns:a16="http://schemas.microsoft.com/office/drawing/2014/main" id="{3DB9C1E4-C2E7-090C-2A06-D66A33059AAF}"/>
              </a:ext>
            </a:extLst>
          </p:cNvPr>
          <p:cNvGrpSpPr/>
          <p:nvPr/>
        </p:nvGrpSpPr>
        <p:grpSpPr>
          <a:xfrm>
            <a:off x="-429371" y="4449364"/>
            <a:ext cx="18288000" cy="856676"/>
            <a:chOff x="0" y="0"/>
            <a:chExt cx="4816593" cy="225627"/>
          </a:xfrm>
        </p:grpSpPr>
        <p:sp>
          <p:nvSpPr>
            <p:cNvPr id="6" name="Freeform 15">
              <a:extLst>
                <a:ext uri="{FF2B5EF4-FFF2-40B4-BE49-F238E27FC236}">
                  <a16:creationId xmlns:a16="http://schemas.microsoft.com/office/drawing/2014/main" id="{8E5C0A9D-E1E0-9D6B-6877-377D0BDBFF69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DEF64641-1137-3F09-C20C-9DDE52EF55CA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17">
            <a:extLst>
              <a:ext uri="{FF2B5EF4-FFF2-40B4-BE49-F238E27FC236}">
                <a16:creationId xmlns:a16="http://schemas.microsoft.com/office/drawing/2014/main" id="{D5861697-3DC8-C0CB-A917-6507DB9EE31B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8913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7"/>
          <p:cNvSpPr/>
          <p:nvPr/>
        </p:nvSpPr>
        <p:spPr>
          <a:xfrm>
            <a:off x="4989025" y="3228704"/>
            <a:ext cx="641400" cy="641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7"/>
          <p:cNvSpPr txBox="1">
            <a:spLocks noGrp="1"/>
          </p:cNvSpPr>
          <p:nvPr>
            <p:ph type="title"/>
          </p:nvPr>
        </p:nvSpPr>
        <p:spPr>
          <a:xfrm>
            <a:off x="1847802" y="457005"/>
            <a:ext cx="4781100" cy="643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Referencias</a:t>
            </a:r>
            <a:endParaRPr sz="3200" dirty="0"/>
          </a:p>
        </p:txBody>
      </p:sp>
      <p:sp>
        <p:nvSpPr>
          <p:cNvPr id="488" name="Google Shape;488;p37"/>
          <p:cNvSpPr txBox="1">
            <a:spLocks noGrp="1"/>
          </p:cNvSpPr>
          <p:nvPr>
            <p:ph type="subTitle" idx="1"/>
          </p:nvPr>
        </p:nvSpPr>
        <p:spPr>
          <a:xfrm>
            <a:off x="2181450" y="1428401"/>
            <a:ext cx="4781100" cy="16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MX" sz="1400" dirty="0"/>
              <a:t>INACAP. (</a:t>
            </a:r>
            <a:r>
              <a:rPr lang="es-MX" sz="1400" dirty="0" err="1"/>
              <a:t>n.d</a:t>
            </a:r>
            <a:r>
              <a:rPr lang="es-MX" sz="1400" dirty="0"/>
              <a:t>.). </a:t>
            </a:r>
            <a:r>
              <a:rPr lang="es-MX" sz="1400" i="1" dirty="0" err="1"/>
              <a:t>Toolkit</a:t>
            </a:r>
            <a:r>
              <a:rPr lang="es-MX" sz="1400" i="1" dirty="0"/>
              <a:t>: Guía de introducción a la educación</a:t>
            </a:r>
            <a:r>
              <a:rPr lang="es-MX" sz="1400" dirty="0"/>
              <a:t> [PDF]. INACAP. </a:t>
            </a:r>
            <a:r>
              <a:rPr lang="es-MX" sz="1400" dirty="0">
                <a:hlinkClick r:id="rId3"/>
              </a:rPr>
              <a:t>https://lms.inacap.cl/pluginfile.php/15252140/mod_resource/content/1/FGIE01_U01S00_TOOLKIT_U01.pdf</a:t>
            </a:r>
            <a:endParaRPr sz="1400" dirty="0"/>
          </a:p>
        </p:txBody>
      </p:sp>
      <p:grpSp>
        <p:nvGrpSpPr>
          <p:cNvPr id="489" name="Google Shape;489;p37"/>
          <p:cNvGrpSpPr/>
          <p:nvPr/>
        </p:nvGrpSpPr>
        <p:grpSpPr>
          <a:xfrm rot="10800000" flipH="1">
            <a:off x="6339320" y="415575"/>
            <a:ext cx="2046036" cy="1028700"/>
            <a:chOff x="6985870" y="411575"/>
            <a:chExt cx="2046036" cy="1028700"/>
          </a:xfrm>
        </p:grpSpPr>
        <p:sp>
          <p:nvSpPr>
            <p:cNvPr id="490" name="Google Shape;490;p37"/>
            <p:cNvSpPr/>
            <p:nvPr/>
          </p:nvSpPr>
          <p:spPr>
            <a:xfrm>
              <a:off x="8005306" y="411575"/>
              <a:ext cx="1026600" cy="1028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6985870" y="411575"/>
              <a:ext cx="1026600" cy="10287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2" name="Google Shape;492;p37"/>
          <p:cNvSpPr/>
          <p:nvPr/>
        </p:nvSpPr>
        <p:spPr>
          <a:xfrm>
            <a:off x="6418902" y="2211520"/>
            <a:ext cx="1466891" cy="1277295"/>
          </a:xfrm>
          <a:custGeom>
            <a:avLst/>
            <a:gdLst/>
            <a:ahLst/>
            <a:cxnLst/>
            <a:rect l="l" t="t" r="r" b="b"/>
            <a:pathLst>
              <a:path w="13617" h="11857" extrusionOk="0">
                <a:moveTo>
                  <a:pt x="13520" y="0"/>
                </a:moveTo>
                <a:cubicBezTo>
                  <a:pt x="13472" y="0"/>
                  <a:pt x="10773" y="1350"/>
                  <a:pt x="12074" y="5133"/>
                </a:cubicBezTo>
                <a:cubicBezTo>
                  <a:pt x="13062" y="7977"/>
                  <a:pt x="11110" y="10579"/>
                  <a:pt x="9809" y="11182"/>
                </a:cubicBezTo>
                <a:cubicBezTo>
                  <a:pt x="9215" y="11456"/>
                  <a:pt x="8339" y="11611"/>
                  <a:pt x="7403" y="11611"/>
                </a:cubicBezTo>
                <a:cubicBezTo>
                  <a:pt x="6364" y="11611"/>
                  <a:pt x="5250" y="11420"/>
                  <a:pt x="4363" y="10989"/>
                </a:cubicBezTo>
                <a:cubicBezTo>
                  <a:pt x="1760" y="9736"/>
                  <a:pt x="242" y="5856"/>
                  <a:pt x="218" y="5808"/>
                </a:cubicBezTo>
                <a:lnTo>
                  <a:pt x="1" y="5904"/>
                </a:lnTo>
                <a:cubicBezTo>
                  <a:pt x="73" y="6073"/>
                  <a:pt x="1567" y="9905"/>
                  <a:pt x="4242" y="11206"/>
                </a:cubicBezTo>
                <a:cubicBezTo>
                  <a:pt x="5206" y="11664"/>
                  <a:pt x="6339" y="11856"/>
                  <a:pt x="7399" y="11856"/>
                </a:cubicBezTo>
                <a:cubicBezTo>
                  <a:pt x="8363" y="11856"/>
                  <a:pt x="9279" y="11688"/>
                  <a:pt x="9905" y="11399"/>
                </a:cubicBezTo>
                <a:cubicBezTo>
                  <a:pt x="11279" y="10772"/>
                  <a:pt x="13327" y="8049"/>
                  <a:pt x="12315" y="5061"/>
                </a:cubicBezTo>
                <a:cubicBezTo>
                  <a:pt x="11086" y="1470"/>
                  <a:pt x="13520" y="266"/>
                  <a:pt x="13616" y="217"/>
                </a:cubicBezTo>
                <a:lnTo>
                  <a:pt x="13520" y="0"/>
                </a:ln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>
            <a:off x="6955049" y="2102141"/>
            <a:ext cx="537440" cy="470651"/>
          </a:xfrm>
          <a:custGeom>
            <a:avLst/>
            <a:gdLst/>
            <a:ahLst/>
            <a:cxnLst/>
            <a:rect l="l" t="t" r="r" b="b"/>
            <a:pathLst>
              <a:path w="4989" h="4369" extrusionOk="0">
                <a:moveTo>
                  <a:pt x="2495" y="0"/>
                </a:moveTo>
                <a:cubicBezTo>
                  <a:pt x="2140" y="0"/>
                  <a:pt x="1780" y="87"/>
                  <a:pt x="1446" y="269"/>
                </a:cubicBezTo>
                <a:cubicBezTo>
                  <a:pt x="386" y="847"/>
                  <a:pt x="0" y="2172"/>
                  <a:pt x="554" y="3233"/>
                </a:cubicBezTo>
                <a:cubicBezTo>
                  <a:pt x="951" y="3959"/>
                  <a:pt x="1709" y="4369"/>
                  <a:pt x="2488" y="4369"/>
                </a:cubicBezTo>
                <a:cubicBezTo>
                  <a:pt x="2846" y="4369"/>
                  <a:pt x="3209" y="4282"/>
                  <a:pt x="3543" y="4100"/>
                </a:cubicBezTo>
                <a:cubicBezTo>
                  <a:pt x="4603" y="3522"/>
                  <a:pt x="4988" y="2197"/>
                  <a:pt x="4410" y="1136"/>
                </a:cubicBezTo>
                <a:cubicBezTo>
                  <a:pt x="4014" y="410"/>
                  <a:pt x="3267" y="0"/>
                  <a:pt x="249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>
            <a:off x="1571938" y="2197404"/>
            <a:ext cx="530427" cy="470306"/>
          </a:xfrm>
          <a:custGeom>
            <a:avLst/>
            <a:gdLst/>
            <a:ahLst/>
            <a:cxnLst/>
            <a:rect l="l" t="t" r="r" b="b"/>
            <a:pathLst>
              <a:path w="5374" h="4765" extrusionOk="0">
                <a:moveTo>
                  <a:pt x="2698" y="0"/>
                </a:moveTo>
                <a:cubicBezTo>
                  <a:pt x="1738" y="0"/>
                  <a:pt x="836" y="576"/>
                  <a:pt x="482" y="1527"/>
                </a:cubicBezTo>
                <a:cubicBezTo>
                  <a:pt x="0" y="2756"/>
                  <a:pt x="602" y="4129"/>
                  <a:pt x="1831" y="4611"/>
                </a:cubicBezTo>
                <a:cubicBezTo>
                  <a:pt x="2110" y="4715"/>
                  <a:pt x="2395" y="4764"/>
                  <a:pt x="2676" y="4764"/>
                </a:cubicBezTo>
                <a:cubicBezTo>
                  <a:pt x="3637" y="4764"/>
                  <a:pt x="4543" y="4189"/>
                  <a:pt x="4916" y="3238"/>
                </a:cubicBezTo>
                <a:cubicBezTo>
                  <a:pt x="5374" y="2009"/>
                  <a:pt x="4771" y="635"/>
                  <a:pt x="3542" y="153"/>
                </a:cubicBezTo>
                <a:cubicBezTo>
                  <a:pt x="3264" y="50"/>
                  <a:pt x="2979" y="0"/>
                  <a:pt x="26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>
            <a:off x="1614676" y="2314760"/>
            <a:ext cx="180922" cy="188024"/>
          </a:xfrm>
          <a:custGeom>
            <a:avLst/>
            <a:gdLst/>
            <a:ahLst/>
            <a:cxnLst/>
            <a:rect l="l" t="t" r="r" b="b"/>
            <a:pathLst>
              <a:path w="1833" h="1905" extrusionOk="0">
                <a:moveTo>
                  <a:pt x="242" y="1"/>
                </a:moveTo>
                <a:lnTo>
                  <a:pt x="1" y="1904"/>
                </a:lnTo>
                <a:lnTo>
                  <a:pt x="1" y="1904"/>
                </a:lnTo>
                <a:lnTo>
                  <a:pt x="1688" y="1760"/>
                </a:lnTo>
                <a:lnTo>
                  <a:pt x="1832" y="483"/>
                </a:lnTo>
                <a:lnTo>
                  <a:pt x="242" y="1"/>
                </a:ln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7"/>
          <p:cNvSpPr/>
          <p:nvPr/>
        </p:nvSpPr>
        <p:spPr>
          <a:xfrm>
            <a:off x="503977" y="2405171"/>
            <a:ext cx="95248" cy="191379"/>
          </a:xfrm>
          <a:custGeom>
            <a:avLst/>
            <a:gdLst/>
            <a:ahLst/>
            <a:cxnLst/>
            <a:rect l="l" t="t" r="r" b="b"/>
            <a:pathLst>
              <a:path w="965" h="1939" extrusionOk="0">
                <a:moveTo>
                  <a:pt x="386" y="0"/>
                </a:moveTo>
                <a:lnTo>
                  <a:pt x="0" y="1904"/>
                </a:lnTo>
                <a:cubicBezTo>
                  <a:pt x="0" y="1904"/>
                  <a:pt x="58" y="1939"/>
                  <a:pt x="143" y="1939"/>
                </a:cubicBezTo>
                <a:cubicBezTo>
                  <a:pt x="270" y="1939"/>
                  <a:pt x="458" y="1861"/>
                  <a:pt x="603" y="1470"/>
                </a:cubicBezTo>
                <a:cubicBezTo>
                  <a:pt x="868" y="844"/>
                  <a:pt x="964" y="555"/>
                  <a:pt x="964" y="555"/>
                </a:cubicBezTo>
                <a:lnTo>
                  <a:pt x="940" y="97"/>
                </a:lnTo>
                <a:lnTo>
                  <a:pt x="38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7"/>
          <p:cNvSpPr/>
          <p:nvPr/>
        </p:nvSpPr>
        <p:spPr>
          <a:xfrm>
            <a:off x="2159415" y="2019839"/>
            <a:ext cx="88043" cy="84685"/>
          </a:xfrm>
          <a:custGeom>
            <a:avLst/>
            <a:gdLst/>
            <a:ahLst/>
            <a:cxnLst/>
            <a:rect l="l" t="t" r="r" b="b"/>
            <a:pathLst>
              <a:path w="892" h="858" extrusionOk="0">
                <a:moveTo>
                  <a:pt x="72" y="0"/>
                </a:moveTo>
                <a:lnTo>
                  <a:pt x="0" y="772"/>
                </a:lnTo>
                <a:cubicBezTo>
                  <a:pt x="0" y="772"/>
                  <a:pt x="187" y="858"/>
                  <a:pt x="376" y="858"/>
                </a:cubicBezTo>
                <a:cubicBezTo>
                  <a:pt x="533" y="858"/>
                  <a:pt x="692" y="798"/>
                  <a:pt x="747" y="579"/>
                </a:cubicBezTo>
                <a:cubicBezTo>
                  <a:pt x="892" y="121"/>
                  <a:pt x="72" y="0"/>
                  <a:pt x="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7"/>
          <p:cNvSpPr/>
          <p:nvPr/>
        </p:nvSpPr>
        <p:spPr>
          <a:xfrm>
            <a:off x="844106" y="1627400"/>
            <a:ext cx="190298" cy="159400"/>
          </a:xfrm>
          <a:custGeom>
            <a:avLst/>
            <a:gdLst/>
            <a:ahLst/>
            <a:cxnLst/>
            <a:rect l="l" t="t" r="r" b="b"/>
            <a:pathLst>
              <a:path w="1928" h="1615" extrusionOk="0">
                <a:moveTo>
                  <a:pt x="338" y="0"/>
                </a:moveTo>
                <a:lnTo>
                  <a:pt x="338" y="0"/>
                </a:lnTo>
                <a:cubicBezTo>
                  <a:pt x="337" y="0"/>
                  <a:pt x="0" y="241"/>
                  <a:pt x="482" y="747"/>
                </a:cubicBezTo>
                <a:cubicBezTo>
                  <a:pt x="940" y="1229"/>
                  <a:pt x="1157" y="1470"/>
                  <a:pt x="1157" y="1470"/>
                </a:cubicBezTo>
                <a:lnTo>
                  <a:pt x="1567" y="1615"/>
                </a:lnTo>
                <a:lnTo>
                  <a:pt x="1928" y="1157"/>
                </a:lnTo>
                <a:lnTo>
                  <a:pt x="33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7"/>
          <p:cNvSpPr/>
          <p:nvPr/>
        </p:nvSpPr>
        <p:spPr>
          <a:xfrm>
            <a:off x="577707" y="1729655"/>
            <a:ext cx="796825" cy="1120344"/>
          </a:xfrm>
          <a:custGeom>
            <a:avLst/>
            <a:gdLst/>
            <a:ahLst/>
            <a:cxnLst/>
            <a:rect l="l" t="t" r="r" b="b"/>
            <a:pathLst>
              <a:path w="8073" h="11351" extrusionOk="0">
                <a:moveTo>
                  <a:pt x="3470" y="1"/>
                </a:moveTo>
                <a:cubicBezTo>
                  <a:pt x="3470" y="1"/>
                  <a:pt x="1422" y="3784"/>
                  <a:pt x="1591" y="4266"/>
                </a:cubicBezTo>
                <a:cubicBezTo>
                  <a:pt x="1735" y="4700"/>
                  <a:pt x="4217" y="5832"/>
                  <a:pt x="4579" y="6483"/>
                </a:cubicBezTo>
                <a:cubicBezTo>
                  <a:pt x="4820" y="6965"/>
                  <a:pt x="4386" y="9302"/>
                  <a:pt x="4386" y="9302"/>
                </a:cubicBezTo>
                <a:cubicBezTo>
                  <a:pt x="4386" y="9302"/>
                  <a:pt x="3253" y="8097"/>
                  <a:pt x="2675" y="7784"/>
                </a:cubicBezTo>
                <a:cubicBezTo>
                  <a:pt x="2121" y="7471"/>
                  <a:pt x="121" y="6941"/>
                  <a:pt x="121" y="6941"/>
                </a:cubicBezTo>
                <a:lnTo>
                  <a:pt x="0" y="7929"/>
                </a:lnTo>
                <a:lnTo>
                  <a:pt x="5013" y="11278"/>
                </a:lnTo>
                <a:cubicBezTo>
                  <a:pt x="5083" y="11328"/>
                  <a:pt x="5162" y="11350"/>
                  <a:pt x="5239" y="11350"/>
                </a:cubicBezTo>
                <a:cubicBezTo>
                  <a:pt x="5428" y="11350"/>
                  <a:pt x="5612" y="11218"/>
                  <a:pt x="5663" y="11013"/>
                </a:cubicBezTo>
                <a:lnTo>
                  <a:pt x="6169" y="8218"/>
                </a:lnTo>
                <a:lnTo>
                  <a:pt x="6362" y="6145"/>
                </a:lnTo>
                <a:lnTo>
                  <a:pt x="8073" y="5567"/>
                </a:lnTo>
                <a:cubicBezTo>
                  <a:pt x="7736" y="5206"/>
                  <a:pt x="6579" y="4820"/>
                  <a:pt x="6507" y="4772"/>
                </a:cubicBezTo>
                <a:lnTo>
                  <a:pt x="3181" y="3784"/>
                </a:lnTo>
                <a:cubicBezTo>
                  <a:pt x="3277" y="3591"/>
                  <a:pt x="3567" y="2989"/>
                  <a:pt x="3639" y="2796"/>
                </a:cubicBezTo>
                <a:cubicBezTo>
                  <a:pt x="3976" y="1639"/>
                  <a:pt x="4314" y="507"/>
                  <a:pt x="4314" y="507"/>
                </a:cubicBezTo>
                <a:lnTo>
                  <a:pt x="347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7"/>
          <p:cNvSpPr/>
          <p:nvPr/>
        </p:nvSpPr>
        <p:spPr>
          <a:xfrm>
            <a:off x="1476789" y="2007896"/>
            <a:ext cx="689832" cy="332224"/>
          </a:xfrm>
          <a:custGeom>
            <a:avLst/>
            <a:gdLst/>
            <a:ahLst/>
            <a:cxnLst/>
            <a:rect l="l" t="t" r="r" b="b"/>
            <a:pathLst>
              <a:path w="6989" h="3366" extrusionOk="0">
                <a:moveTo>
                  <a:pt x="4049" y="1"/>
                </a:moveTo>
                <a:cubicBezTo>
                  <a:pt x="3832" y="1"/>
                  <a:pt x="3711" y="25"/>
                  <a:pt x="3591" y="97"/>
                </a:cubicBezTo>
                <a:lnTo>
                  <a:pt x="1591" y="1278"/>
                </a:lnTo>
                <a:lnTo>
                  <a:pt x="0" y="2194"/>
                </a:lnTo>
                <a:cubicBezTo>
                  <a:pt x="435" y="2767"/>
                  <a:pt x="556" y="3366"/>
                  <a:pt x="1050" y="3366"/>
                </a:cubicBezTo>
                <a:cubicBezTo>
                  <a:pt x="1242" y="3366"/>
                  <a:pt x="1489" y="3276"/>
                  <a:pt x="1832" y="3061"/>
                </a:cubicBezTo>
                <a:cubicBezTo>
                  <a:pt x="2844" y="2411"/>
                  <a:pt x="3711" y="1350"/>
                  <a:pt x="4024" y="1254"/>
                </a:cubicBezTo>
                <a:cubicBezTo>
                  <a:pt x="4314" y="1134"/>
                  <a:pt x="6868" y="989"/>
                  <a:pt x="6868" y="989"/>
                </a:cubicBezTo>
                <a:lnTo>
                  <a:pt x="6988" y="121"/>
                </a:lnTo>
                <a:lnTo>
                  <a:pt x="40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7"/>
          <p:cNvSpPr/>
          <p:nvPr/>
        </p:nvSpPr>
        <p:spPr>
          <a:xfrm>
            <a:off x="2126054" y="2003158"/>
            <a:ext cx="61985" cy="126139"/>
          </a:xfrm>
          <a:custGeom>
            <a:avLst/>
            <a:gdLst/>
            <a:ahLst/>
            <a:cxnLst/>
            <a:rect l="l" t="t" r="r" b="b"/>
            <a:pathLst>
              <a:path w="628" h="1278" extrusionOk="0">
                <a:moveTo>
                  <a:pt x="145" y="1"/>
                </a:moveTo>
                <a:lnTo>
                  <a:pt x="1" y="1206"/>
                </a:lnTo>
                <a:lnTo>
                  <a:pt x="483" y="1278"/>
                </a:lnTo>
                <a:lnTo>
                  <a:pt x="627" y="49"/>
                </a:lnTo>
                <a:lnTo>
                  <a:pt x="14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7"/>
          <p:cNvSpPr/>
          <p:nvPr/>
        </p:nvSpPr>
        <p:spPr>
          <a:xfrm>
            <a:off x="2080848" y="2809849"/>
            <a:ext cx="82910" cy="80638"/>
          </a:xfrm>
          <a:custGeom>
            <a:avLst/>
            <a:gdLst/>
            <a:ahLst/>
            <a:cxnLst/>
            <a:rect l="l" t="t" r="r" b="b"/>
            <a:pathLst>
              <a:path w="840" h="817" extrusionOk="0">
                <a:moveTo>
                  <a:pt x="312" y="1"/>
                </a:moveTo>
                <a:cubicBezTo>
                  <a:pt x="192" y="1"/>
                  <a:pt x="97" y="21"/>
                  <a:pt x="97" y="21"/>
                </a:cubicBezTo>
                <a:lnTo>
                  <a:pt x="1" y="816"/>
                </a:lnTo>
                <a:cubicBezTo>
                  <a:pt x="1" y="816"/>
                  <a:pt x="8" y="816"/>
                  <a:pt x="21" y="816"/>
                </a:cubicBezTo>
                <a:cubicBezTo>
                  <a:pt x="147" y="816"/>
                  <a:pt x="840" y="796"/>
                  <a:pt x="796" y="358"/>
                </a:cubicBezTo>
                <a:cubicBezTo>
                  <a:pt x="781" y="57"/>
                  <a:pt x="512" y="1"/>
                  <a:pt x="31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37"/>
          <p:cNvSpPr/>
          <p:nvPr/>
        </p:nvSpPr>
        <p:spPr>
          <a:xfrm>
            <a:off x="1445796" y="2462122"/>
            <a:ext cx="642356" cy="428358"/>
          </a:xfrm>
          <a:custGeom>
            <a:avLst/>
            <a:gdLst/>
            <a:ahLst/>
            <a:cxnLst/>
            <a:rect l="l" t="t" r="r" b="b"/>
            <a:pathLst>
              <a:path w="6508" h="4340" extrusionOk="0">
                <a:moveTo>
                  <a:pt x="1139" y="1"/>
                </a:moveTo>
                <a:cubicBezTo>
                  <a:pt x="728" y="1"/>
                  <a:pt x="498" y="508"/>
                  <a:pt x="1" y="941"/>
                </a:cubicBezTo>
                <a:lnTo>
                  <a:pt x="1399" y="2146"/>
                </a:lnTo>
                <a:lnTo>
                  <a:pt x="3109" y="3713"/>
                </a:lnTo>
                <a:cubicBezTo>
                  <a:pt x="3230" y="3785"/>
                  <a:pt x="3326" y="3857"/>
                  <a:pt x="3543" y="3905"/>
                </a:cubicBezTo>
                <a:lnTo>
                  <a:pt x="6435" y="4339"/>
                </a:lnTo>
                <a:lnTo>
                  <a:pt x="6507" y="3448"/>
                </a:lnTo>
                <a:cubicBezTo>
                  <a:pt x="6507" y="3448"/>
                  <a:pt x="4025" y="2821"/>
                  <a:pt x="3760" y="2652"/>
                </a:cubicBezTo>
                <a:cubicBezTo>
                  <a:pt x="3471" y="2508"/>
                  <a:pt x="2820" y="1303"/>
                  <a:pt x="1953" y="459"/>
                </a:cubicBezTo>
                <a:cubicBezTo>
                  <a:pt x="1598" y="129"/>
                  <a:pt x="1346" y="1"/>
                  <a:pt x="113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37"/>
          <p:cNvSpPr/>
          <p:nvPr/>
        </p:nvSpPr>
        <p:spPr>
          <a:xfrm>
            <a:off x="2052323" y="2780929"/>
            <a:ext cx="59616" cy="123770"/>
          </a:xfrm>
          <a:custGeom>
            <a:avLst/>
            <a:gdLst/>
            <a:ahLst/>
            <a:cxnLst/>
            <a:rect l="l" t="t" r="r" b="b"/>
            <a:pathLst>
              <a:path w="604" h="1254" extrusionOk="0">
                <a:moveTo>
                  <a:pt x="97" y="1"/>
                </a:moveTo>
                <a:lnTo>
                  <a:pt x="1" y="1206"/>
                </a:lnTo>
                <a:lnTo>
                  <a:pt x="507" y="1254"/>
                </a:lnTo>
                <a:lnTo>
                  <a:pt x="603" y="25"/>
                </a:lnTo>
                <a:lnTo>
                  <a:pt x="9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7"/>
          <p:cNvSpPr/>
          <p:nvPr/>
        </p:nvSpPr>
        <p:spPr>
          <a:xfrm>
            <a:off x="1186603" y="2200562"/>
            <a:ext cx="506739" cy="408322"/>
          </a:xfrm>
          <a:custGeom>
            <a:avLst/>
            <a:gdLst/>
            <a:ahLst/>
            <a:cxnLst/>
            <a:rect l="l" t="t" r="r" b="b"/>
            <a:pathLst>
              <a:path w="5134" h="4137" extrusionOk="0">
                <a:moveTo>
                  <a:pt x="338" y="1"/>
                </a:moveTo>
                <a:lnTo>
                  <a:pt x="0" y="3447"/>
                </a:lnTo>
                <a:lnTo>
                  <a:pt x="3784" y="4122"/>
                </a:lnTo>
                <a:cubicBezTo>
                  <a:pt x="3839" y="4132"/>
                  <a:pt x="3893" y="4136"/>
                  <a:pt x="3947" y="4136"/>
                </a:cubicBezTo>
                <a:cubicBezTo>
                  <a:pt x="4409" y="4136"/>
                  <a:pt x="4803" y="3777"/>
                  <a:pt x="4868" y="3302"/>
                </a:cubicBezTo>
                <a:lnTo>
                  <a:pt x="5085" y="1037"/>
                </a:lnTo>
                <a:cubicBezTo>
                  <a:pt x="5133" y="483"/>
                  <a:pt x="4699" y="25"/>
                  <a:pt x="4169" y="25"/>
                </a:cubicBezTo>
                <a:lnTo>
                  <a:pt x="3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7"/>
          <p:cNvSpPr/>
          <p:nvPr/>
        </p:nvSpPr>
        <p:spPr>
          <a:xfrm>
            <a:off x="1148504" y="2352859"/>
            <a:ext cx="559051" cy="76196"/>
          </a:xfrm>
          <a:custGeom>
            <a:avLst/>
            <a:gdLst/>
            <a:ahLst/>
            <a:cxnLst/>
            <a:rect l="l" t="t" r="r" b="b"/>
            <a:pathLst>
              <a:path w="5664" h="772" extrusionOk="0">
                <a:moveTo>
                  <a:pt x="25" y="0"/>
                </a:moveTo>
                <a:lnTo>
                  <a:pt x="1" y="241"/>
                </a:lnTo>
                <a:lnTo>
                  <a:pt x="5640" y="771"/>
                </a:lnTo>
                <a:lnTo>
                  <a:pt x="5664" y="530"/>
                </a:lnTo>
                <a:lnTo>
                  <a:pt x="2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7"/>
          <p:cNvSpPr/>
          <p:nvPr/>
        </p:nvSpPr>
        <p:spPr>
          <a:xfrm>
            <a:off x="1709825" y="2328677"/>
            <a:ext cx="245078" cy="200657"/>
          </a:xfrm>
          <a:custGeom>
            <a:avLst/>
            <a:gdLst/>
            <a:ahLst/>
            <a:cxnLst/>
            <a:rect l="l" t="t" r="r" b="b"/>
            <a:pathLst>
              <a:path w="2483" h="2033" extrusionOk="0">
                <a:moveTo>
                  <a:pt x="1419" y="0"/>
                </a:moveTo>
                <a:cubicBezTo>
                  <a:pt x="850" y="0"/>
                  <a:pt x="117" y="373"/>
                  <a:pt x="49" y="896"/>
                </a:cubicBezTo>
                <a:cubicBezTo>
                  <a:pt x="1" y="1450"/>
                  <a:pt x="748" y="1980"/>
                  <a:pt x="1326" y="2028"/>
                </a:cubicBezTo>
                <a:cubicBezTo>
                  <a:pt x="1356" y="2031"/>
                  <a:pt x="1385" y="2032"/>
                  <a:pt x="1415" y="2032"/>
                </a:cubicBezTo>
                <a:cubicBezTo>
                  <a:pt x="1931" y="2032"/>
                  <a:pt x="2365" y="1637"/>
                  <a:pt x="2410" y="1113"/>
                </a:cubicBezTo>
                <a:cubicBezTo>
                  <a:pt x="2483" y="558"/>
                  <a:pt x="2073" y="52"/>
                  <a:pt x="1519" y="4"/>
                </a:cubicBezTo>
                <a:cubicBezTo>
                  <a:pt x="1486" y="1"/>
                  <a:pt x="1453" y="0"/>
                  <a:pt x="1419" y="0"/>
                </a:cubicBezTo>
                <a:close/>
              </a:path>
            </a:pathLst>
          </a:custGeom>
          <a:solidFill>
            <a:srgbClr val="F4A2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7"/>
          <p:cNvSpPr/>
          <p:nvPr/>
        </p:nvSpPr>
        <p:spPr>
          <a:xfrm>
            <a:off x="1695612" y="2261856"/>
            <a:ext cx="304399" cy="351175"/>
          </a:xfrm>
          <a:custGeom>
            <a:avLst/>
            <a:gdLst/>
            <a:ahLst/>
            <a:cxnLst/>
            <a:rect l="l" t="t" r="r" b="b"/>
            <a:pathLst>
              <a:path w="3084" h="3558" extrusionOk="0">
                <a:moveTo>
                  <a:pt x="2121" y="0"/>
                </a:moveTo>
                <a:cubicBezTo>
                  <a:pt x="1822" y="0"/>
                  <a:pt x="964" y="537"/>
                  <a:pt x="964" y="537"/>
                </a:cubicBezTo>
                <a:lnTo>
                  <a:pt x="0" y="946"/>
                </a:lnTo>
                <a:cubicBezTo>
                  <a:pt x="0" y="946"/>
                  <a:pt x="491" y="879"/>
                  <a:pt x="931" y="879"/>
                </a:cubicBezTo>
                <a:cubicBezTo>
                  <a:pt x="1233" y="879"/>
                  <a:pt x="1512" y="911"/>
                  <a:pt x="1591" y="1019"/>
                </a:cubicBezTo>
                <a:cubicBezTo>
                  <a:pt x="1783" y="1284"/>
                  <a:pt x="1494" y="1500"/>
                  <a:pt x="1494" y="1500"/>
                </a:cubicBezTo>
                <a:cubicBezTo>
                  <a:pt x="1494" y="1500"/>
                  <a:pt x="1446" y="3332"/>
                  <a:pt x="1735" y="3549"/>
                </a:cubicBezTo>
                <a:cubicBezTo>
                  <a:pt x="1745" y="3555"/>
                  <a:pt x="1756" y="3557"/>
                  <a:pt x="1768" y="3557"/>
                </a:cubicBezTo>
                <a:cubicBezTo>
                  <a:pt x="2064" y="3557"/>
                  <a:pt x="3084" y="1972"/>
                  <a:pt x="3061" y="1717"/>
                </a:cubicBezTo>
                <a:cubicBezTo>
                  <a:pt x="3061" y="1428"/>
                  <a:pt x="2410" y="79"/>
                  <a:pt x="2169" y="6"/>
                </a:cubicBezTo>
                <a:cubicBezTo>
                  <a:pt x="2155" y="2"/>
                  <a:pt x="2139" y="0"/>
                  <a:pt x="212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7"/>
          <p:cNvSpPr/>
          <p:nvPr/>
        </p:nvSpPr>
        <p:spPr>
          <a:xfrm>
            <a:off x="7700084" y="1775407"/>
            <a:ext cx="856737" cy="861908"/>
          </a:xfrm>
          <a:custGeom>
            <a:avLst/>
            <a:gdLst/>
            <a:ahLst/>
            <a:cxnLst/>
            <a:rect l="l" t="t" r="r" b="b"/>
            <a:pathLst>
              <a:path w="7953" h="8001" extrusionOk="0">
                <a:moveTo>
                  <a:pt x="3784" y="0"/>
                </a:moveTo>
                <a:lnTo>
                  <a:pt x="3205" y="289"/>
                </a:lnTo>
                <a:cubicBezTo>
                  <a:pt x="3205" y="289"/>
                  <a:pt x="3398" y="723"/>
                  <a:pt x="3639" y="1663"/>
                </a:cubicBezTo>
                <a:cubicBezTo>
                  <a:pt x="3808" y="2266"/>
                  <a:pt x="4169" y="2603"/>
                  <a:pt x="4266" y="2747"/>
                </a:cubicBezTo>
                <a:lnTo>
                  <a:pt x="1277" y="3398"/>
                </a:lnTo>
                <a:cubicBezTo>
                  <a:pt x="1205" y="3446"/>
                  <a:pt x="289" y="3735"/>
                  <a:pt x="0" y="4025"/>
                </a:cubicBezTo>
                <a:lnTo>
                  <a:pt x="1350" y="4482"/>
                </a:lnTo>
                <a:lnTo>
                  <a:pt x="1422" y="6073"/>
                </a:lnTo>
                <a:lnTo>
                  <a:pt x="3976" y="7784"/>
                </a:lnTo>
                <a:cubicBezTo>
                  <a:pt x="4193" y="7928"/>
                  <a:pt x="4434" y="8001"/>
                  <a:pt x="4699" y="8001"/>
                </a:cubicBezTo>
                <a:lnTo>
                  <a:pt x="7952" y="7928"/>
                </a:lnTo>
                <a:lnTo>
                  <a:pt x="7784" y="7206"/>
                </a:lnTo>
                <a:cubicBezTo>
                  <a:pt x="7784" y="7206"/>
                  <a:pt x="7061" y="7133"/>
                  <a:pt x="6097" y="6989"/>
                </a:cubicBezTo>
                <a:cubicBezTo>
                  <a:pt x="6001" y="6973"/>
                  <a:pt x="5894" y="6966"/>
                  <a:pt x="5784" y="6966"/>
                </a:cubicBezTo>
                <a:cubicBezTo>
                  <a:pt x="5231" y="6966"/>
                  <a:pt x="4579" y="7133"/>
                  <a:pt x="4579" y="7133"/>
                </a:cubicBezTo>
                <a:lnTo>
                  <a:pt x="2796" y="5157"/>
                </a:lnTo>
                <a:cubicBezTo>
                  <a:pt x="2723" y="5109"/>
                  <a:pt x="2651" y="4892"/>
                  <a:pt x="2796" y="4796"/>
                </a:cubicBezTo>
                <a:cubicBezTo>
                  <a:pt x="3302" y="4482"/>
                  <a:pt x="5085" y="3398"/>
                  <a:pt x="5205" y="3061"/>
                </a:cubicBezTo>
                <a:cubicBezTo>
                  <a:pt x="5350" y="2675"/>
                  <a:pt x="3784" y="0"/>
                  <a:pt x="378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7"/>
          <p:cNvSpPr/>
          <p:nvPr/>
        </p:nvSpPr>
        <p:spPr>
          <a:xfrm>
            <a:off x="8530762" y="2543819"/>
            <a:ext cx="80578" cy="168913"/>
          </a:xfrm>
          <a:custGeom>
            <a:avLst/>
            <a:gdLst/>
            <a:ahLst/>
            <a:cxnLst/>
            <a:rect l="l" t="t" r="r" b="b"/>
            <a:pathLst>
              <a:path w="748" h="1568" extrusionOk="0">
                <a:moveTo>
                  <a:pt x="458" y="0"/>
                </a:moveTo>
                <a:lnTo>
                  <a:pt x="0" y="97"/>
                </a:lnTo>
                <a:cubicBezTo>
                  <a:pt x="0" y="97"/>
                  <a:pt x="49" y="675"/>
                  <a:pt x="241" y="1181"/>
                </a:cubicBezTo>
                <a:cubicBezTo>
                  <a:pt x="359" y="1505"/>
                  <a:pt x="522" y="1568"/>
                  <a:pt x="631" y="1568"/>
                </a:cubicBezTo>
                <a:cubicBezTo>
                  <a:pt x="700" y="1568"/>
                  <a:pt x="748" y="1542"/>
                  <a:pt x="748" y="1542"/>
                </a:cubicBezTo>
                <a:lnTo>
                  <a:pt x="4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7"/>
          <p:cNvSpPr/>
          <p:nvPr/>
        </p:nvSpPr>
        <p:spPr>
          <a:xfrm>
            <a:off x="6942014" y="1970069"/>
            <a:ext cx="75407" cy="74115"/>
          </a:xfrm>
          <a:custGeom>
            <a:avLst/>
            <a:gdLst/>
            <a:ahLst/>
            <a:cxnLst/>
            <a:rect l="l" t="t" r="r" b="b"/>
            <a:pathLst>
              <a:path w="700" h="688" extrusionOk="0">
                <a:moveTo>
                  <a:pt x="651" y="1"/>
                </a:moveTo>
                <a:cubicBezTo>
                  <a:pt x="651" y="1"/>
                  <a:pt x="1" y="97"/>
                  <a:pt x="97" y="459"/>
                </a:cubicBezTo>
                <a:cubicBezTo>
                  <a:pt x="142" y="640"/>
                  <a:pt x="279" y="688"/>
                  <a:pt x="410" y="688"/>
                </a:cubicBezTo>
                <a:cubicBezTo>
                  <a:pt x="558" y="688"/>
                  <a:pt x="700" y="627"/>
                  <a:pt x="700" y="627"/>
                </a:cubicBezTo>
                <a:lnTo>
                  <a:pt x="651" y="1"/>
                </a:ln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37"/>
          <p:cNvSpPr/>
          <p:nvPr/>
        </p:nvSpPr>
        <p:spPr>
          <a:xfrm>
            <a:off x="8021970" y="1674145"/>
            <a:ext cx="166220" cy="148122"/>
          </a:xfrm>
          <a:custGeom>
            <a:avLst/>
            <a:gdLst/>
            <a:ahLst/>
            <a:cxnLst/>
            <a:rect l="l" t="t" r="r" b="b"/>
            <a:pathLst>
              <a:path w="1543" h="1375" extrusionOk="0">
                <a:moveTo>
                  <a:pt x="1278" y="1"/>
                </a:moveTo>
                <a:lnTo>
                  <a:pt x="0" y="916"/>
                </a:lnTo>
                <a:lnTo>
                  <a:pt x="265" y="1374"/>
                </a:lnTo>
                <a:cubicBezTo>
                  <a:pt x="265" y="1374"/>
                  <a:pt x="771" y="989"/>
                  <a:pt x="1157" y="603"/>
                </a:cubicBezTo>
                <a:cubicBezTo>
                  <a:pt x="1543" y="217"/>
                  <a:pt x="1278" y="1"/>
                  <a:pt x="12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7"/>
          <p:cNvSpPr/>
          <p:nvPr/>
        </p:nvSpPr>
        <p:spPr>
          <a:xfrm>
            <a:off x="7012144" y="1962313"/>
            <a:ext cx="599705" cy="294412"/>
          </a:xfrm>
          <a:custGeom>
            <a:avLst/>
            <a:gdLst/>
            <a:ahLst/>
            <a:cxnLst/>
            <a:rect l="l" t="t" r="r" b="b"/>
            <a:pathLst>
              <a:path w="5567" h="2733" extrusionOk="0">
                <a:moveTo>
                  <a:pt x="2362" y="0"/>
                </a:moveTo>
                <a:lnTo>
                  <a:pt x="0" y="73"/>
                </a:lnTo>
                <a:lnTo>
                  <a:pt x="73" y="771"/>
                </a:lnTo>
                <a:cubicBezTo>
                  <a:pt x="73" y="771"/>
                  <a:pt x="2121" y="916"/>
                  <a:pt x="2362" y="1012"/>
                </a:cubicBezTo>
                <a:cubicBezTo>
                  <a:pt x="2603" y="1085"/>
                  <a:pt x="3278" y="1952"/>
                  <a:pt x="4097" y="2482"/>
                </a:cubicBezTo>
                <a:cubicBezTo>
                  <a:pt x="4370" y="2660"/>
                  <a:pt x="4565" y="2733"/>
                  <a:pt x="4717" y="2733"/>
                </a:cubicBezTo>
                <a:cubicBezTo>
                  <a:pt x="5101" y="2733"/>
                  <a:pt x="5204" y="2264"/>
                  <a:pt x="5567" y="1832"/>
                </a:cubicBezTo>
                <a:lnTo>
                  <a:pt x="4290" y="1085"/>
                </a:lnTo>
                <a:lnTo>
                  <a:pt x="2723" y="97"/>
                </a:lnTo>
                <a:cubicBezTo>
                  <a:pt x="2627" y="49"/>
                  <a:pt x="2531" y="0"/>
                  <a:pt x="2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37"/>
          <p:cNvSpPr/>
          <p:nvPr/>
        </p:nvSpPr>
        <p:spPr>
          <a:xfrm>
            <a:off x="6993938" y="1954556"/>
            <a:ext cx="52031" cy="109125"/>
          </a:xfrm>
          <a:custGeom>
            <a:avLst/>
            <a:gdLst/>
            <a:ahLst/>
            <a:cxnLst/>
            <a:rect l="l" t="t" r="r" b="b"/>
            <a:pathLst>
              <a:path w="483" h="1013" extrusionOk="0">
                <a:moveTo>
                  <a:pt x="386" y="0"/>
                </a:moveTo>
                <a:lnTo>
                  <a:pt x="1" y="48"/>
                </a:lnTo>
                <a:lnTo>
                  <a:pt x="97" y="1012"/>
                </a:lnTo>
                <a:lnTo>
                  <a:pt x="483" y="988"/>
                </a:lnTo>
                <a:lnTo>
                  <a:pt x="3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7"/>
          <p:cNvSpPr/>
          <p:nvPr/>
        </p:nvSpPr>
        <p:spPr>
          <a:xfrm>
            <a:off x="7001694" y="2661241"/>
            <a:ext cx="72822" cy="69590"/>
          </a:xfrm>
          <a:custGeom>
            <a:avLst/>
            <a:gdLst/>
            <a:ahLst/>
            <a:cxnLst/>
            <a:rect l="l" t="t" r="r" b="b"/>
            <a:pathLst>
              <a:path w="676" h="646" extrusionOk="0">
                <a:moveTo>
                  <a:pt x="427" y="1"/>
                </a:moveTo>
                <a:cubicBezTo>
                  <a:pt x="270" y="1"/>
                  <a:pt x="64" y="47"/>
                  <a:pt x="49" y="284"/>
                </a:cubicBezTo>
                <a:cubicBezTo>
                  <a:pt x="1" y="645"/>
                  <a:pt x="676" y="645"/>
                  <a:pt x="676" y="645"/>
                </a:cubicBezTo>
                <a:lnTo>
                  <a:pt x="603" y="19"/>
                </a:lnTo>
                <a:cubicBezTo>
                  <a:pt x="603" y="19"/>
                  <a:pt x="525" y="1"/>
                  <a:pt x="427" y="1"/>
                </a:cubicBez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37"/>
          <p:cNvSpPr/>
          <p:nvPr/>
        </p:nvSpPr>
        <p:spPr>
          <a:xfrm>
            <a:off x="7069239" y="2365424"/>
            <a:ext cx="565987" cy="365403"/>
          </a:xfrm>
          <a:custGeom>
            <a:avLst/>
            <a:gdLst/>
            <a:ahLst/>
            <a:cxnLst/>
            <a:rect l="l" t="t" r="r" b="b"/>
            <a:pathLst>
              <a:path w="5254" h="3392" extrusionOk="0">
                <a:moveTo>
                  <a:pt x="4346" y="1"/>
                </a:moveTo>
                <a:cubicBezTo>
                  <a:pt x="4179" y="1"/>
                  <a:pt x="3974" y="100"/>
                  <a:pt x="3687" y="355"/>
                </a:cubicBezTo>
                <a:cubicBezTo>
                  <a:pt x="2989" y="1006"/>
                  <a:pt x="2434" y="1969"/>
                  <a:pt x="2217" y="2090"/>
                </a:cubicBezTo>
                <a:cubicBezTo>
                  <a:pt x="2001" y="2210"/>
                  <a:pt x="0" y="2692"/>
                  <a:pt x="0" y="2692"/>
                </a:cubicBezTo>
                <a:lnTo>
                  <a:pt x="49" y="3391"/>
                </a:lnTo>
                <a:lnTo>
                  <a:pt x="2362" y="3078"/>
                </a:lnTo>
                <a:cubicBezTo>
                  <a:pt x="2531" y="3054"/>
                  <a:pt x="2627" y="3006"/>
                  <a:pt x="2724" y="2933"/>
                </a:cubicBezTo>
                <a:lnTo>
                  <a:pt x="4121" y="1704"/>
                </a:lnTo>
                <a:lnTo>
                  <a:pt x="5254" y="765"/>
                </a:lnTo>
                <a:cubicBezTo>
                  <a:pt x="4867" y="410"/>
                  <a:pt x="4685" y="1"/>
                  <a:pt x="43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7"/>
          <p:cNvSpPr/>
          <p:nvPr/>
        </p:nvSpPr>
        <p:spPr>
          <a:xfrm>
            <a:off x="7048448" y="2634632"/>
            <a:ext cx="49446" cy="109125"/>
          </a:xfrm>
          <a:custGeom>
            <a:avLst/>
            <a:gdLst/>
            <a:ahLst/>
            <a:cxnLst/>
            <a:rect l="l" t="t" r="r" b="b"/>
            <a:pathLst>
              <a:path w="459" h="1013" extrusionOk="0">
                <a:moveTo>
                  <a:pt x="410" y="1"/>
                </a:moveTo>
                <a:lnTo>
                  <a:pt x="1" y="25"/>
                </a:lnTo>
                <a:lnTo>
                  <a:pt x="73" y="1013"/>
                </a:lnTo>
                <a:lnTo>
                  <a:pt x="459" y="989"/>
                </a:lnTo>
                <a:lnTo>
                  <a:pt x="41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7"/>
          <p:cNvSpPr/>
          <p:nvPr/>
        </p:nvSpPr>
        <p:spPr>
          <a:xfrm>
            <a:off x="7424840" y="2128308"/>
            <a:ext cx="581930" cy="400737"/>
          </a:xfrm>
          <a:custGeom>
            <a:avLst/>
            <a:gdLst/>
            <a:ahLst/>
            <a:cxnLst/>
            <a:rect l="l" t="t" r="r" b="b"/>
            <a:pathLst>
              <a:path w="5402" h="3720" extrusionOk="0">
                <a:moveTo>
                  <a:pt x="604" y="0"/>
                </a:moveTo>
                <a:cubicBezTo>
                  <a:pt x="186" y="0"/>
                  <a:pt x="1" y="659"/>
                  <a:pt x="48" y="1085"/>
                </a:cubicBezTo>
                <a:lnTo>
                  <a:pt x="193" y="2893"/>
                </a:lnTo>
                <a:cubicBezTo>
                  <a:pt x="215" y="3296"/>
                  <a:pt x="529" y="3719"/>
                  <a:pt x="921" y="3719"/>
                </a:cubicBezTo>
                <a:cubicBezTo>
                  <a:pt x="951" y="3719"/>
                  <a:pt x="981" y="3717"/>
                  <a:pt x="1012" y="3712"/>
                </a:cubicBezTo>
                <a:lnTo>
                  <a:pt x="2819" y="2820"/>
                </a:lnTo>
                <a:cubicBezTo>
                  <a:pt x="2819" y="2820"/>
                  <a:pt x="4265" y="3302"/>
                  <a:pt x="4723" y="3519"/>
                </a:cubicBezTo>
                <a:cubicBezTo>
                  <a:pt x="4846" y="3575"/>
                  <a:pt x="4936" y="3601"/>
                  <a:pt x="5000" y="3601"/>
                </a:cubicBezTo>
                <a:cubicBezTo>
                  <a:pt x="5402" y="3601"/>
                  <a:pt x="4775" y="2588"/>
                  <a:pt x="4651" y="1736"/>
                </a:cubicBezTo>
                <a:cubicBezTo>
                  <a:pt x="4514" y="828"/>
                  <a:pt x="4998" y="113"/>
                  <a:pt x="4713" y="113"/>
                </a:cubicBezTo>
                <a:cubicBezTo>
                  <a:pt x="4695" y="113"/>
                  <a:pt x="4675" y="116"/>
                  <a:pt x="4651" y="121"/>
                </a:cubicBezTo>
                <a:cubicBezTo>
                  <a:pt x="3349" y="459"/>
                  <a:pt x="2699" y="772"/>
                  <a:pt x="2699" y="772"/>
                </a:cubicBezTo>
                <a:lnTo>
                  <a:pt x="626" y="1"/>
                </a:lnTo>
                <a:cubicBezTo>
                  <a:pt x="619" y="0"/>
                  <a:pt x="611" y="0"/>
                  <a:pt x="60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7"/>
          <p:cNvSpPr/>
          <p:nvPr/>
        </p:nvSpPr>
        <p:spPr>
          <a:xfrm>
            <a:off x="7476767" y="2279028"/>
            <a:ext cx="464833" cy="67544"/>
          </a:xfrm>
          <a:custGeom>
            <a:avLst/>
            <a:gdLst/>
            <a:ahLst/>
            <a:cxnLst/>
            <a:rect l="l" t="t" r="r" b="b"/>
            <a:pathLst>
              <a:path w="4315" h="627" extrusionOk="0">
                <a:moveTo>
                  <a:pt x="4290" y="0"/>
                </a:moveTo>
                <a:lnTo>
                  <a:pt x="1" y="386"/>
                </a:lnTo>
                <a:lnTo>
                  <a:pt x="25" y="627"/>
                </a:lnTo>
                <a:lnTo>
                  <a:pt x="4314" y="241"/>
                </a:lnTo>
                <a:lnTo>
                  <a:pt x="42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7"/>
          <p:cNvSpPr/>
          <p:nvPr/>
        </p:nvSpPr>
        <p:spPr>
          <a:xfrm>
            <a:off x="7318410" y="2260822"/>
            <a:ext cx="155878" cy="145536"/>
          </a:xfrm>
          <a:custGeom>
            <a:avLst/>
            <a:gdLst/>
            <a:ahLst/>
            <a:cxnLst/>
            <a:rect l="l" t="t" r="r" b="b"/>
            <a:pathLst>
              <a:path w="1447" h="1351" extrusionOk="0">
                <a:moveTo>
                  <a:pt x="1447" y="1"/>
                </a:moveTo>
                <a:lnTo>
                  <a:pt x="459" y="217"/>
                </a:lnTo>
                <a:lnTo>
                  <a:pt x="1" y="1350"/>
                </a:lnTo>
                <a:lnTo>
                  <a:pt x="1374" y="1326"/>
                </a:lnTo>
                <a:lnTo>
                  <a:pt x="14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7"/>
          <p:cNvSpPr/>
          <p:nvPr/>
        </p:nvSpPr>
        <p:spPr>
          <a:xfrm>
            <a:off x="7191293" y="2250265"/>
            <a:ext cx="210279" cy="174730"/>
          </a:xfrm>
          <a:custGeom>
            <a:avLst/>
            <a:gdLst/>
            <a:ahLst/>
            <a:cxnLst/>
            <a:rect l="l" t="t" r="r" b="b"/>
            <a:pathLst>
              <a:path w="1952" h="1622" extrusionOk="0">
                <a:moveTo>
                  <a:pt x="822" y="1"/>
                </a:moveTo>
                <a:cubicBezTo>
                  <a:pt x="805" y="1"/>
                  <a:pt x="788" y="1"/>
                  <a:pt x="771" y="2"/>
                </a:cubicBezTo>
                <a:cubicBezTo>
                  <a:pt x="337" y="50"/>
                  <a:pt x="0" y="436"/>
                  <a:pt x="24" y="870"/>
                </a:cubicBezTo>
                <a:cubicBezTo>
                  <a:pt x="69" y="1298"/>
                  <a:pt x="410" y="1621"/>
                  <a:pt x="829" y="1621"/>
                </a:cubicBezTo>
                <a:cubicBezTo>
                  <a:pt x="858" y="1621"/>
                  <a:pt x="887" y="1620"/>
                  <a:pt x="916" y="1617"/>
                </a:cubicBezTo>
                <a:cubicBezTo>
                  <a:pt x="1350" y="1593"/>
                  <a:pt x="1952" y="1183"/>
                  <a:pt x="1928" y="725"/>
                </a:cubicBezTo>
                <a:cubicBezTo>
                  <a:pt x="1881" y="307"/>
                  <a:pt x="1275" y="1"/>
                  <a:pt x="822" y="1"/>
                </a:cubicBezTo>
                <a:close/>
              </a:path>
            </a:pathLst>
          </a:custGeom>
          <a:solidFill>
            <a:srgbClr val="F4A27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37"/>
          <p:cNvSpPr/>
          <p:nvPr/>
        </p:nvSpPr>
        <p:spPr>
          <a:xfrm>
            <a:off x="7149818" y="2190369"/>
            <a:ext cx="225899" cy="307555"/>
          </a:xfrm>
          <a:custGeom>
            <a:avLst/>
            <a:gdLst/>
            <a:ahLst/>
            <a:cxnLst/>
            <a:rect l="l" t="t" r="r" b="b"/>
            <a:pathLst>
              <a:path w="2097" h="2855" extrusionOk="0">
                <a:moveTo>
                  <a:pt x="776" y="1"/>
                </a:moveTo>
                <a:cubicBezTo>
                  <a:pt x="765" y="1"/>
                  <a:pt x="755" y="2"/>
                  <a:pt x="747" y="4"/>
                </a:cubicBezTo>
                <a:cubicBezTo>
                  <a:pt x="554" y="52"/>
                  <a:pt x="24" y="1137"/>
                  <a:pt x="24" y="1353"/>
                </a:cubicBezTo>
                <a:cubicBezTo>
                  <a:pt x="1" y="1561"/>
                  <a:pt x="797" y="2855"/>
                  <a:pt x="1033" y="2855"/>
                </a:cubicBezTo>
                <a:cubicBezTo>
                  <a:pt x="1043" y="2855"/>
                  <a:pt x="1052" y="2852"/>
                  <a:pt x="1060" y="2847"/>
                </a:cubicBezTo>
                <a:cubicBezTo>
                  <a:pt x="1277" y="2703"/>
                  <a:pt x="1132" y="1137"/>
                  <a:pt x="1132" y="1137"/>
                </a:cubicBezTo>
                <a:cubicBezTo>
                  <a:pt x="1132" y="1137"/>
                  <a:pt x="891" y="896"/>
                  <a:pt x="1108" y="775"/>
                </a:cubicBezTo>
                <a:cubicBezTo>
                  <a:pt x="1149" y="748"/>
                  <a:pt x="1194" y="737"/>
                  <a:pt x="1240" y="737"/>
                </a:cubicBezTo>
                <a:cubicBezTo>
                  <a:pt x="1440" y="737"/>
                  <a:pt x="1662" y="944"/>
                  <a:pt x="1662" y="944"/>
                </a:cubicBezTo>
                <a:lnTo>
                  <a:pt x="2096" y="896"/>
                </a:lnTo>
                <a:lnTo>
                  <a:pt x="1735" y="462"/>
                </a:lnTo>
                <a:cubicBezTo>
                  <a:pt x="1735" y="462"/>
                  <a:pt x="1010" y="1"/>
                  <a:pt x="77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7"/>
          <p:cNvSpPr/>
          <p:nvPr/>
        </p:nvSpPr>
        <p:spPr>
          <a:xfrm>
            <a:off x="7053619" y="2268471"/>
            <a:ext cx="197460" cy="150923"/>
          </a:xfrm>
          <a:custGeom>
            <a:avLst/>
            <a:gdLst/>
            <a:ahLst/>
            <a:cxnLst/>
            <a:rect l="l" t="t" r="r" b="b"/>
            <a:pathLst>
              <a:path w="1833" h="1401" extrusionOk="0">
                <a:moveTo>
                  <a:pt x="727" y="0"/>
                </a:moveTo>
                <a:cubicBezTo>
                  <a:pt x="361" y="0"/>
                  <a:pt x="48" y="282"/>
                  <a:pt x="25" y="653"/>
                </a:cubicBezTo>
                <a:cubicBezTo>
                  <a:pt x="1" y="1038"/>
                  <a:pt x="314" y="1375"/>
                  <a:pt x="700" y="1400"/>
                </a:cubicBezTo>
                <a:cubicBezTo>
                  <a:pt x="715" y="1400"/>
                  <a:pt x="730" y="1401"/>
                  <a:pt x="746" y="1401"/>
                </a:cubicBezTo>
                <a:cubicBezTo>
                  <a:pt x="1141" y="1401"/>
                  <a:pt x="1808" y="1119"/>
                  <a:pt x="1808" y="749"/>
                </a:cubicBezTo>
                <a:cubicBezTo>
                  <a:pt x="1832" y="363"/>
                  <a:pt x="1158" y="2"/>
                  <a:pt x="772" y="2"/>
                </a:cubicBezTo>
                <a:cubicBezTo>
                  <a:pt x="757" y="1"/>
                  <a:pt x="742" y="0"/>
                  <a:pt x="7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7"/>
          <p:cNvSpPr/>
          <p:nvPr/>
        </p:nvSpPr>
        <p:spPr>
          <a:xfrm rot="9792788">
            <a:off x="1114352" y="782220"/>
            <a:ext cx="1466900" cy="1277303"/>
          </a:xfrm>
          <a:custGeom>
            <a:avLst/>
            <a:gdLst/>
            <a:ahLst/>
            <a:cxnLst/>
            <a:rect l="l" t="t" r="r" b="b"/>
            <a:pathLst>
              <a:path w="13617" h="11857" extrusionOk="0">
                <a:moveTo>
                  <a:pt x="13520" y="0"/>
                </a:moveTo>
                <a:cubicBezTo>
                  <a:pt x="13472" y="0"/>
                  <a:pt x="10773" y="1350"/>
                  <a:pt x="12074" y="5133"/>
                </a:cubicBezTo>
                <a:cubicBezTo>
                  <a:pt x="13062" y="7977"/>
                  <a:pt x="11110" y="10579"/>
                  <a:pt x="9809" y="11182"/>
                </a:cubicBezTo>
                <a:cubicBezTo>
                  <a:pt x="9215" y="11456"/>
                  <a:pt x="8339" y="11611"/>
                  <a:pt x="7403" y="11611"/>
                </a:cubicBezTo>
                <a:cubicBezTo>
                  <a:pt x="6364" y="11611"/>
                  <a:pt x="5250" y="11420"/>
                  <a:pt x="4363" y="10989"/>
                </a:cubicBezTo>
                <a:cubicBezTo>
                  <a:pt x="1760" y="9736"/>
                  <a:pt x="242" y="5856"/>
                  <a:pt x="218" y="5808"/>
                </a:cubicBezTo>
                <a:lnTo>
                  <a:pt x="1" y="5904"/>
                </a:lnTo>
                <a:cubicBezTo>
                  <a:pt x="73" y="6073"/>
                  <a:pt x="1567" y="9905"/>
                  <a:pt x="4242" y="11206"/>
                </a:cubicBezTo>
                <a:cubicBezTo>
                  <a:pt x="5206" y="11664"/>
                  <a:pt x="6339" y="11856"/>
                  <a:pt x="7399" y="11856"/>
                </a:cubicBezTo>
                <a:cubicBezTo>
                  <a:pt x="8363" y="11856"/>
                  <a:pt x="9279" y="11688"/>
                  <a:pt x="9905" y="11399"/>
                </a:cubicBezTo>
                <a:cubicBezTo>
                  <a:pt x="11279" y="10772"/>
                  <a:pt x="13327" y="8049"/>
                  <a:pt x="12315" y="5061"/>
                </a:cubicBezTo>
                <a:cubicBezTo>
                  <a:pt x="11086" y="1470"/>
                  <a:pt x="13520" y="266"/>
                  <a:pt x="13616" y="217"/>
                </a:cubicBezTo>
                <a:lnTo>
                  <a:pt x="13520" y="0"/>
                </a:lnTo>
                <a:close/>
              </a:path>
            </a:pathLst>
          </a:custGeom>
          <a:solidFill>
            <a:srgbClr val="1624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D0A91E8F-EE05-07CC-1043-0C68CFCD0CCF}"/>
              </a:ext>
            </a:extLst>
          </p:cNvPr>
          <p:cNvGrpSpPr/>
          <p:nvPr/>
        </p:nvGrpSpPr>
        <p:grpSpPr>
          <a:xfrm>
            <a:off x="-429371" y="4449364"/>
            <a:ext cx="18288000" cy="856676"/>
            <a:chOff x="0" y="0"/>
            <a:chExt cx="4816593" cy="225627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9A6B8D14-28CA-78DB-8BF1-6E98E513F57F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16">
              <a:extLst>
                <a:ext uri="{FF2B5EF4-FFF2-40B4-BE49-F238E27FC236}">
                  <a16:creationId xmlns:a16="http://schemas.microsoft.com/office/drawing/2014/main" id="{A887723B-243A-4433-E130-83F4FA847891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7">
            <a:extLst>
              <a:ext uri="{FF2B5EF4-FFF2-40B4-BE49-F238E27FC236}">
                <a16:creationId xmlns:a16="http://schemas.microsoft.com/office/drawing/2014/main" id="{0D2C658E-BAC1-69D5-8A04-E4270888F44F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novation Meeting by Slidesgo">
  <a:themeElements>
    <a:clrScheme name="Simple Light">
      <a:dk1>
        <a:srgbClr val="16243F"/>
      </a:dk1>
      <a:lt1>
        <a:srgbClr val="FFFFFF"/>
      </a:lt1>
      <a:dk2>
        <a:srgbClr val="98C4EB"/>
      </a:dk2>
      <a:lt2>
        <a:srgbClr val="274597"/>
      </a:lt2>
      <a:accent1>
        <a:srgbClr val="FFD966"/>
      </a:accent1>
      <a:accent2>
        <a:srgbClr val="EA373F"/>
      </a:accent2>
      <a:accent3>
        <a:srgbClr val="4BC084"/>
      </a:accent3>
      <a:accent4>
        <a:srgbClr val="CE9DEE"/>
      </a:accent4>
      <a:accent5>
        <a:srgbClr val="221311"/>
      </a:accent5>
      <a:accent6>
        <a:srgbClr val="339D64"/>
      </a:accent6>
      <a:hlink>
        <a:srgbClr val="1624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722</Words>
  <Application>Microsoft Office PowerPoint</Application>
  <PresentationFormat>Presentación en pantalla (16:9)</PresentationFormat>
  <Paragraphs>143</Paragraphs>
  <Slides>8</Slides>
  <Notes>5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Aptos</vt:lpstr>
      <vt:lpstr>Montserrat Black</vt:lpstr>
      <vt:lpstr>Open Sans</vt:lpstr>
      <vt:lpstr>Montserrat SemiBold</vt:lpstr>
      <vt:lpstr>Arial</vt:lpstr>
      <vt:lpstr>Alata</vt:lpstr>
      <vt:lpstr>Innovation Meeting by Slidesgo</vt:lpstr>
      <vt:lpstr>Documento</vt:lpstr>
      <vt:lpstr>Detección de oportunidades.</vt:lpstr>
      <vt:lpstr>Objetivo de aprendizaje.</vt:lpstr>
      <vt:lpstr>Instrumento B 1.1.2.1 Pauta de Entrevista en profundidad a usuarios</vt:lpstr>
      <vt:lpstr>Pauta de entrevista usuario</vt:lpstr>
      <vt:lpstr>Recomendaciones</vt:lpstr>
      <vt:lpstr>Presentación de PowerPoint</vt:lpstr>
      <vt:lpstr>Ejemplo.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oportunidades.</dc:title>
  <dc:creator>Estefania González</dc:creator>
  <cp:lastModifiedBy>ESTEFANIA SALOME GONZALEZ CACERES</cp:lastModifiedBy>
  <cp:revision>9</cp:revision>
  <dcterms:modified xsi:type="dcterms:W3CDTF">2025-03-12T20:12:01Z</dcterms:modified>
</cp:coreProperties>
</file>