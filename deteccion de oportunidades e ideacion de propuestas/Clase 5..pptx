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2" r:id="rId7"/>
    <p:sldId id="261" r:id="rId8"/>
    <p:sldId id="267" r:id="rId9"/>
  </p:sldIdLst>
  <p:sldSz cx="9144000" cy="5143500" type="screen16x9"/>
  <p:notesSz cx="6858000" cy="9144000"/>
  <p:embeddedFontLst>
    <p:embeddedFont>
      <p:font typeface="Albert Sans" panose="020B0604020202020204" charset="0"/>
      <p:regular r:id="rId11"/>
      <p:bold r:id="rId12"/>
      <p:italic r:id="rId13"/>
      <p:boldItalic r:id="rId14"/>
    </p:embeddedFont>
    <p:embeddedFont>
      <p:font typeface="DM Sans" panose="020B0604020202020204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7F1000-25C0-49D3-97E0-466F675CA3D1}">
  <a:tblStyle styleId="{DB7F1000-25C0-49D3-97E0-466F675CA3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70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796702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3935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d1bf8d60a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d1bf8d60a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5711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713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d1bf8d60a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d1bf8d60a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6571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6704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8396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12fc2de9d9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12fc2de9d9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1644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d1bf8d60a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d1bf8d60a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6413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66600" y="1372988"/>
            <a:ext cx="6010800" cy="180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183250" y="3294713"/>
            <a:ext cx="4777500" cy="4758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1146142" y="-246975"/>
            <a:ext cx="12430480" cy="5533393"/>
            <a:chOff x="-1146142" y="-246975"/>
            <a:chExt cx="12430480" cy="5533393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-1146142" y="-246975"/>
              <a:ext cx="12430480" cy="1596518"/>
              <a:chOff x="-1146142" y="-246975"/>
              <a:chExt cx="12430480" cy="1596518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7576950" y="583575"/>
                <a:ext cx="2182085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1" extrusionOk="0">
                    <a:moveTo>
                      <a:pt x="4465" y="1"/>
                    </a:moveTo>
                    <a:cubicBezTo>
                      <a:pt x="1988" y="1"/>
                      <a:pt x="0" y="1989"/>
                      <a:pt x="0" y="4466"/>
                    </a:cubicBezTo>
                    <a:cubicBezTo>
                      <a:pt x="0" y="6942"/>
                      <a:pt x="1988" y="8931"/>
                      <a:pt x="4465" y="8931"/>
                    </a:cubicBezTo>
                    <a:lnTo>
                      <a:pt x="17752" y="8931"/>
                    </a:lnTo>
                    <a:cubicBezTo>
                      <a:pt x="20229" y="8931"/>
                      <a:pt x="22217" y="6942"/>
                      <a:pt x="22217" y="4466"/>
                    </a:cubicBezTo>
                    <a:cubicBezTo>
                      <a:pt x="22217" y="1989"/>
                      <a:pt x="20229" y="1"/>
                      <a:pt x="177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-1146142" y="572074"/>
                <a:ext cx="2046056" cy="41127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4466" extrusionOk="0">
                    <a:moveTo>
                      <a:pt x="4465" y="0"/>
                    </a:moveTo>
                    <a:cubicBezTo>
                      <a:pt x="2001" y="0"/>
                      <a:pt x="1" y="2000"/>
                      <a:pt x="1" y="4465"/>
                    </a:cubicBezTo>
                    <a:lnTo>
                      <a:pt x="22218" y="4465"/>
                    </a:lnTo>
                    <a:cubicBezTo>
                      <a:pt x="22218" y="2000"/>
                      <a:pt x="20217" y="0"/>
                      <a:pt x="177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-424703" y="164204"/>
                <a:ext cx="2047161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6" y="0"/>
                    </a:moveTo>
                    <a:cubicBezTo>
                      <a:pt x="2001" y="0"/>
                      <a:pt x="1" y="2000"/>
                      <a:pt x="1" y="4465"/>
                    </a:cubicBezTo>
                    <a:cubicBezTo>
                      <a:pt x="1" y="6930"/>
                      <a:pt x="2001" y="8930"/>
                      <a:pt x="4466" y="8930"/>
                    </a:cubicBezTo>
                    <a:lnTo>
                      <a:pt x="17765" y="8930"/>
                    </a:lnTo>
                    <a:cubicBezTo>
                      <a:pt x="20230" y="8930"/>
                      <a:pt x="22230" y="6930"/>
                      <a:pt x="22230" y="4465"/>
                    </a:cubicBezTo>
                    <a:cubicBezTo>
                      <a:pt x="22230" y="2000"/>
                      <a:pt x="20230" y="0"/>
                      <a:pt x="17765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373620" y="65627"/>
                <a:ext cx="2047161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5" y="0"/>
                    </a:moveTo>
                    <a:cubicBezTo>
                      <a:pt x="2001" y="0"/>
                      <a:pt x="0" y="2000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17765" y="8930"/>
                    </a:lnTo>
                    <a:cubicBezTo>
                      <a:pt x="20229" y="8930"/>
                      <a:pt x="22229" y="6930"/>
                      <a:pt x="22229" y="4465"/>
                    </a:cubicBezTo>
                    <a:cubicBezTo>
                      <a:pt x="22229" y="2000"/>
                      <a:pt x="20229" y="0"/>
                      <a:pt x="17765" y="0"/>
                    </a:cubicBezTo>
                    <a:close/>
                  </a:path>
                </a:pathLst>
              </a:custGeom>
              <a:solidFill>
                <a:srgbClr val="164195">
                  <a:alpha val="237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091835" y="-240437"/>
                <a:ext cx="2046056" cy="822456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1" extrusionOk="0">
                    <a:moveTo>
                      <a:pt x="4465" y="1"/>
                    </a:moveTo>
                    <a:cubicBezTo>
                      <a:pt x="2000" y="1"/>
                      <a:pt x="0" y="2001"/>
                      <a:pt x="0" y="4466"/>
                    </a:cubicBezTo>
                    <a:cubicBezTo>
                      <a:pt x="0" y="6930"/>
                      <a:pt x="2000" y="8930"/>
                      <a:pt x="4465" y="8930"/>
                    </a:cubicBezTo>
                    <a:lnTo>
                      <a:pt x="17752" y="8930"/>
                    </a:lnTo>
                    <a:cubicBezTo>
                      <a:pt x="20217" y="8930"/>
                      <a:pt x="22217" y="6930"/>
                      <a:pt x="22217" y="4466"/>
                    </a:cubicBezTo>
                    <a:cubicBezTo>
                      <a:pt x="22217" y="2001"/>
                      <a:pt x="20217" y="1"/>
                      <a:pt x="17752" y="1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373620" y="164210"/>
                <a:ext cx="2047161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5" y="0"/>
                    </a:moveTo>
                    <a:cubicBezTo>
                      <a:pt x="2001" y="0"/>
                      <a:pt x="0" y="2000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17765" y="8930"/>
                    </a:lnTo>
                    <a:cubicBezTo>
                      <a:pt x="20229" y="8930"/>
                      <a:pt x="22229" y="6930"/>
                      <a:pt x="22229" y="4465"/>
                    </a:cubicBezTo>
                    <a:cubicBezTo>
                      <a:pt x="22229" y="2000"/>
                      <a:pt x="20229" y="0"/>
                      <a:pt x="177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-421400" y="-246975"/>
                <a:ext cx="1319097" cy="822456"/>
              </a:xfrm>
              <a:custGeom>
                <a:avLst/>
                <a:gdLst/>
                <a:ahLst/>
                <a:cxnLst/>
                <a:rect l="l" t="t" r="r" b="b"/>
                <a:pathLst>
                  <a:path w="14324" h="8931" extrusionOk="0">
                    <a:moveTo>
                      <a:pt x="4465" y="0"/>
                    </a:moveTo>
                    <a:cubicBezTo>
                      <a:pt x="2001" y="0"/>
                      <a:pt x="1" y="2001"/>
                      <a:pt x="1" y="4465"/>
                    </a:cubicBezTo>
                    <a:cubicBezTo>
                      <a:pt x="1" y="6930"/>
                      <a:pt x="2001" y="8930"/>
                      <a:pt x="4465" y="8930"/>
                    </a:cubicBezTo>
                    <a:lnTo>
                      <a:pt x="9859" y="8930"/>
                    </a:lnTo>
                    <a:cubicBezTo>
                      <a:pt x="12324" y="8930"/>
                      <a:pt x="14324" y="6930"/>
                      <a:pt x="14324" y="4465"/>
                    </a:cubicBezTo>
                    <a:cubicBezTo>
                      <a:pt x="14324" y="2001"/>
                      <a:pt x="12324" y="0"/>
                      <a:pt x="9859" y="0"/>
                    </a:cubicBezTo>
                    <a:close/>
                  </a:path>
                </a:pathLst>
              </a:custGeom>
              <a:solidFill>
                <a:srgbClr val="33B6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6588803" y="210757"/>
                <a:ext cx="1474729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17194" h="8930" extrusionOk="0">
                    <a:moveTo>
                      <a:pt x="4465" y="0"/>
                    </a:moveTo>
                    <a:cubicBezTo>
                      <a:pt x="1989" y="0"/>
                      <a:pt x="1" y="1989"/>
                      <a:pt x="1" y="4465"/>
                    </a:cubicBezTo>
                    <a:cubicBezTo>
                      <a:pt x="1" y="6930"/>
                      <a:pt x="1989" y="8930"/>
                      <a:pt x="4465" y="8930"/>
                    </a:cubicBezTo>
                    <a:lnTo>
                      <a:pt x="12728" y="8930"/>
                    </a:lnTo>
                    <a:cubicBezTo>
                      <a:pt x="15205" y="8930"/>
                      <a:pt x="17193" y="6930"/>
                      <a:pt x="17193" y="4465"/>
                    </a:cubicBezTo>
                    <a:cubicBezTo>
                      <a:pt x="17193" y="1989"/>
                      <a:pt x="15205" y="0"/>
                      <a:pt x="127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7675316" y="-182400"/>
                <a:ext cx="3221007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37554" h="8931" extrusionOk="0">
                    <a:moveTo>
                      <a:pt x="4466" y="0"/>
                    </a:moveTo>
                    <a:cubicBezTo>
                      <a:pt x="2001" y="0"/>
                      <a:pt x="1" y="2001"/>
                      <a:pt x="1" y="4465"/>
                    </a:cubicBezTo>
                    <a:cubicBezTo>
                      <a:pt x="1" y="6930"/>
                      <a:pt x="2001" y="8930"/>
                      <a:pt x="4466" y="8930"/>
                    </a:cubicBezTo>
                    <a:lnTo>
                      <a:pt x="33088" y="8930"/>
                    </a:lnTo>
                    <a:cubicBezTo>
                      <a:pt x="35553" y="8930"/>
                      <a:pt x="37553" y="6930"/>
                      <a:pt x="37553" y="4465"/>
                    </a:cubicBezTo>
                    <a:cubicBezTo>
                      <a:pt x="37553" y="2001"/>
                      <a:pt x="35553" y="0"/>
                      <a:pt x="33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7167825" y="-182400"/>
                <a:ext cx="895696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10443" h="8931" extrusionOk="0">
                    <a:moveTo>
                      <a:pt x="4465" y="0"/>
                    </a:moveTo>
                    <a:cubicBezTo>
                      <a:pt x="2001" y="0"/>
                      <a:pt x="0" y="2001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5977" y="8930"/>
                    </a:lnTo>
                    <a:cubicBezTo>
                      <a:pt x="8442" y="8930"/>
                      <a:pt x="10442" y="6930"/>
                      <a:pt x="10442" y="4465"/>
                    </a:cubicBezTo>
                    <a:cubicBezTo>
                      <a:pt x="10442" y="2001"/>
                      <a:pt x="8442" y="0"/>
                      <a:pt x="5977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8063418" y="210757"/>
                <a:ext cx="3220921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37553" h="8930" extrusionOk="0">
                    <a:moveTo>
                      <a:pt x="4465" y="0"/>
                    </a:moveTo>
                    <a:cubicBezTo>
                      <a:pt x="1989" y="0"/>
                      <a:pt x="0" y="1989"/>
                      <a:pt x="0" y="4465"/>
                    </a:cubicBezTo>
                    <a:cubicBezTo>
                      <a:pt x="0" y="6930"/>
                      <a:pt x="1989" y="8930"/>
                      <a:pt x="4465" y="8930"/>
                    </a:cubicBezTo>
                    <a:lnTo>
                      <a:pt x="33088" y="8930"/>
                    </a:lnTo>
                    <a:cubicBezTo>
                      <a:pt x="35564" y="8930"/>
                      <a:pt x="37553" y="6930"/>
                      <a:pt x="37553" y="4465"/>
                    </a:cubicBezTo>
                    <a:cubicBezTo>
                      <a:pt x="37553" y="1989"/>
                      <a:pt x="35564" y="0"/>
                      <a:pt x="33088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>
              <a:off x="-761680" y="3998300"/>
              <a:ext cx="11242811" cy="1288118"/>
              <a:chOff x="-761680" y="3998300"/>
              <a:chExt cx="11242811" cy="1288118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897708" y="4866399"/>
                <a:ext cx="2046056" cy="41127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4466" extrusionOk="0">
                    <a:moveTo>
                      <a:pt x="4465" y="0"/>
                    </a:moveTo>
                    <a:cubicBezTo>
                      <a:pt x="2001" y="0"/>
                      <a:pt x="1" y="2000"/>
                      <a:pt x="1" y="4465"/>
                    </a:cubicBezTo>
                    <a:lnTo>
                      <a:pt x="22218" y="4465"/>
                    </a:lnTo>
                    <a:cubicBezTo>
                      <a:pt x="22218" y="2000"/>
                      <a:pt x="20217" y="0"/>
                      <a:pt x="177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-421402" y="4866400"/>
                <a:ext cx="1994581" cy="411274"/>
              </a:xfrm>
              <a:custGeom>
                <a:avLst/>
                <a:gdLst/>
                <a:ahLst/>
                <a:cxnLst/>
                <a:rect l="l" t="t" r="r" b="b"/>
                <a:pathLst>
                  <a:path w="15645" h="4466" extrusionOk="0">
                    <a:moveTo>
                      <a:pt x="4465" y="0"/>
                    </a:moveTo>
                    <a:cubicBezTo>
                      <a:pt x="2000" y="0"/>
                      <a:pt x="0" y="2000"/>
                      <a:pt x="0" y="4465"/>
                    </a:cubicBezTo>
                    <a:lnTo>
                      <a:pt x="15645" y="4465"/>
                    </a:lnTo>
                    <a:cubicBezTo>
                      <a:pt x="15645" y="2000"/>
                      <a:pt x="13645" y="0"/>
                      <a:pt x="111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-654303" y="4044044"/>
                <a:ext cx="2046056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0" extrusionOk="0">
                    <a:moveTo>
                      <a:pt x="4466" y="0"/>
                    </a:moveTo>
                    <a:cubicBezTo>
                      <a:pt x="1989" y="0"/>
                      <a:pt x="1" y="1989"/>
                      <a:pt x="1" y="4465"/>
                    </a:cubicBezTo>
                    <a:cubicBezTo>
                      <a:pt x="1" y="6942"/>
                      <a:pt x="1989" y="8930"/>
                      <a:pt x="4466" y="8930"/>
                    </a:cubicBezTo>
                    <a:lnTo>
                      <a:pt x="17753" y="8930"/>
                    </a:lnTo>
                    <a:cubicBezTo>
                      <a:pt x="20230" y="8930"/>
                      <a:pt x="22218" y="6942"/>
                      <a:pt x="22218" y="4465"/>
                    </a:cubicBezTo>
                    <a:cubicBezTo>
                      <a:pt x="22218" y="1989"/>
                      <a:pt x="20230" y="0"/>
                      <a:pt x="1775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-761680" y="4044044"/>
                <a:ext cx="1440748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15645" h="8930" extrusionOk="0">
                    <a:moveTo>
                      <a:pt x="4465" y="0"/>
                    </a:moveTo>
                    <a:cubicBezTo>
                      <a:pt x="1988" y="0"/>
                      <a:pt x="0" y="1989"/>
                      <a:pt x="0" y="4465"/>
                    </a:cubicBezTo>
                    <a:cubicBezTo>
                      <a:pt x="0" y="6942"/>
                      <a:pt x="1988" y="8930"/>
                      <a:pt x="4465" y="8930"/>
                    </a:cubicBezTo>
                    <a:lnTo>
                      <a:pt x="11180" y="8930"/>
                    </a:lnTo>
                    <a:cubicBezTo>
                      <a:pt x="13657" y="8930"/>
                      <a:pt x="15645" y="6942"/>
                      <a:pt x="15645" y="4465"/>
                    </a:cubicBezTo>
                    <a:cubicBezTo>
                      <a:pt x="15645" y="1989"/>
                      <a:pt x="13657" y="0"/>
                      <a:pt x="111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-343491" y="4463963"/>
                <a:ext cx="1440840" cy="822456"/>
              </a:xfrm>
              <a:custGeom>
                <a:avLst/>
                <a:gdLst/>
                <a:ahLst/>
                <a:cxnLst/>
                <a:rect l="l" t="t" r="r" b="b"/>
                <a:pathLst>
                  <a:path w="15646" h="8931" extrusionOk="0">
                    <a:moveTo>
                      <a:pt x="4466" y="1"/>
                    </a:moveTo>
                    <a:cubicBezTo>
                      <a:pt x="2001" y="1"/>
                      <a:pt x="1" y="2001"/>
                      <a:pt x="1" y="4465"/>
                    </a:cubicBezTo>
                    <a:cubicBezTo>
                      <a:pt x="1" y="6930"/>
                      <a:pt x="2001" y="8930"/>
                      <a:pt x="4466" y="8930"/>
                    </a:cubicBezTo>
                    <a:lnTo>
                      <a:pt x="11181" y="8930"/>
                    </a:lnTo>
                    <a:cubicBezTo>
                      <a:pt x="13645" y="8930"/>
                      <a:pt x="15646" y="6930"/>
                      <a:pt x="15646" y="4465"/>
                    </a:cubicBezTo>
                    <a:cubicBezTo>
                      <a:pt x="15646" y="2001"/>
                      <a:pt x="13645" y="1"/>
                      <a:pt x="11181" y="1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1619147" y="4458529"/>
                <a:ext cx="2047161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6" y="0"/>
                    </a:moveTo>
                    <a:cubicBezTo>
                      <a:pt x="2001" y="0"/>
                      <a:pt x="1" y="2000"/>
                      <a:pt x="1" y="4465"/>
                    </a:cubicBezTo>
                    <a:cubicBezTo>
                      <a:pt x="1" y="6930"/>
                      <a:pt x="2001" y="8930"/>
                      <a:pt x="4466" y="8930"/>
                    </a:cubicBezTo>
                    <a:lnTo>
                      <a:pt x="17765" y="8930"/>
                    </a:lnTo>
                    <a:cubicBezTo>
                      <a:pt x="20230" y="8930"/>
                      <a:pt x="22230" y="6930"/>
                      <a:pt x="22230" y="4465"/>
                    </a:cubicBezTo>
                    <a:cubicBezTo>
                      <a:pt x="22230" y="2000"/>
                      <a:pt x="20230" y="0"/>
                      <a:pt x="17765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6776575" y="4361450"/>
                <a:ext cx="2182085" cy="82234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1" extrusionOk="0">
                    <a:moveTo>
                      <a:pt x="4465" y="1"/>
                    </a:moveTo>
                    <a:cubicBezTo>
                      <a:pt x="1988" y="1"/>
                      <a:pt x="0" y="1989"/>
                      <a:pt x="0" y="4466"/>
                    </a:cubicBezTo>
                    <a:cubicBezTo>
                      <a:pt x="0" y="6942"/>
                      <a:pt x="1988" y="8931"/>
                      <a:pt x="4465" y="8931"/>
                    </a:cubicBezTo>
                    <a:lnTo>
                      <a:pt x="17752" y="8931"/>
                    </a:lnTo>
                    <a:cubicBezTo>
                      <a:pt x="20229" y="8931"/>
                      <a:pt x="22217" y="6942"/>
                      <a:pt x="22217" y="4466"/>
                    </a:cubicBezTo>
                    <a:cubicBezTo>
                      <a:pt x="22217" y="1989"/>
                      <a:pt x="20229" y="1"/>
                      <a:pt x="177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7576407" y="4361450"/>
                <a:ext cx="2183166" cy="822344"/>
              </a:xfrm>
              <a:custGeom>
                <a:avLst/>
                <a:gdLst/>
                <a:ahLst/>
                <a:cxnLst/>
                <a:rect l="l" t="t" r="r" b="b"/>
                <a:pathLst>
                  <a:path w="22229" h="8931" extrusionOk="0">
                    <a:moveTo>
                      <a:pt x="4465" y="1"/>
                    </a:moveTo>
                    <a:cubicBezTo>
                      <a:pt x="1988" y="1"/>
                      <a:pt x="0" y="1989"/>
                      <a:pt x="0" y="4466"/>
                    </a:cubicBezTo>
                    <a:cubicBezTo>
                      <a:pt x="0" y="6942"/>
                      <a:pt x="1988" y="8931"/>
                      <a:pt x="4465" y="8931"/>
                    </a:cubicBezTo>
                    <a:lnTo>
                      <a:pt x="17764" y="8931"/>
                    </a:lnTo>
                    <a:cubicBezTo>
                      <a:pt x="20229" y="8931"/>
                      <a:pt x="22229" y="6942"/>
                      <a:pt x="22229" y="4466"/>
                    </a:cubicBezTo>
                    <a:cubicBezTo>
                      <a:pt x="22229" y="1989"/>
                      <a:pt x="20229" y="1"/>
                      <a:pt x="177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8299046" y="4361450"/>
                <a:ext cx="2182085" cy="82234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1" extrusionOk="0">
                    <a:moveTo>
                      <a:pt x="4465" y="1"/>
                    </a:moveTo>
                    <a:cubicBezTo>
                      <a:pt x="1988" y="1"/>
                      <a:pt x="0" y="1989"/>
                      <a:pt x="0" y="4466"/>
                    </a:cubicBezTo>
                    <a:cubicBezTo>
                      <a:pt x="0" y="6942"/>
                      <a:pt x="1988" y="8931"/>
                      <a:pt x="4465" y="8931"/>
                    </a:cubicBezTo>
                    <a:lnTo>
                      <a:pt x="17752" y="8931"/>
                    </a:lnTo>
                    <a:cubicBezTo>
                      <a:pt x="20229" y="8931"/>
                      <a:pt x="22217" y="6942"/>
                      <a:pt x="22217" y="4466"/>
                    </a:cubicBezTo>
                    <a:cubicBezTo>
                      <a:pt x="22217" y="1989"/>
                      <a:pt x="20229" y="1"/>
                      <a:pt x="17752" y="1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8430775" y="3998300"/>
                <a:ext cx="895696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10443" h="8931" extrusionOk="0">
                    <a:moveTo>
                      <a:pt x="4465" y="0"/>
                    </a:moveTo>
                    <a:cubicBezTo>
                      <a:pt x="2001" y="0"/>
                      <a:pt x="0" y="2001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5977" y="8930"/>
                    </a:lnTo>
                    <a:cubicBezTo>
                      <a:pt x="8442" y="8930"/>
                      <a:pt x="10442" y="6930"/>
                      <a:pt x="10442" y="4465"/>
                    </a:cubicBezTo>
                    <a:cubicBezTo>
                      <a:pt x="10442" y="2001"/>
                      <a:pt x="8442" y="0"/>
                      <a:pt x="5977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 txBox="1">
            <a:spLocks noGrp="1"/>
          </p:cNvSpPr>
          <p:nvPr>
            <p:ph type="title"/>
          </p:nvPr>
        </p:nvSpPr>
        <p:spPr>
          <a:xfrm>
            <a:off x="2038200" y="271920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title" idx="2" hasCustomPrompt="1"/>
          </p:nvPr>
        </p:nvSpPr>
        <p:spPr>
          <a:xfrm>
            <a:off x="3813150" y="1181775"/>
            <a:ext cx="1517700" cy="984900"/>
          </a:xfrm>
          <a:prstGeom prst="rect">
            <a:avLst/>
          </a:prstGeom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8" name="Google Shape;38;p3"/>
          <p:cNvSpPr txBox="1">
            <a:spLocks noGrp="1"/>
          </p:cNvSpPr>
          <p:nvPr>
            <p:ph type="subTitle" idx="1"/>
          </p:nvPr>
        </p:nvSpPr>
        <p:spPr>
          <a:xfrm>
            <a:off x="2038200" y="3808725"/>
            <a:ext cx="50676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-2336750" y="-301399"/>
            <a:ext cx="13621145" cy="5546235"/>
            <a:chOff x="-2336750" y="-301399"/>
            <a:chExt cx="13621145" cy="5546235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-1333928" y="-301399"/>
              <a:ext cx="11815059" cy="2109903"/>
              <a:chOff x="-1333928" y="-301399"/>
              <a:chExt cx="11815059" cy="2109903"/>
            </a:xfrm>
          </p:grpSpPr>
          <p:sp>
            <p:nvSpPr>
              <p:cNvPr id="41" name="Google Shape;41;p3"/>
              <p:cNvSpPr/>
              <p:nvPr/>
            </p:nvSpPr>
            <p:spPr>
              <a:xfrm rot="10800000" flipH="1">
                <a:off x="1124175" y="-301399"/>
                <a:ext cx="2515325" cy="822386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6" y="0"/>
                    </a:moveTo>
                    <a:cubicBezTo>
                      <a:pt x="2001" y="0"/>
                      <a:pt x="1" y="2000"/>
                      <a:pt x="1" y="4465"/>
                    </a:cubicBezTo>
                    <a:cubicBezTo>
                      <a:pt x="1" y="6930"/>
                      <a:pt x="2001" y="8930"/>
                      <a:pt x="4466" y="8930"/>
                    </a:cubicBezTo>
                    <a:lnTo>
                      <a:pt x="17765" y="8930"/>
                    </a:lnTo>
                    <a:cubicBezTo>
                      <a:pt x="20230" y="8930"/>
                      <a:pt x="22230" y="6930"/>
                      <a:pt x="22230" y="4465"/>
                    </a:cubicBezTo>
                    <a:cubicBezTo>
                      <a:pt x="22230" y="2000"/>
                      <a:pt x="20230" y="0"/>
                      <a:pt x="177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 rot="10800000" flipH="1">
                <a:off x="5244450" y="-11821"/>
                <a:ext cx="2046056" cy="532827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4466" extrusionOk="0">
                    <a:moveTo>
                      <a:pt x="4465" y="0"/>
                    </a:moveTo>
                    <a:cubicBezTo>
                      <a:pt x="2001" y="0"/>
                      <a:pt x="1" y="2000"/>
                      <a:pt x="1" y="4465"/>
                    </a:cubicBezTo>
                    <a:lnTo>
                      <a:pt x="22218" y="4465"/>
                    </a:lnTo>
                    <a:cubicBezTo>
                      <a:pt x="22218" y="2000"/>
                      <a:pt x="20217" y="0"/>
                      <a:pt x="1775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 rot="10800000" flipH="1">
                <a:off x="-948717" y="986148"/>
                <a:ext cx="2046056" cy="41127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4466" extrusionOk="0">
                    <a:moveTo>
                      <a:pt x="4465" y="0"/>
                    </a:moveTo>
                    <a:cubicBezTo>
                      <a:pt x="2001" y="0"/>
                      <a:pt x="1" y="2000"/>
                      <a:pt x="1" y="4465"/>
                    </a:cubicBezTo>
                    <a:lnTo>
                      <a:pt x="22218" y="4465"/>
                    </a:lnTo>
                    <a:cubicBezTo>
                      <a:pt x="22218" y="2000"/>
                      <a:pt x="20217" y="0"/>
                      <a:pt x="177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10800000" flipH="1">
                <a:off x="-654303" y="173036"/>
                <a:ext cx="2046056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0" extrusionOk="0">
                    <a:moveTo>
                      <a:pt x="4466" y="0"/>
                    </a:moveTo>
                    <a:cubicBezTo>
                      <a:pt x="1989" y="0"/>
                      <a:pt x="1" y="1989"/>
                      <a:pt x="1" y="4465"/>
                    </a:cubicBezTo>
                    <a:cubicBezTo>
                      <a:pt x="1" y="6942"/>
                      <a:pt x="1989" y="8930"/>
                      <a:pt x="4466" y="8930"/>
                    </a:cubicBezTo>
                    <a:lnTo>
                      <a:pt x="17753" y="8930"/>
                    </a:lnTo>
                    <a:cubicBezTo>
                      <a:pt x="20230" y="8930"/>
                      <a:pt x="22218" y="6942"/>
                      <a:pt x="22218" y="4465"/>
                    </a:cubicBezTo>
                    <a:cubicBezTo>
                      <a:pt x="22218" y="1989"/>
                      <a:pt x="20230" y="0"/>
                      <a:pt x="1775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 rot="10800000" flipH="1">
                <a:off x="-761680" y="173036"/>
                <a:ext cx="1440748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15645" h="8930" extrusionOk="0">
                    <a:moveTo>
                      <a:pt x="4465" y="0"/>
                    </a:moveTo>
                    <a:cubicBezTo>
                      <a:pt x="1988" y="0"/>
                      <a:pt x="0" y="1989"/>
                      <a:pt x="0" y="4465"/>
                    </a:cubicBezTo>
                    <a:cubicBezTo>
                      <a:pt x="0" y="6942"/>
                      <a:pt x="1988" y="8930"/>
                      <a:pt x="4465" y="8930"/>
                    </a:cubicBezTo>
                    <a:lnTo>
                      <a:pt x="11180" y="8930"/>
                    </a:lnTo>
                    <a:cubicBezTo>
                      <a:pt x="13657" y="8930"/>
                      <a:pt x="15645" y="6942"/>
                      <a:pt x="15645" y="4465"/>
                    </a:cubicBezTo>
                    <a:cubicBezTo>
                      <a:pt x="15645" y="1989"/>
                      <a:pt x="13657" y="0"/>
                      <a:pt x="111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 rot="10800000" flipH="1">
                <a:off x="-351702" y="-246981"/>
                <a:ext cx="1830386" cy="822456"/>
              </a:xfrm>
              <a:custGeom>
                <a:avLst/>
                <a:gdLst/>
                <a:ahLst/>
                <a:cxnLst/>
                <a:rect l="l" t="t" r="r" b="b"/>
                <a:pathLst>
                  <a:path w="15646" h="8931" extrusionOk="0">
                    <a:moveTo>
                      <a:pt x="4466" y="1"/>
                    </a:moveTo>
                    <a:cubicBezTo>
                      <a:pt x="2001" y="1"/>
                      <a:pt x="1" y="2001"/>
                      <a:pt x="1" y="4465"/>
                    </a:cubicBezTo>
                    <a:cubicBezTo>
                      <a:pt x="1" y="6930"/>
                      <a:pt x="2001" y="8930"/>
                      <a:pt x="4466" y="8930"/>
                    </a:cubicBezTo>
                    <a:lnTo>
                      <a:pt x="11181" y="8930"/>
                    </a:lnTo>
                    <a:cubicBezTo>
                      <a:pt x="13645" y="8930"/>
                      <a:pt x="15646" y="6930"/>
                      <a:pt x="15646" y="4465"/>
                    </a:cubicBezTo>
                    <a:cubicBezTo>
                      <a:pt x="15646" y="2001"/>
                      <a:pt x="13645" y="1"/>
                      <a:pt x="11181" y="1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 rot="10800000" flipH="1">
                <a:off x="6776575" y="-144344"/>
                <a:ext cx="2581010" cy="82234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1" extrusionOk="0">
                    <a:moveTo>
                      <a:pt x="4465" y="1"/>
                    </a:moveTo>
                    <a:cubicBezTo>
                      <a:pt x="1988" y="1"/>
                      <a:pt x="0" y="1989"/>
                      <a:pt x="0" y="4466"/>
                    </a:cubicBezTo>
                    <a:cubicBezTo>
                      <a:pt x="0" y="6942"/>
                      <a:pt x="1988" y="8931"/>
                      <a:pt x="4465" y="8931"/>
                    </a:cubicBezTo>
                    <a:lnTo>
                      <a:pt x="17752" y="8931"/>
                    </a:lnTo>
                    <a:cubicBezTo>
                      <a:pt x="20229" y="8931"/>
                      <a:pt x="22217" y="6942"/>
                      <a:pt x="22217" y="4466"/>
                    </a:cubicBezTo>
                    <a:cubicBezTo>
                      <a:pt x="22217" y="1989"/>
                      <a:pt x="20229" y="1"/>
                      <a:pt x="1775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 rot="10800000" flipH="1">
                <a:off x="7576407" y="275175"/>
                <a:ext cx="2183166" cy="822344"/>
              </a:xfrm>
              <a:custGeom>
                <a:avLst/>
                <a:gdLst/>
                <a:ahLst/>
                <a:cxnLst/>
                <a:rect l="l" t="t" r="r" b="b"/>
                <a:pathLst>
                  <a:path w="22229" h="8931" extrusionOk="0">
                    <a:moveTo>
                      <a:pt x="4465" y="1"/>
                    </a:moveTo>
                    <a:cubicBezTo>
                      <a:pt x="1988" y="1"/>
                      <a:pt x="0" y="1989"/>
                      <a:pt x="0" y="4466"/>
                    </a:cubicBezTo>
                    <a:cubicBezTo>
                      <a:pt x="0" y="6942"/>
                      <a:pt x="1988" y="8931"/>
                      <a:pt x="4465" y="8931"/>
                    </a:cubicBezTo>
                    <a:lnTo>
                      <a:pt x="17764" y="8931"/>
                    </a:lnTo>
                    <a:cubicBezTo>
                      <a:pt x="20229" y="8931"/>
                      <a:pt x="22229" y="6942"/>
                      <a:pt x="22229" y="4466"/>
                    </a:cubicBezTo>
                    <a:cubicBezTo>
                      <a:pt x="22229" y="1989"/>
                      <a:pt x="20229" y="1"/>
                      <a:pt x="177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 rot="10800000" flipH="1">
                <a:off x="8299046" y="-144350"/>
                <a:ext cx="2182085" cy="822344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1" extrusionOk="0">
                    <a:moveTo>
                      <a:pt x="4465" y="1"/>
                    </a:moveTo>
                    <a:cubicBezTo>
                      <a:pt x="1988" y="1"/>
                      <a:pt x="0" y="1989"/>
                      <a:pt x="0" y="4466"/>
                    </a:cubicBezTo>
                    <a:cubicBezTo>
                      <a:pt x="0" y="6942"/>
                      <a:pt x="1988" y="8931"/>
                      <a:pt x="4465" y="8931"/>
                    </a:cubicBezTo>
                    <a:lnTo>
                      <a:pt x="17752" y="8931"/>
                    </a:lnTo>
                    <a:cubicBezTo>
                      <a:pt x="20229" y="8931"/>
                      <a:pt x="22217" y="6942"/>
                      <a:pt x="22217" y="4466"/>
                    </a:cubicBezTo>
                    <a:cubicBezTo>
                      <a:pt x="22217" y="1989"/>
                      <a:pt x="20229" y="1"/>
                      <a:pt x="17752" y="1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 rot="10800000" flipH="1">
                <a:off x="8299050" y="818051"/>
                <a:ext cx="895696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10443" h="8931" extrusionOk="0">
                    <a:moveTo>
                      <a:pt x="4465" y="0"/>
                    </a:moveTo>
                    <a:cubicBezTo>
                      <a:pt x="2001" y="0"/>
                      <a:pt x="0" y="2001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5977" y="8930"/>
                    </a:lnTo>
                    <a:cubicBezTo>
                      <a:pt x="8442" y="8930"/>
                      <a:pt x="10442" y="6930"/>
                      <a:pt x="10442" y="4465"/>
                    </a:cubicBezTo>
                    <a:cubicBezTo>
                      <a:pt x="10442" y="2001"/>
                      <a:pt x="8442" y="0"/>
                      <a:pt x="5977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 rot="10800000" flipH="1">
                <a:off x="-1333928" y="986140"/>
                <a:ext cx="2047161" cy="822364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6" y="0"/>
                    </a:moveTo>
                    <a:cubicBezTo>
                      <a:pt x="2001" y="0"/>
                      <a:pt x="1" y="2000"/>
                      <a:pt x="1" y="4465"/>
                    </a:cubicBezTo>
                    <a:cubicBezTo>
                      <a:pt x="1" y="6930"/>
                      <a:pt x="2001" y="8930"/>
                      <a:pt x="4466" y="8930"/>
                    </a:cubicBezTo>
                    <a:lnTo>
                      <a:pt x="17765" y="8930"/>
                    </a:lnTo>
                    <a:cubicBezTo>
                      <a:pt x="20230" y="8930"/>
                      <a:pt x="22230" y="6930"/>
                      <a:pt x="22230" y="4465"/>
                    </a:cubicBezTo>
                    <a:cubicBezTo>
                      <a:pt x="22230" y="2000"/>
                      <a:pt x="20230" y="0"/>
                      <a:pt x="17765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" name="Google Shape;52;p3"/>
            <p:cNvGrpSpPr/>
            <p:nvPr/>
          </p:nvGrpSpPr>
          <p:grpSpPr>
            <a:xfrm>
              <a:off x="-2336750" y="4106051"/>
              <a:ext cx="13621145" cy="1138786"/>
              <a:chOff x="-2336750" y="4106051"/>
              <a:chExt cx="13621145" cy="1138786"/>
            </a:xfrm>
          </p:grpSpPr>
          <p:sp>
            <p:nvSpPr>
              <p:cNvPr id="53" name="Google Shape;53;p3"/>
              <p:cNvSpPr/>
              <p:nvPr/>
            </p:nvSpPr>
            <p:spPr>
              <a:xfrm rot="10800000" flipH="1">
                <a:off x="8430775" y="4106051"/>
                <a:ext cx="2182085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1" extrusionOk="0">
                    <a:moveTo>
                      <a:pt x="4465" y="1"/>
                    </a:moveTo>
                    <a:cubicBezTo>
                      <a:pt x="1988" y="1"/>
                      <a:pt x="0" y="1989"/>
                      <a:pt x="0" y="4466"/>
                    </a:cubicBezTo>
                    <a:cubicBezTo>
                      <a:pt x="0" y="6942"/>
                      <a:pt x="1988" y="8931"/>
                      <a:pt x="4465" y="8931"/>
                    </a:cubicBezTo>
                    <a:lnTo>
                      <a:pt x="17752" y="8931"/>
                    </a:lnTo>
                    <a:cubicBezTo>
                      <a:pt x="20229" y="8931"/>
                      <a:pt x="22217" y="6942"/>
                      <a:pt x="22217" y="4466"/>
                    </a:cubicBezTo>
                    <a:cubicBezTo>
                      <a:pt x="22217" y="1989"/>
                      <a:pt x="20229" y="1"/>
                      <a:pt x="177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 rot="10800000" flipH="1">
                <a:off x="6776578" y="4478955"/>
                <a:ext cx="1474729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17194" h="8930" extrusionOk="0">
                    <a:moveTo>
                      <a:pt x="4465" y="0"/>
                    </a:moveTo>
                    <a:cubicBezTo>
                      <a:pt x="1989" y="0"/>
                      <a:pt x="1" y="1989"/>
                      <a:pt x="1" y="4465"/>
                    </a:cubicBezTo>
                    <a:cubicBezTo>
                      <a:pt x="1" y="6930"/>
                      <a:pt x="1989" y="8930"/>
                      <a:pt x="4465" y="8930"/>
                    </a:cubicBezTo>
                    <a:lnTo>
                      <a:pt x="12728" y="8930"/>
                    </a:lnTo>
                    <a:cubicBezTo>
                      <a:pt x="15205" y="8930"/>
                      <a:pt x="17193" y="6930"/>
                      <a:pt x="17193" y="4465"/>
                    </a:cubicBezTo>
                    <a:cubicBezTo>
                      <a:pt x="17193" y="1989"/>
                      <a:pt x="15205" y="0"/>
                      <a:pt x="127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 rot="10800000">
                <a:off x="-2336750" y="4428751"/>
                <a:ext cx="3221007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37554" h="8931" extrusionOk="0">
                    <a:moveTo>
                      <a:pt x="4466" y="0"/>
                    </a:moveTo>
                    <a:cubicBezTo>
                      <a:pt x="2001" y="0"/>
                      <a:pt x="1" y="2001"/>
                      <a:pt x="1" y="4465"/>
                    </a:cubicBezTo>
                    <a:cubicBezTo>
                      <a:pt x="1" y="6930"/>
                      <a:pt x="2001" y="8930"/>
                      <a:pt x="4466" y="8930"/>
                    </a:cubicBezTo>
                    <a:lnTo>
                      <a:pt x="33088" y="8930"/>
                    </a:lnTo>
                    <a:cubicBezTo>
                      <a:pt x="35553" y="8930"/>
                      <a:pt x="37553" y="6930"/>
                      <a:pt x="37553" y="4465"/>
                    </a:cubicBezTo>
                    <a:cubicBezTo>
                      <a:pt x="37553" y="2001"/>
                      <a:pt x="35553" y="0"/>
                      <a:pt x="330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171826" y="4428751"/>
                <a:ext cx="895696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10443" h="8931" extrusionOk="0">
                    <a:moveTo>
                      <a:pt x="4465" y="0"/>
                    </a:moveTo>
                    <a:cubicBezTo>
                      <a:pt x="2001" y="0"/>
                      <a:pt x="0" y="2001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5977" y="8930"/>
                    </a:lnTo>
                    <a:cubicBezTo>
                      <a:pt x="8442" y="8930"/>
                      <a:pt x="10442" y="6930"/>
                      <a:pt x="10442" y="4465"/>
                    </a:cubicBezTo>
                    <a:cubicBezTo>
                      <a:pt x="10442" y="2001"/>
                      <a:pt x="8442" y="0"/>
                      <a:pt x="5977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 flipH="1">
                <a:off x="7998225" y="4478944"/>
                <a:ext cx="3286169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37553" h="8930" extrusionOk="0">
                    <a:moveTo>
                      <a:pt x="4465" y="0"/>
                    </a:moveTo>
                    <a:cubicBezTo>
                      <a:pt x="1989" y="0"/>
                      <a:pt x="0" y="1989"/>
                      <a:pt x="0" y="4465"/>
                    </a:cubicBezTo>
                    <a:cubicBezTo>
                      <a:pt x="0" y="6930"/>
                      <a:pt x="1989" y="8930"/>
                      <a:pt x="4465" y="8930"/>
                    </a:cubicBezTo>
                    <a:lnTo>
                      <a:pt x="33088" y="8930"/>
                    </a:lnTo>
                    <a:cubicBezTo>
                      <a:pt x="35564" y="8930"/>
                      <a:pt x="37553" y="6930"/>
                      <a:pt x="37553" y="4465"/>
                    </a:cubicBezTo>
                    <a:cubicBezTo>
                      <a:pt x="37553" y="1989"/>
                      <a:pt x="35564" y="0"/>
                      <a:pt x="33088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 rot="10800000" flipH="1">
                <a:off x="6053525" y="4377526"/>
                <a:ext cx="895696" cy="765967"/>
              </a:xfrm>
              <a:custGeom>
                <a:avLst/>
                <a:gdLst/>
                <a:ahLst/>
                <a:cxnLst/>
                <a:rect l="l" t="t" r="r" b="b"/>
                <a:pathLst>
                  <a:path w="10443" h="8931" extrusionOk="0">
                    <a:moveTo>
                      <a:pt x="4465" y="0"/>
                    </a:moveTo>
                    <a:cubicBezTo>
                      <a:pt x="2001" y="0"/>
                      <a:pt x="0" y="2001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5977" y="8930"/>
                    </a:lnTo>
                    <a:cubicBezTo>
                      <a:pt x="8442" y="8930"/>
                      <a:pt x="10442" y="6930"/>
                      <a:pt x="10442" y="4465"/>
                    </a:cubicBezTo>
                    <a:cubicBezTo>
                      <a:pt x="10442" y="2001"/>
                      <a:pt x="8442" y="0"/>
                      <a:pt x="5977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679075" y="4788700"/>
                <a:ext cx="2199765" cy="411274"/>
              </a:xfrm>
              <a:custGeom>
                <a:avLst/>
                <a:gdLst/>
                <a:ahLst/>
                <a:cxnLst/>
                <a:rect l="l" t="t" r="r" b="b"/>
                <a:pathLst>
                  <a:path w="15645" h="4466" extrusionOk="0">
                    <a:moveTo>
                      <a:pt x="4465" y="0"/>
                    </a:moveTo>
                    <a:cubicBezTo>
                      <a:pt x="2000" y="0"/>
                      <a:pt x="0" y="2000"/>
                      <a:pt x="0" y="4465"/>
                    </a:cubicBezTo>
                    <a:lnTo>
                      <a:pt x="15645" y="4465"/>
                    </a:lnTo>
                    <a:cubicBezTo>
                      <a:pt x="15645" y="2000"/>
                      <a:pt x="13645" y="0"/>
                      <a:pt x="111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subTitle" idx="1"/>
          </p:nvPr>
        </p:nvSpPr>
        <p:spPr>
          <a:xfrm>
            <a:off x="4889769" y="2491524"/>
            <a:ext cx="28611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subTitle" idx="2"/>
          </p:nvPr>
        </p:nvSpPr>
        <p:spPr>
          <a:xfrm>
            <a:off x="1393131" y="2491525"/>
            <a:ext cx="28611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ubTitle" idx="3"/>
          </p:nvPr>
        </p:nvSpPr>
        <p:spPr>
          <a:xfrm>
            <a:off x="4889769" y="2096725"/>
            <a:ext cx="28611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subTitle" idx="4"/>
          </p:nvPr>
        </p:nvSpPr>
        <p:spPr>
          <a:xfrm>
            <a:off x="1393131" y="2096725"/>
            <a:ext cx="28611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77" name="Google Shape;77;p5"/>
          <p:cNvGrpSpPr/>
          <p:nvPr/>
        </p:nvGrpSpPr>
        <p:grpSpPr>
          <a:xfrm>
            <a:off x="-1890525" y="-246981"/>
            <a:ext cx="12949695" cy="5390485"/>
            <a:chOff x="-1890525" y="-246981"/>
            <a:chExt cx="12949695" cy="5390485"/>
          </a:xfrm>
        </p:grpSpPr>
        <p:sp>
          <p:nvSpPr>
            <p:cNvPr id="78" name="Google Shape;78;p5"/>
            <p:cNvSpPr/>
            <p:nvPr/>
          </p:nvSpPr>
          <p:spPr>
            <a:xfrm rot="10800000" flipH="1">
              <a:off x="8762700" y="3909817"/>
              <a:ext cx="2296470" cy="822408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 rot="10800000" flipH="1">
              <a:off x="-1890525" y="962567"/>
              <a:ext cx="2296470" cy="822408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 flipH="1">
              <a:off x="7405022" y="4732223"/>
              <a:ext cx="2046056" cy="411274"/>
            </a:xfrm>
            <a:custGeom>
              <a:avLst/>
              <a:gdLst/>
              <a:ahLst/>
              <a:cxnLst/>
              <a:rect l="l" t="t" r="r" b="b"/>
              <a:pathLst>
                <a:path w="22218" h="4466" extrusionOk="0">
                  <a:moveTo>
                    <a:pt x="4465" y="0"/>
                  </a:moveTo>
                  <a:cubicBezTo>
                    <a:pt x="2001" y="0"/>
                    <a:pt x="1" y="2000"/>
                    <a:pt x="1" y="4465"/>
                  </a:cubicBezTo>
                  <a:lnTo>
                    <a:pt x="22218" y="4465"/>
                  </a:lnTo>
                  <a:cubicBezTo>
                    <a:pt x="22218" y="2000"/>
                    <a:pt x="20217" y="0"/>
                    <a:pt x="177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 rot="10800000" flipH="1">
              <a:off x="-1284928" y="173036"/>
              <a:ext cx="2046056" cy="822364"/>
            </a:xfrm>
            <a:custGeom>
              <a:avLst/>
              <a:gdLst/>
              <a:ahLst/>
              <a:cxnLst/>
              <a:rect l="l" t="t" r="r" b="b"/>
              <a:pathLst>
                <a:path w="22218" h="8930" extrusionOk="0">
                  <a:moveTo>
                    <a:pt x="4466" y="0"/>
                  </a:moveTo>
                  <a:cubicBezTo>
                    <a:pt x="1989" y="0"/>
                    <a:pt x="1" y="1989"/>
                    <a:pt x="1" y="4465"/>
                  </a:cubicBezTo>
                  <a:cubicBezTo>
                    <a:pt x="1" y="6942"/>
                    <a:pt x="1989" y="8930"/>
                    <a:pt x="4466" y="8930"/>
                  </a:cubicBezTo>
                  <a:lnTo>
                    <a:pt x="17753" y="8930"/>
                  </a:lnTo>
                  <a:cubicBezTo>
                    <a:pt x="20230" y="8930"/>
                    <a:pt x="22218" y="6942"/>
                    <a:pt x="22218" y="4465"/>
                  </a:cubicBezTo>
                  <a:cubicBezTo>
                    <a:pt x="22218" y="1989"/>
                    <a:pt x="20230" y="0"/>
                    <a:pt x="177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 rot="10800000" flipH="1">
              <a:off x="-1034805" y="173036"/>
              <a:ext cx="1440748" cy="822364"/>
            </a:xfrm>
            <a:custGeom>
              <a:avLst/>
              <a:gdLst/>
              <a:ahLst/>
              <a:cxnLst/>
              <a:rect l="l" t="t" r="r" b="b"/>
              <a:pathLst>
                <a:path w="15645" h="8930" extrusionOk="0">
                  <a:moveTo>
                    <a:pt x="4465" y="0"/>
                  </a:moveTo>
                  <a:cubicBezTo>
                    <a:pt x="1988" y="0"/>
                    <a:pt x="0" y="1989"/>
                    <a:pt x="0" y="4465"/>
                  </a:cubicBezTo>
                  <a:cubicBezTo>
                    <a:pt x="0" y="6942"/>
                    <a:pt x="1988" y="8930"/>
                    <a:pt x="4465" y="8930"/>
                  </a:cubicBezTo>
                  <a:lnTo>
                    <a:pt x="11180" y="8930"/>
                  </a:lnTo>
                  <a:cubicBezTo>
                    <a:pt x="13657" y="8930"/>
                    <a:pt x="15645" y="6942"/>
                    <a:pt x="15645" y="4465"/>
                  </a:cubicBezTo>
                  <a:cubicBezTo>
                    <a:pt x="15645" y="1989"/>
                    <a:pt x="13657" y="0"/>
                    <a:pt x="1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 rot="10800000" flipH="1">
              <a:off x="-982327" y="-246981"/>
              <a:ext cx="1830386" cy="822456"/>
            </a:xfrm>
            <a:custGeom>
              <a:avLst/>
              <a:gdLst/>
              <a:ahLst/>
              <a:cxnLst/>
              <a:rect l="l" t="t" r="r" b="b"/>
              <a:pathLst>
                <a:path w="15646" h="8931" extrusionOk="0">
                  <a:moveTo>
                    <a:pt x="4466" y="1"/>
                  </a:moveTo>
                  <a:cubicBezTo>
                    <a:pt x="2001" y="1"/>
                    <a:pt x="1" y="2001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1181" y="8930"/>
                  </a:lnTo>
                  <a:cubicBezTo>
                    <a:pt x="13645" y="8930"/>
                    <a:pt x="15646" y="6930"/>
                    <a:pt x="15646" y="4465"/>
                  </a:cubicBezTo>
                  <a:cubicBezTo>
                    <a:pt x="15646" y="2001"/>
                    <a:pt x="13645" y="1"/>
                    <a:pt x="11181" y="1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 flipH="1">
              <a:off x="7789128" y="4321140"/>
              <a:ext cx="2047161" cy="822364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7" name="Google Shape;87;p6"/>
          <p:cNvGrpSpPr/>
          <p:nvPr/>
        </p:nvGrpSpPr>
        <p:grpSpPr>
          <a:xfrm>
            <a:off x="-1890525" y="-246981"/>
            <a:ext cx="12949695" cy="5390485"/>
            <a:chOff x="-1890525" y="-246981"/>
            <a:chExt cx="12949695" cy="5390485"/>
          </a:xfrm>
        </p:grpSpPr>
        <p:sp>
          <p:nvSpPr>
            <p:cNvPr id="88" name="Google Shape;88;p6"/>
            <p:cNvSpPr/>
            <p:nvPr/>
          </p:nvSpPr>
          <p:spPr>
            <a:xfrm rot="10800000" flipH="1">
              <a:off x="8762700" y="3909817"/>
              <a:ext cx="2296470" cy="822408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6"/>
            <p:cNvSpPr/>
            <p:nvPr/>
          </p:nvSpPr>
          <p:spPr>
            <a:xfrm rot="10800000" flipH="1">
              <a:off x="-1890525" y="962567"/>
              <a:ext cx="2296470" cy="822408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6"/>
            <p:cNvSpPr/>
            <p:nvPr/>
          </p:nvSpPr>
          <p:spPr>
            <a:xfrm flipH="1">
              <a:off x="7405022" y="4732223"/>
              <a:ext cx="2046056" cy="411274"/>
            </a:xfrm>
            <a:custGeom>
              <a:avLst/>
              <a:gdLst/>
              <a:ahLst/>
              <a:cxnLst/>
              <a:rect l="l" t="t" r="r" b="b"/>
              <a:pathLst>
                <a:path w="22218" h="4466" extrusionOk="0">
                  <a:moveTo>
                    <a:pt x="4465" y="0"/>
                  </a:moveTo>
                  <a:cubicBezTo>
                    <a:pt x="2001" y="0"/>
                    <a:pt x="1" y="2000"/>
                    <a:pt x="1" y="4465"/>
                  </a:cubicBezTo>
                  <a:lnTo>
                    <a:pt x="22218" y="4465"/>
                  </a:lnTo>
                  <a:cubicBezTo>
                    <a:pt x="22218" y="2000"/>
                    <a:pt x="20217" y="0"/>
                    <a:pt x="177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6"/>
            <p:cNvSpPr/>
            <p:nvPr/>
          </p:nvSpPr>
          <p:spPr>
            <a:xfrm rot="10800000" flipH="1">
              <a:off x="-1284928" y="173036"/>
              <a:ext cx="2046056" cy="822364"/>
            </a:xfrm>
            <a:custGeom>
              <a:avLst/>
              <a:gdLst/>
              <a:ahLst/>
              <a:cxnLst/>
              <a:rect l="l" t="t" r="r" b="b"/>
              <a:pathLst>
                <a:path w="22218" h="8930" extrusionOk="0">
                  <a:moveTo>
                    <a:pt x="4466" y="0"/>
                  </a:moveTo>
                  <a:cubicBezTo>
                    <a:pt x="1989" y="0"/>
                    <a:pt x="1" y="1989"/>
                    <a:pt x="1" y="4465"/>
                  </a:cubicBezTo>
                  <a:cubicBezTo>
                    <a:pt x="1" y="6942"/>
                    <a:pt x="1989" y="8930"/>
                    <a:pt x="4466" y="8930"/>
                  </a:cubicBezTo>
                  <a:lnTo>
                    <a:pt x="17753" y="8930"/>
                  </a:lnTo>
                  <a:cubicBezTo>
                    <a:pt x="20230" y="8930"/>
                    <a:pt x="22218" y="6942"/>
                    <a:pt x="22218" y="4465"/>
                  </a:cubicBezTo>
                  <a:cubicBezTo>
                    <a:pt x="22218" y="1989"/>
                    <a:pt x="20230" y="0"/>
                    <a:pt x="177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6"/>
            <p:cNvSpPr/>
            <p:nvPr/>
          </p:nvSpPr>
          <p:spPr>
            <a:xfrm rot="10800000" flipH="1">
              <a:off x="-1034805" y="173036"/>
              <a:ext cx="1440748" cy="822364"/>
            </a:xfrm>
            <a:custGeom>
              <a:avLst/>
              <a:gdLst/>
              <a:ahLst/>
              <a:cxnLst/>
              <a:rect l="l" t="t" r="r" b="b"/>
              <a:pathLst>
                <a:path w="15645" h="8930" extrusionOk="0">
                  <a:moveTo>
                    <a:pt x="4465" y="0"/>
                  </a:moveTo>
                  <a:cubicBezTo>
                    <a:pt x="1988" y="0"/>
                    <a:pt x="0" y="1989"/>
                    <a:pt x="0" y="4465"/>
                  </a:cubicBezTo>
                  <a:cubicBezTo>
                    <a:pt x="0" y="6942"/>
                    <a:pt x="1988" y="8930"/>
                    <a:pt x="4465" y="8930"/>
                  </a:cubicBezTo>
                  <a:lnTo>
                    <a:pt x="11180" y="8930"/>
                  </a:lnTo>
                  <a:cubicBezTo>
                    <a:pt x="13657" y="8930"/>
                    <a:pt x="15645" y="6942"/>
                    <a:pt x="15645" y="4465"/>
                  </a:cubicBezTo>
                  <a:cubicBezTo>
                    <a:pt x="15645" y="1989"/>
                    <a:pt x="13657" y="0"/>
                    <a:pt x="1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6"/>
            <p:cNvSpPr/>
            <p:nvPr/>
          </p:nvSpPr>
          <p:spPr>
            <a:xfrm rot="10800000" flipH="1">
              <a:off x="-982327" y="-246981"/>
              <a:ext cx="1830386" cy="822456"/>
            </a:xfrm>
            <a:custGeom>
              <a:avLst/>
              <a:gdLst/>
              <a:ahLst/>
              <a:cxnLst/>
              <a:rect l="l" t="t" r="r" b="b"/>
              <a:pathLst>
                <a:path w="15646" h="8931" extrusionOk="0">
                  <a:moveTo>
                    <a:pt x="4466" y="1"/>
                  </a:moveTo>
                  <a:cubicBezTo>
                    <a:pt x="2001" y="1"/>
                    <a:pt x="1" y="2001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1181" y="8930"/>
                  </a:lnTo>
                  <a:cubicBezTo>
                    <a:pt x="13645" y="8930"/>
                    <a:pt x="15646" y="6930"/>
                    <a:pt x="15646" y="4465"/>
                  </a:cubicBezTo>
                  <a:cubicBezTo>
                    <a:pt x="15646" y="2001"/>
                    <a:pt x="13645" y="1"/>
                    <a:pt x="11181" y="1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 flipH="1">
              <a:off x="7789128" y="4321140"/>
              <a:ext cx="2047161" cy="822364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>
            <a:spLocks noGrp="1"/>
          </p:cNvSpPr>
          <p:nvPr>
            <p:ph type="title"/>
          </p:nvPr>
        </p:nvSpPr>
        <p:spPr>
          <a:xfrm>
            <a:off x="720000" y="1015750"/>
            <a:ext cx="3625500" cy="14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subTitle" idx="1"/>
          </p:nvPr>
        </p:nvSpPr>
        <p:spPr>
          <a:xfrm>
            <a:off x="720000" y="2724350"/>
            <a:ext cx="36255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>
            <a:spLocks noGrp="1"/>
          </p:cNvSpPr>
          <p:nvPr>
            <p:ph type="pic" idx="2"/>
          </p:nvPr>
        </p:nvSpPr>
        <p:spPr>
          <a:xfrm>
            <a:off x="4572000" y="1078175"/>
            <a:ext cx="6182100" cy="2987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35" name="Google Shape;135;p9"/>
          <p:cNvGrpSpPr/>
          <p:nvPr/>
        </p:nvGrpSpPr>
        <p:grpSpPr>
          <a:xfrm>
            <a:off x="-1225540" y="-279963"/>
            <a:ext cx="11706671" cy="5725369"/>
            <a:chOff x="-1225540" y="-279963"/>
            <a:chExt cx="11706671" cy="5725369"/>
          </a:xfrm>
        </p:grpSpPr>
        <p:sp>
          <p:nvSpPr>
            <p:cNvPr id="136" name="Google Shape;136;p9"/>
            <p:cNvSpPr/>
            <p:nvPr/>
          </p:nvSpPr>
          <p:spPr>
            <a:xfrm>
              <a:off x="-359575" y="4608569"/>
              <a:ext cx="2046056" cy="532827"/>
            </a:xfrm>
            <a:custGeom>
              <a:avLst/>
              <a:gdLst/>
              <a:ahLst/>
              <a:cxnLst/>
              <a:rect l="l" t="t" r="r" b="b"/>
              <a:pathLst>
                <a:path w="22218" h="4466" extrusionOk="0">
                  <a:moveTo>
                    <a:pt x="4465" y="0"/>
                  </a:moveTo>
                  <a:cubicBezTo>
                    <a:pt x="2001" y="0"/>
                    <a:pt x="1" y="2000"/>
                    <a:pt x="1" y="4465"/>
                  </a:cubicBezTo>
                  <a:lnTo>
                    <a:pt x="22218" y="4465"/>
                  </a:lnTo>
                  <a:cubicBezTo>
                    <a:pt x="22218" y="2000"/>
                    <a:pt x="20217" y="0"/>
                    <a:pt x="177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-1169518" y="4432943"/>
              <a:ext cx="2047161" cy="822364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5" y="0"/>
                  </a:moveTo>
                  <a:cubicBezTo>
                    <a:pt x="2001" y="0"/>
                    <a:pt x="0" y="2000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17765" y="8930"/>
                  </a:lnTo>
                  <a:cubicBezTo>
                    <a:pt x="20229" y="8930"/>
                    <a:pt x="22229" y="6930"/>
                    <a:pt x="22229" y="4465"/>
                  </a:cubicBezTo>
                  <a:cubicBezTo>
                    <a:pt x="22229" y="2000"/>
                    <a:pt x="20229" y="0"/>
                    <a:pt x="177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138" name="Google Shape;138;p9"/>
            <p:cNvSpPr/>
            <p:nvPr/>
          </p:nvSpPr>
          <p:spPr>
            <a:xfrm rot="10800000" flipH="1">
              <a:off x="8430763" y="4622950"/>
              <a:ext cx="1319097" cy="822456"/>
            </a:xfrm>
            <a:custGeom>
              <a:avLst/>
              <a:gdLst/>
              <a:ahLst/>
              <a:cxnLst/>
              <a:rect l="l" t="t" r="r" b="b"/>
              <a:pathLst>
                <a:path w="14324" h="8931" extrusionOk="0">
                  <a:moveTo>
                    <a:pt x="4465" y="0"/>
                  </a:moveTo>
                  <a:cubicBezTo>
                    <a:pt x="2001" y="0"/>
                    <a:pt x="1" y="2001"/>
                    <a:pt x="1" y="4465"/>
                  </a:cubicBezTo>
                  <a:cubicBezTo>
                    <a:pt x="1" y="6930"/>
                    <a:pt x="2001" y="8930"/>
                    <a:pt x="4465" y="8930"/>
                  </a:cubicBezTo>
                  <a:lnTo>
                    <a:pt x="9859" y="8930"/>
                  </a:lnTo>
                  <a:cubicBezTo>
                    <a:pt x="12324" y="8930"/>
                    <a:pt x="14324" y="6930"/>
                    <a:pt x="14324" y="4465"/>
                  </a:cubicBezTo>
                  <a:cubicBezTo>
                    <a:pt x="14324" y="2001"/>
                    <a:pt x="12324" y="0"/>
                    <a:pt x="9859" y="0"/>
                  </a:cubicBezTo>
                  <a:close/>
                </a:path>
              </a:pathLst>
            </a:custGeom>
            <a:solidFill>
              <a:srgbClr val="33B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9"/>
            <p:cNvSpPr/>
            <p:nvPr/>
          </p:nvSpPr>
          <p:spPr>
            <a:xfrm rot="10800000" flipH="1">
              <a:off x="6776575" y="-279957"/>
              <a:ext cx="2581010" cy="822344"/>
            </a:xfrm>
            <a:custGeom>
              <a:avLst/>
              <a:gdLst/>
              <a:ahLst/>
              <a:cxnLst/>
              <a:rect l="l" t="t" r="r" b="b"/>
              <a:pathLst>
                <a:path w="22218" h="8931" extrusionOk="0">
                  <a:moveTo>
                    <a:pt x="4465" y="1"/>
                  </a:moveTo>
                  <a:cubicBezTo>
                    <a:pt x="1988" y="1"/>
                    <a:pt x="0" y="1989"/>
                    <a:pt x="0" y="4466"/>
                  </a:cubicBezTo>
                  <a:cubicBezTo>
                    <a:pt x="0" y="6942"/>
                    <a:pt x="1988" y="8931"/>
                    <a:pt x="4465" y="8931"/>
                  </a:cubicBezTo>
                  <a:lnTo>
                    <a:pt x="17752" y="8931"/>
                  </a:lnTo>
                  <a:cubicBezTo>
                    <a:pt x="20229" y="8931"/>
                    <a:pt x="22217" y="6942"/>
                    <a:pt x="22217" y="4466"/>
                  </a:cubicBezTo>
                  <a:cubicBezTo>
                    <a:pt x="22217" y="1989"/>
                    <a:pt x="20229" y="1"/>
                    <a:pt x="177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9"/>
            <p:cNvSpPr/>
            <p:nvPr/>
          </p:nvSpPr>
          <p:spPr>
            <a:xfrm rot="10800000" flipH="1">
              <a:off x="7576407" y="139562"/>
              <a:ext cx="2183166" cy="822344"/>
            </a:xfrm>
            <a:custGeom>
              <a:avLst/>
              <a:gdLst/>
              <a:ahLst/>
              <a:cxnLst/>
              <a:rect l="l" t="t" r="r" b="b"/>
              <a:pathLst>
                <a:path w="22229" h="8931" extrusionOk="0">
                  <a:moveTo>
                    <a:pt x="4465" y="1"/>
                  </a:moveTo>
                  <a:cubicBezTo>
                    <a:pt x="1988" y="1"/>
                    <a:pt x="0" y="1989"/>
                    <a:pt x="0" y="4466"/>
                  </a:cubicBezTo>
                  <a:cubicBezTo>
                    <a:pt x="0" y="6942"/>
                    <a:pt x="1988" y="8931"/>
                    <a:pt x="4465" y="8931"/>
                  </a:cubicBezTo>
                  <a:lnTo>
                    <a:pt x="17764" y="8931"/>
                  </a:lnTo>
                  <a:cubicBezTo>
                    <a:pt x="20229" y="8931"/>
                    <a:pt x="22229" y="6942"/>
                    <a:pt x="22229" y="4466"/>
                  </a:cubicBezTo>
                  <a:cubicBezTo>
                    <a:pt x="22229" y="1989"/>
                    <a:pt x="20229" y="1"/>
                    <a:pt x="177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9"/>
            <p:cNvSpPr/>
            <p:nvPr/>
          </p:nvSpPr>
          <p:spPr>
            <a:xfrm rot="10800000" flipH="1">
              <a:off x="8299046" y="-279963"/>
              <a:ext cx="2182085" cy="822344"/>
            </a:xfrm>
            <a:custGeom>
              <a:avLst/>
              <a:gdLst/>
              <a:ahLst/>
              <a:cxnLst/>
              <a:rect l="l" t="t" r="r" b="b"/>
              <a:pathLst>
                <a:path w="22218" h="8931" extrusionOk="0">
                  <a:moveTo>
                    <a:pt x="4465" y="1"/>
                  </a:moveTo>
                  <a:cubicBezTo>
                    <a:pt x="1988" y="1"/>
                    <a:pt x="0" y="1989"/>
                    <a:pt x="0" y="4466"/>
                  </a:cubicBezTo>
                  <a:cubicBezTo>
                    <a:pt x="0" y="6942"/>
                    <a:pt x="1988" y="8931"/>
                    <a:pt x="4465" y="8931"/>
                  </a:cubicBezTo>
                  <a:lnTo>
                    <a:pt x="17752" y="8931"/>
                  </a:lnTo>
                  <a:cubicBezTo>
                    <a:pt x="20229" y="8931"/>
                    <a:pt x="22217" y="6942"/>
                    <a:pt x="22217" y="4466"/>
                  </a:cubicBezTo>
                  <a:cubicBezTo>
                    <a:pt x="22217" y="1989"/>
                    <a:pt x="20229" y="1"/>
                    <a:pt x="17752" y="1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9"/>
            <p:cNvSpPr/>
            <p:nvPr/>
          </p:nvSpPr>
          <p:spPr>
            <a:xfrm rot="10800000" flipH="1">
              <a:off x="8642450" y="4242847"/>
              <a:ext cx="895696" cy="814440"/>
            </a:xfrm>
            <a:custGeom>
              <a:avLst/>
              <a:gdLst/>
              <a:ahLst/>
              <a:cxnLst/>
              <a:rect l="l" t="t" r="r" b="b"/>
              <a:pathLst>
                <a:path w="10443" h="8931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5977" y="8930"/>
                  </a:lnTo>
                  <a:cubicBezTo>
                    <a:pt x="8442" y="8930"/>
                    <a:pt x="10442" y="6930"/>
                    <a:pt x="10442" y="4465"/>
                  </a:cubicBezTo>
                  <a:cubicBezTo>
                    <a:pt x="10442" y="2001"/>
                    <a:pt x="8442" y="0"/>
                    <a:pt x="5977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9"/>
            <p:cNvSpPr/>
            <p:nvPr/>
          </p:nvSpPr>
          <p:spPr>
            <a:xfrm rot="10800000" flipH="1">
              <a:off x="-1225540" y="4065269"/>
              <a:ext cx="1830386" cy="822456"/>
            </a:xfrm>
            <a:custGeom>
              <a:avLst/>
              <a:gdLst/>
              <a:ahLst/>
              <a:cxnLst/>
              <a:rect l="l" t="t" r="r" b="b"/>
              <a:pathLst>
                <a:path w="15646" h="8931" extrusionOk="0">
                  <a:moveTo>
                    <a:pt x="4466" y="1"/>
                  </a:moveTo>
                  <a:cubicBezTo>
                    <a:pt x="2001" y="1"/>
                    <a:pt x="1" y="2001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1181" y="8930"/>
                  </a:lnTo>
                  <a:cubicBezTo>
                    <a:pt x="13645" y="8930"/>
                    <a:pt x="15646" y="6930"/>
                    <a:pt x="15646" y="4465"/>
                  </a:cubicBezTo>
                  <a:cubicBezTo>
                    <a:pt x="15646" y="2001"/>
                    <a:pt x="13645" y="1"/>
                    <a:pt x="11181" y="1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1"/>
          </p:nvPr>
        </p:nvSpPr>
        <p:spPr>
          <a:xfrm>
            <a:off x="1827000" y="1572850"/>
            <a:ext cx="41886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subTitle" idx="2"/>
          </p:nvPr>
        </p:nvSpPr>
        <p:spPr>
          <a:xfrm>
            <a:off x="1827000" y="2443125"/>
            <a:ext cx="41886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3"/>
          </p:nvPr>
        </p:nvSpPr>
        <p:spPr>
          <a:xfrm>
            <a:off x="1827000" y="3313400"/>
            <a:ext cx="41886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4"/>
          </p:nvPr>
        </p:nvSpPr>
        <p:spPr>
          <a:xfrm>
            <a:off x="1827000" y="4183675"/>
            <a:ext cx="41886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1" y="1255800"/>
            <a:ext cx="954600" cy="6402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1" y="2996397"/>
            <a:ext cx="954600" cy="6402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1" y="2126099"/>
            <a:ext cx="954600" cy="6402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8" hasCustomPrompt="1"/>
          </p:nvPr>
        </p:nvSpPr>
        <p:spPr>
          <a:xfrm>
            <a:off x="720001" y="3866696"/>
            <a:ext cx="954600" cy="6402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9"/>
          </p:nvPr>
        </p:nvSpPr>
        <p:spPr>
          <a:xfrm>
            <a:off x="1827000" y="1255800"/>
            <a:ext cx="41886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13"/>
          </p:nvPr>
        </p:nvSpPr>
        <p:spPr>
          <a:xfrm>
            <a:off x="1827000" y="2126100"/>
            <a:ext cx="41886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4"/>
          </p:nvPr>
        </p:nvSpPr>
        <p:spPr>
          <a:xfrm>
            <a:off x="1827000" y="2996400"/>
            <a:ext cx="41886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15"/>
          </p:nvPr>
        </p:nvSpPr>
        <p:spPr>
          <a:xfrm>
            <a:off x="1827000" y="3866700"/>
            <a:ext cx="41886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88" name="Google Shape;188;p13"/>
          <p:cNvGrpSpPr/>
          <p:nvPr/>
        </p:nvGrpSpPr>
        <p:grpSpPr>
          <a:xfrm>
            <a:off x="6939308" y="-33495"/>
            <a:ext cx="4590678" cy="5258844"/>
            <a:chOff x="6939308" y="-33495"/>
            <a:chExt cx="4590678" cy="5258844"/>
          </a:xfrm>
        </p:grpSpPr>
        <p:sp>
          <p:nvSpPr>
            <p:cNvPr id="189" name="Google Shape;189;p13"/>
            <p:cNvSpPr/>
            <p:nvPr/>
          </p:nvSpPr>
          <p:spPr>
            <a:xfrm>
              <a:off x="8313975" y="3220150"/>
              <a:ext cx="1905638" cy="778205"/>
            </a:xfrm>
            <a:custGeom>
              <a:avLst/>
              <a:gdLst/>
              <a:ahLst/>
              <a:cxnLst/>
              <a:rect l="l" t="t" r="r" b="b"/>
              <a:pathLst>
                <a:path w="22218" h="8930" extrusionOk="0">
                  <a:moveTo>
                    <a:pt x="4465" y="0"/>
                  </a:moveTo>
                  <a:cubicBezTo>
                    <a:pt x="1989" y="0"/>
                    <a:pt x="0" y="1988"/>
                    <a:pt x="0" y="4465"/>
                  </a:cubicBezTo>
                  <a:cubicBezTo>
                    <a:pt x="0" y="6929"/>
                    <a:pt x="1989" y="8930"/>
                    <a:pt x="4465" y="8930"/>
                  </a:cubicBezTo>
                  <a:lnTo>
                    <a:pt x="17752" y="8930"/>
                  </a:lnTo>
                  <a:cubicBezTo>
                    <a:pt x="20229" y="8930"/>
                    <a:pt x="22217" y="6929"/>
                    <a:pt x="22217" y="4465"/>
                  </a:cubicBezTo>
                  <a:cubicBezTo>
                    <a:pt x="22217" y="1988"/>
                    <a:pt x="20229" y="0"/>
                    <a:pt x="177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8313975" y="1399200"/>
              <a:ext cx="1905638" cy="822386"/>
            </a:xfrm>
            <a:custGeom>
              <a:avLst/>
              <a:gdLst/>
              <a:ahLst/>
              <a:cxnLst/>
              <a:rect l="l" t="t" r="r" b="b"/>
              <a:pathLst>
                <a:path w="22218" h="8930" extrusionOk="0">
                  <a:moveTo>
                    <a:pt x="4465" y="0"/>
                  </a:moveTo>
                  <a:cubicBezTo>
                    <a:pt x="1989" y="0"/>
                    <a:pt x="0" y="1988"/>
                    <a:pt x="0" y="4465"/>
                  </a:cubicBezTo>
                  <a:cubicBezTo>
                    <a:pt x="0" y="6929"/>
                    <a:pt x="1989" y="8930"/>
                    <a:pt x="4465" y="8930"/>
                  </a:cubicBezTo>
                  <a:lnTo>
                    <a:pt x="17752" y="8930"/>
                  </a:lnTo>
                  <a:cubicBezTo>
                    <a:pt x="20229" y="8930"/>
                    <a:pt x="22217" y="6929"/>
                    <a:pt x="22217" y="4465"/>
                  </a:cubicBezTo>
                  <a:cubicBezTo>
                    <a:pt x="22217" y="1988"/>
                    <a:pt x="20229" y="0"/>
                    <a:pt x="177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8108351" y="2176758"/>
              <a:ext cx="2484671" cy="765881"/>
            </a:xfrm>
            <a:custGeom>
              <a:avLst/>
              <a:gdLst/>
              <a:ahLst/>
              <a:cxnLst/>
              <a:rect l="l" t="t" r="r" b="b"/>
              <a:pathLst>
                <a:path w="28969" h="8930" extrusionOk="0">
                  <a:moveTo>
                    <a:pt x="4465" y="0"/>
                  </a:moveTo>
                  <a:cubicBezTo>
                    <a:pt x="1989" y="0"/>
                    <a:pt x="0" y="1988"/>
                    <a:pt x="0" y="4465"/>
                  </a:cubicBezTo>
                  <a:cubicBezTo>
                    <a:pt x="0" y="6929"/>
                    <a:pt x="1989" y="8930"/>
                    <a:pt x="4465" y="8930"/>
                  </a:cubicBezTo>
                  <a:lnTo>
                    <a:pt x="24503" y="8930"/>
                  </a:lnTo>
                  <a:cubicBezTo>
                    <a:pt x="26980" y="8930"/>
                    <a:pt x="28968" y="6929"/>
                    <a:pt x="28968" y="4465"/>
                  </a:cubicBezTo>
                  <a:cubicBezTo>
                    <a:pt x="28968" y="1988"/>
                    <a:pt x="26980" y="0"/>
                    <a:pt x="245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8309065" y="-33495"/>
              <a:ext cx="3220921" cy="765881"/>
            </a:xfrm>
            <a:custGeom>
              <a:avLst/>
              <a:gdLst/>
              <a:ahLst/>
              <a:cxnLst/>
              <a:rect l="l" t="t" r="r" b="b"/>
              <a:pathLst>
                <a:path w="37553" h="8930" extrusionOk="0">
                  <a:moveTo>
                    <a:pt x="4465" y="0"/>
                  </a:moveTo>
                  <a:cubicBezTo>
                    <a:pt x="1988" y="0"/>
                    <a:pt x="0" y="1989"/>
                    <a:pt x="0" y="4465"/>
                  </a:cubicBezTo>
                  <a:cubicBezTo>
                    <a:pt x="0" y="6942"/>
                    <a:pt x="1988" y="8930"/>
                    <a:pt x="4465" y="8930"/>
                  </a:cubicBezTo>
                  <a:lnTo>
                    <a:pt x="33088" y="8930"/>
                  </a:lnTo>
                  <a:cubicBezTo>
                    <a:pt x="35564" y="8930"/>
                    <a:pt x="37552" y="6942"/>
                    <a:pt x="37552" y="4465"/>
                  </a:cubicBezTo>
                  <a:cubicBezTo>
                    <a:pt x="37552" y="1989"/>
                    <a:pt x="35564" y="0"/>
                    <a:pt x="330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8080342" y="2545385"/>
              <a:ext cx="1906667" cy="765881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29" y="8930"/>
                    <a:pt x="22230" y="6930"/>
                    <a:pt x="22230" y="4465"/>
                  </a:cubicBezTo>
                  <a:cubicBezTo>
                    <a:pt x="22230" y="2000"/>
                    <a:pt x="20229" y="0"/>
                    <a:pt x="177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8108351" y="2176758"/>
              <a:ext cx="1905638" cy="765881"/>
            </a:xfrm>
            <a:custGeom>
              <a:avLst/>
              <a:gdLst/>
              <a:ahLst/>
              <a:cxnLst/>
              <a:rect l="l" t="t" r="r" b="b"/>
              <a:pathLst>
                <a:path w="22218" h="8930" extrusionOk="0">
                  <a:moveTo>
                    <a:pt x="4465" y="0"/>
                  </a:moveTo>
                  <a:cubicBezTo>
                    <a:pt x="1989" y="0"/>
                    <a:pt x="0" y="1988"/>
                    <a:pt x="0" y="4465"/>
                  </a:cubicBezTo>
                  <a:cubicBezTo>
                    <a:pt x="0" y="6929"/>
                    <a:pt x="1989" y="8930"/>
                    <a:pt x="4465" y="8930"/>
                  </a:cubicBezTo>
                  <a:lnTo>
                    <a:pt x="17752" y="8930"/>
                  </a:lnTo>
                  <a:cubicBezTo>
                    <a:pt x="20229" y="8930"/>
                    <a:pt x="22217" y="6929"/>
                    <a:pt x="22217" y="4465"/>
                  </a:cubicBezTo>
                  <a:cubicBezTo>
                    <a:pt x="22217" y="1988"/>
                    <a:pt x="20229" y="0"/>
                    <a:pt x="17752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8401238" y="730348"/>
              <a:ext cx="1906667" cy="765881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5" y="0"/>
                  </a:moveTo>
                  <a:cubicBezTo>
                    <a:pt x="2000" y="0"/>
                    <a:pt x="0" y="2000"/>
                    <a:pt x="0" y="4465"/>
                  </a:cubicBezTo>
                  <a:cubicBezTo>
                    <a:pt x="0" y="6930"/>
                    <a:pt x="2000" y="8930"/>
                    <a:pt x="4465" y="8930"/>
                  </a:cubicBezTo>
                  <a:lnTo>
                    <a:pt x="17764" y="8930"/>
                  </a:lnTo>
                  <a:cubicBezTo>
                    <a:pt x="20229" y="8930"/>
                    <a:pt x="22229" y="6930"/>
                    <a:pt x="22229" y="4465"/>
                  </a:cubicBezTo>
                  <a:cubicBezTo>
                    <a:pt x="22229" y="2000"/>
                    <a:pt x="20229" y="0"/>
                    <a:pt x="17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9096256" y="730348"/>
              <a:ext cx="1905638" cy="765881"/>
            </a:xfrm>
            <a:custGeom>
              <a:avLst/>
              <a:gdLst/>
              <a:ahLst/>
              <a:cxnLst/>
              <a:rect l="l" t="t" r="r" b="b"/>
              <a:pathLst>
                <a:path w="22218" h="8930" extrusionOk="0">
                  <a:moveTo>
                    <a:pt x="4465" y="0"/>
                  </a:moveTo>
                  <a:cubicBezTo>
                    <a:pt x="2001" y="0"/>
                    <a:pt x="0" y="2000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17752" y="8930"/>
                  </a:lnTo>
                  <a:cubicBezTo>
                    <a:pt x="20217" y="8930"/>
                    <a:pt x="22217" y="6930"/>
                    <a:pt x="22217" y="4465"/>
                  </a:cubicBezTo>
                  <a:cubicBezTo>
                    <a:pt x="22217" y="2000"/>
                    <a:pt x="20217" y="0"/>
                    <a:pt x="17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8559192" y="730348"/>
              <a:ext cx="1906667" cy="765881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5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5" y="8930"/>
                  </a:cubicBezTo>
                  <a:lnTo>
                    <a:pt x="17765" y="8930"/>
                  </a:lnTo>
                  <a:cubicBezTo>
                    <a:pt x="20229" y="8930"/>
                    <a:pt x="22230" y="6930"/>
                    <a:pt x="22230" y="4465"/>
                  </a:cubicBezTo>
                  <a:cubicBezTo>
                    <a:pt x="22230" y="2000"/>
                    <a:pt x="20229" y="0"/>
                    <a:pt x="17765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6939308" y="4810849"/>
              <a:ext cx="2046056" cy="411274"/>
            </a:xfrm>
            <a:custGeom>
              <a:avLst/>
              <a:gdLst/>
              <a:ahLst/>
              <a:cxnLst/>
              <a:rect l="l" t="t" r="r" b="b"/>
              <a:pathLst>
                <a:path w="22218" h="4466" extrusionOk="0">
                  <a:moveTo>
                    <a:pt x="4465" y="0"/>
                  </a:moveTo>
                  <a:cubicBezTo>
                    <a:pt x="2001" y="0"/>
                    <a:pt x="1" y="2000"/>
                    <a:pt x="1" y="4465"/>
                  </a:cubicBezTo>
                  <a:lnTo>
                    <a:pt x="22218" y="4465"/>
                  </a:lnTo>
                  <a:cubicBezTo>
                    <a:pt x="22218" y="2000"/>
                    <a:pt x="20217" y="0"/>
                    <a:pt x="177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7660747" y="4402979"/>
              <a:ext cx="2047161" cy="822364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8459070" y="3998390"/>
              <a:ext cx="2047161" cy="822364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5" y="0"/>
                  </a:moveTo>
                  <a:cubicBezTo>
                    <a:pt x="2001" y="0"/>
                    <a:pt x="0" y="2000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17765" y="8930"/>
                  </a:lnTo>
                  <a:cubicBezTo>
                    <a:pt x="20229" y="8930"/>
                    <a:pt x="22229" y="6930"/>
                    <a:pt x="22229" y="4465"/>
                  </a:cubicBezTo>
                  <a:cubicBezTo>
                    <a:pt x="22229" y="2000"/>
                    <a:pt x="20229" y="0"/>
                    <a:pt x="17765" y="0"/>
                  </a:cubicBezTo>
                  <a:close/>
                </a:path>
              </a:pathLst>
            </a:custGeom>
            <a:solidFill>
              <a:srgbClr val="164195">
                <a:alpha val="2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8459070" y="4402985"/>
              <a:ext cx="2047161" cy="822364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5" y="0"/>
                  </a:moveTo>
                  <a:cubicBezTo>
                    <a:pt x="2001" y="0"/>
                    <a:pt x="0" y="2000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17765" y="8930"/>
                  </a:lnTo>
                  <a:cubicBezTo>
                    <a:pt x="20229" y="8930"/>
                    <a:pt x="22229" y="6930"/>
                    <a:pt x="22229" y="4465"/>
                  </a:cubicBezTo>
                  <a:cubicBezTo>
                    <a:pt x="22229" y="2000"/>
                    <a:pt x="20229" y="0"/>
                    <a:pt x="177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8024775" y="3991800"/>
              <a:ext cx="1319097" cy="822456"/>
            </a:xfrm>
            <a:custGeom>
              <a:avLst/>
              <a:gdLst/>
              <a:ahLst/>
              <a:cxnLst/>
              <a:rect l="l" t="t" r="r" b="b"/>
              <a:pathLst>
                <a:path w="14324" h="8931" extrusionOk="0">
                  <a:moveTo>
                    <a:pt x="4465" y="0"/>
                  </a:moveTo>
                  <a:cubicBezTo>
                    <a:pt x="2001" y="0"/>
                    <a:pt x="1" y="2001"/>
                    <a:pt x="1" y="4465"/>
                  </a:cubicBezTo>
                  <a:cubicBezTo>
                    <a:pt x="1" y="6930"/>
                    <a:pt x="2001" y="8930"/>
                    <a:pt x="4465" y="8930"/>
                  </a:cubicBezTo>
                  <a:lnTo>
                    <a:pt x="9859" y="8930"/>
                  </a:lnTo>
                  <a:cubicBezTo>
                    <a:pt x="12324" y="8930"/>
                    <a:pt x="14324" y="6930"/>
                    <a:pt x="14324" y="4465"/>
                  </a:cubicBezTo>
                  <a:cubicBezTo>
                    <a:pt x="14324" y="2001"/>
                    <a:pt x="12324" y="0"/>
                    <a:pt x="9859" y="0"/>
                  </a:cubicBezTo>
                  <a:close/>
                </a:path>
              </a:pathLst>
            </a:custGeom>
            <a:solidFill>
              <a:srgbClr val="33B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8424010" y="3998338"/>
              <a:ext cx="2046056" cy="822456"/>
            </a:xfrm>
            <a:custGeom>
              <a:avLst/>
              <a:gdLst/>
              <a:ahLst/>
              <a:cxnLst/>
              <a:rect l="l" t="t" r="r" b="b"/>
              <a:pathLst>
                <a:path w="22218" h="8931" extrusionOk="0">
                  <a:moveTo>
                    <a:pt x="4465" y="1"/>
                  </a:moveTo>
                  <a:cubicBezTo>
                    <a:pt x="2000" y="1"/>
                    <a:pt x="0" y="2001"/>
                    <a:pt x="0" y="4466"/>
                  </a:cubicBezTo>
                  <a:cubicBezTo>
                    <a:pt x="0" y="6930"/>
                    <a:pt x="2000" y="8930"/>
                    <a:pt x="4465" y="8930"/>
                  </a:cubicBezTo>
                  <a:lnTo>
                    <a:pt x="17752" y="8930"/>
                  </a:lnTo>
                  <a:cubicBezTo>
                    <a:pt x="20217" y="8930"/>
                    <a:pt x="22217" y="6930"/>
                    <a:pt x="22217" y="4466"/>
                  </a:cubicBezTo>
                  <a:cubicBezTo>
                    <a:pt x="22217" y="2001"/>
                    <a:pt x="20217" y="1"/>
                    <a:pt x="17752" y="1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" name="Google Shape;204;p13"/>
          <p:cNvGrpSpPr/>
          <p:nvPr/>
        </p:nvGrpSpPr>
        <p:grpSpPr>
          <a:xfrm>
            <a:off x="-1853724" y="539508"/>
            <a:ext cx="2484671" cy="765881"/>
            <a:chOff x="-1853724" y="539508"/>
            <a:chExt cx="2484671" cy="765881"/>
          </a:xfrm>
        </p:grpSpPr>
        <p:sp>
          <p:nvSpPr>
            <p:cNvPr id="205" name="Google Shape;205;p13"/>
            <p:cNvSpPr/>
            <p:nvPr/>
          </p:nvSpPr>
          <p:spPr>
            <a:xfrm>
              <a:off x="-1853724" y="539508"/>
              <a:ext cx="2484671" cy="765881"/>
            </a:xfrm>
            <a:custGeom>
              <a:avLst/>
              <a:gdLst/>
              <a:ahLst/>
              <a:cxnLst/>
              <a:rect l="l" t="t" r="r" b="b"/>
              <a:pathLst>
                <a:path w="28969" h="8930" extrusionOk="0">
                  <a:moveTo>
                    <a:pt x="4465" y="0"/>
                  </a:moveTo>
                  <a:cubicBezTo>
                    <a:pt x="1989" y="0"/>
                    <a:pt x="0" y="1988"/>
                    <a:pt x="0" y="4465"/>
                  </a:cubicBezTo>
                  <a:cubicBezTo>
                    <a:pt x="0" y="6929"/>
                    <a:pt x="1989" y="8930"/>
                    <a:pt x="4465" y="8930"/>
                  </a:cubicBezTo>
                  <a:lnTo>
                    <a:pt x="24503" y="8930"/>
                  </a:lnTo>
                  <a:cubicBezTo>
                    <a:pt x="26980" y="8930"/>
                    <a:pt x="28968" y="6929"/>
                    <a:pt x="28968" y="4465"/>
                  </a:cubicBezTo>
                  <a:cubicBezTo>
                    <a:pt x="28968" y="1988"/>
                    <a:pt x="26980" y="0"/>
                    <a:pt x="245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-1406924" y="539508"/>
              <a:ext cx="1905638" cy="765881"/>
            </a:xfrm>
            <a:custGeom>
              <a:avLst/>
              <a:gdLst/>
              <a:ahLst/>
              <a:cxnLst/>
              <a:rect l="l" t="t" r="r" b="b"/>
              <a:pathLst>
                <a:path w="22218" h="8930" extrusionOk="0">
                  <a:moveTo>
                    <a:pt x="4465" y="0"/>
                  </a:moveTo>
                  <a:cubicBezTo>
                    <a:pt x="1989" y="0"/>
                    <a:pt x="0" y="1988"/>
                    <a:pt x="0" y="4465"/>
                  </a:cubicBezTo>
                  <a:cubicBezTo>
                    <a:pt x="0" y="6929"/>
                    <a:pt x="1989" y="8930"/>
                    <a:pt x="4465" y="8930"/>
                  </a:cubicBezTo>
                  <a:lnTo>
                    <a:pt x="17752" y="8930"/>
                  </a:lnTo>
                  <a:cubicBezTo>
                    <a:pt x="20229" y="8930"/>
                    <a:pt x="22217" y="6929"/>
                    <a:pt x="22217" y="4465"/>
                  </a:cubicBezTo>
                  <a:cubicBezTo>
                    <a:pt x="22217" y="1988"/>
                    <a:pt x="20229" y="0"/>
                    <a:pt x="17752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chemeClr val="dk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 txBox="1">
            <a:spLocks noGrp="1"/>
          </p:cNvSpPr>
          <p:nvPr>
            <p:ph type="title"/>
          </p:nvPr>
        </p:nvSpPr>
        <p:spPr>
          <a:xfrm>
            <a:off x="713225" y="3375938"/>
            <a:ext cx="4737300" cy="632100"/>
          </a:xfrm>
          <a:prstGeom prst="rect">
            <a:avLst/>
          </a:prstGeom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09" name="Google Shape;209;p14"/>
          <p:cNvSpPr txBox="1">
            <a:spLocks noGrp="1"/>
          </p:cNvSpPr>
          <p:nvPr>
            <p:ph type="subTitle" idx="1"/>
          </p:nvPr>
        </p:nvSpPr>
        <p:spPr>
          <a:xfrm>
            <a:off x="713225" y="1302603"/>
            <a:ext cx="6691200" cy="179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10" name="Google Shape;210;p14"/>
          <p:cNvGrpSpPr/>
          <p:nvPr/>
        </p:nvGrpSpPr>
        <p:grpSpPr>
          <a:xfrm>
            <a:off x="8359748" y="620138"/>
            <a:ext cx="2047161" cy="822456"/>
            <a:chOff x="8359748" y="620138"/>
            <a:chExt cx="2047161" cy="822456"/>
          </a:xfrm>
        </p:grpSpPr>
        <p:sp>
          <p:nvSpPr>
            <p:cNvPr id="211" name="Google Shape;211;p14"/>
            <p:cNvSpPr/>
            <p:nvPr/>
          </p:nvSpPr>
          <p:spPr>
            <a:xfrm rot="10800000">
              <a:off x="8359748" y="620194"/>
              <a:ext cx="2047161" cy="822364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5" y="0"/>
                  </a:moveTo>
                  <a:cubicBezTo>
                    <a:pt x="2001" y="0"/>
                    <a:pt x="0" y="2000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17765" y="8930"/>
                  </a:lnTo>
                  <a:cubicBezTo>
                    <a:pt x="20229" y="8930"/>
                    <a:pt x="22229" y="6930"/>
                    <a:pt x="22229" y="4465"/>
                  </a:cubicBezTo>
                  <a:cubicBezTo>
                    <a:pt x="22229" y="2000"/>
                    <a:pt x="20229" y="0"/>
                    <a:pt x="177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212" name="Google Shape;212;p14"/>
            <p:cNvSpPr/>
            <p:nvPr/>
          </p:nvSpPr>
          <p:spPr>
            <a:xfrm rot="10800000">
              <a:off x="8528956" y="620138"/>
              <a:ext cx="1319097" cy="822456"/>
            </a:xfrm>
            <a:custGeom>
              <a:avLst/>
              <a:gdLst/>
              <a:ahLst/>
              <a:cxnLst/>
              <a:rect l="l" t="t" r="r" b="b"/>
              <a:pathLst>
                <a:path w="14324" h="8931" extrusionOk="0">
                  <a:moveTo>
                    <a:pt x="4465" y="0"/>
                  </a:moveTo>
                  <a:cubicBezTo>
                    <a:pt x="2001" y="0"/>
                    <a:pt x="1" y="2001"/>
                    <a:pt x="1" y="4465"/>
                  </a:cubicBezTo>
                  <a:cubicBezTo>
                    <a:pt x="1" y="6930"/>
                    <a:pt x="2001" y="8930"/>
                    <a:pt x="4465" y="8930"/>
                  </a:cubicBezTo>
                  <a:lnTo>
                    <a:pt x="9859" y="8930"/>
                  </a:lnTo>
                  <a:cubicBezTo>
                    <a:pt x="12324" y="8930"/>
                    <a:pt x="14324" y="6930"/>
                    <a:pt x="14324" y="4465"/>
                  </a:cubicBezTo>
                  <a:cubicBezTo>
                    <a:pt x="14324" y="2001"/>
                    <a:pt x="12324" y="0"/>
                    <a:pt x="9859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" name="Google Shape;213;p14"/>
          <p:cNvGrpSpPr/>
          <p:nvPr/>
        </p:nvGrpSpPr>
        <p:grpSpPr>
          <a:xfrm>
            <a:off x="-1333928" y="-144350"/>
            <a:ext cx="5236678" cy="1728369"/>
            <a:chOff x="-1333928" y="-144350"/>
            <a:chExt cx="5236678" cy="1728369"/>
          </a:xfrm>
        </p:grpSpPr>
        <p:sp>
          <p:nvSpPr>
            <p:cNvPr id="214" name="Google Shape;214;p14"/>
            <p:cNvSpPr/>
            <p:nvPr/>
          </p:nvSpPr>
          <p:spPr>
            <a:xfrm rot="10800000">
              <a:off x="1856694" y="-11819"/>
              <a:ext cx="2046056" cy="405870"/>
            </a:xfrm>
            <a:custGeom>
              <a:avLst/>
              <a:gdLst/>
              <a:ahLst/>
              <a:cxnLst/>
              <a:rect l="l" t="t" r="r" b="b"/>
              <a:pathLst>
                <a:path w="22218" h="4466" extrusionOk="0">
                  <a:moveTo>
                    <a:pt x="4465" y="0"/>
                  </a:moveTo>
                  <a:cubicBezTo>
                    <a:pt x="2001" y="0"/>
                    <a:pt x="1" y="2000"/>
                    <a:pt x="1" y="4465"/>
                  </a:cubicBezTo>
                  <a:lnTo>
                    <a:pt x="22218" y="4465"/>
                  </a:lnTo>
                  <a:cubicBezTo>
                    <a:pt x="22218" y="2000"/>
                    <a:pt x="20217" y="0"/>
                    <a:pt x="177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4"/>
            <p:cNvSpPr/>
            <p:nvPr/>
          </p:nvSpPr>
          <p:spPr>
            <a:xfrm rot="10800000">
              <a:off x="-210381" y="-144344"/>
              <a:ext cx="2581010" cy="822344"/>
            </a:xfrm>
            <a:custGeom>
              <a:avLst/>
              <a:gdLst/>
              <a:ahLst/>
              <a:cxnLst/>
              <a:rect l="l" t="t" r="r" b="b"/>
              <a:pathLst>
                <a:path w="22218" h="8931" extrusionOk="0">
                  <a:moveTo>
                    <a:pt x="4465" y="1"/>
                  </a:moveTo>
                  <a:cubicBezTo>
                    <a:pt x="1988" y="1"/>
                    <a:pt x="0" y="1989"/>
                    <a:pt x="0" y="4466"/>
                  </a:cubicBezTo>
                  <a:cubicBezTo>
                    <a:pt x="0" y="6942"/>
                    <a:pt x="1988" y="8931"/>
                    <a:pt x="4465" y="8931"/>
                  </a:cubicBezTo>
                  <a:lnTo>
                    <a:pt x="17752" y="8931"/>
                  </a:lnTo>
                  <a:cubicBezTo>
                    <a:pt x="20229" y="8931"/>
                    <a:pt x="22217" y="6942"/>
                    <a:pt x="22217" y="4466"/>
                  </a:cubicBezTo>
                  <a:cubicBezTo>
                    <a:pt x="22217" y="1989"/>
                    <a:pt x="20229" y="1"/>
                    <a:pt x="177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4"/>
            <p:cNvSpPr/>
            <p:nvPr/>
          </p:nvSpPr>
          <p:spPr>
            <a:xfrm rot="10800000">
              <a:off x="-612370" y="275175"/>
              <a:ext cx="2183166" cy="822344"/>
            </a:xfrm>
            <a:custGeom>
              <a:avLst/>
              <a:gdLst/>
              <a:ahLst/>
              <a:cxnLst/>
              <a:rect l="l" t="t" r="r" b="b"/>
              <a:pathLst>
                <a:path w="22229" h="8931" extrusionOk="0">
                  <a:moveTo>
                    <a:pt x="4465" y="1"/>
                  </a:moveTo>
                  <a:cubicBezTo>
                    <a:pt x="1988" y="1"/>
                    <a:pt x="0" y="1989"/>
                    <a:pt x="0" y="4466"/>
                  </a:cubicBezTo>
                  <a:cubicBezTo>
                    <a:pt x="0" y="6942"/>
                    <a:pt x="1988" y="8931"/>
                    <a:pt x="4465" y="8931"/>
                  </a:cubicBezTo>
                  <a:lnTo>
                    <a:pt x="17764" y="8931"/>
                  </a:lnTo>
                  <a:cubicBezTo>
                    <a:pt x="20229" y="8931"/>
                    <a:pt x="22229" y="6942"/>
                    <a:pt x="22229" y="4466"/>
                  </a:cubicBezTo>
                  <a:cubicBezTo>
                    <a:pt x="22229" y="1989"/>
                    <a:pt x="20229" y="1"/>
                    <a:pt x="177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4"/>
            <p:cNvSpPr/>
            <p:nvPr/>
          </p:nvSpPr>
          <p:spPr>
            <a:xfrm rot="10800000">
              <a:off x="-1333928" y="-144350"/>
              <a:ext cx="2182085" cy="822344"/>
            </a:xfrm>
            <a:custGeom>
              <a:avLst/>
              <a:gdLst/>
              <a:ahLst/>
              <a:cxnLst/>
              <a:rect l="l" t="t" r="r" b="b"/>
              <a:pathLst>
                <a:path w="22218" h="8931" extrusionOk="0">
                  <a:moveTo>
                    <a:pt x="4465" y="1"/>
                  </a:moveTo>
                  <a:cubicBezTo>
                    <a:pt x="1988" y="1"/>
                    <a:pt x="0" y="1989"/>
                    <a:pt x="0" y="4466"/>
                  </a:cubicBezTo>
                  <a:cubicBezTo>
                    <a:pt x="0" y="6942"/>
                    <a:pt x="1988" y="8931"/>
                    <a:pt x="4465" y="8931"/>
                  </a:cubicBezTo>
                  <a:lnTo>
                    <a:pt x="17752" y="8931"/>
                  </a:lnTo>
                  <a:cubicBezTo>
                    <a:pt x="20229" y="8931"/>
                    <a:pt x="22217" y="6942"/>
                    <a:pt x="22217" y="4466"/>
                  </a:cubicBezTo>
                  <a:cubicBezTo>
                    <a:pt x="22217" y="1989"/>
                    <a:pt x="20229" y="1"/>
                    <a:pt x="17752" y="1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 rot="10800000">
              <a:off x="-47543" y="818051"/>
              <a:ext cx="895696" cy="765967"/>
            </a:xfrm>
            <a:custGeom>
              <a:avLst/>
              <a:gdLst/>
              <a:ahLst/>
              <a:cxnLst/>
              <a:rect l="l" t="t" r="r" b="b"/>
              <a:pathLst>
                <a:path w="10443" h="8931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5977" y="8930"/>
                  </a:lnTo>
                  <a:cubicBezTo>
                    <a:pt x="8442" y="8930"/>
                    <a:pt x="10442" y="6930"/>
                    <a:pt x="10442" y="4465"/>
                  </a:cubicBezTo>
                  <a:cubicBezTo>
                    <a:pt x="10442" y="2001"/>
                    <a:pt x="8442" y="0"/>
                    <a:pt x="5977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" name="Google Shape;219;p14"/>
          <p:cNvGrpSpPr/>
          <p:nvPr/>
        </p:nvGrpSpPr>
        <p:grpSpPr>
          <a:xfrm>
            <a:off x="6501364" y="3547476"/>
            <a:ext cx="3797136" cy="2052528"/>
            <a:chOff x="6501364" y="3547476"/>
            <a:chExt cx="3797136" cy="2052528"/>
          </a:xfrm>
        </p:grpSpPr>
        <p:sp>
          <p:nvSpPr>
            <p:cNvPr id="220" name="Google Shape;220;p14"/>
            <p:cNvSpPr/>
            <p:nvPr/>
          </p:nvSpPr>
          <p:spPr>
            <a:xfrm>
              <a:off x="6501364" y="4777652"/>
              <a:ext cx="2046056" cy="411274"/>
            </a:xfrm>
            <a:custGeom>
              <a:avLst/>
              <a:gdLst/>
              <a:ahLst/>
              <a:cxnLst/>
              <a:rect l="l" t="t" r="r" b="b"/>
              <a:pathLst>
                <a:path w="22218" h="4466" extrusionOk="0">
                  <a:moveTo>
                    <a:pt x="4465" y="0"/>
                  </a:moveTo>
                  <a:cubicBezTo>
                    <a:pt x="2001" y="0"/>
                    <a:pt x="1" y="2000"/>
                    <a:pt x="1" y="4465"/>
                  </a:cubicBezTo>
                  <a:lnTo>
                    <a:pt x="22218" y="4465"/>
                  </a:lnTo>
                  <a:cubicBezTo>
                    <a:pt x="22218" y="2000"/>
                    <a:pt x="20217" y="0"/>
                    <a:pt x="177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4"/>
            <p:cNvSpPr/>
            <p:nvPr/>
          </p:nvSpPr>
          <p:spPr>
            <a:xfrm rot="10800000">
              <a:off x="7755450" y="4169622"/>
              <a:ext cx="2046056" cy="822364"/>
            </a:xfrm>
            <a:custGeom>
              <a:avLst/>
              <a:gdLst/>
              <a:ahLst/>
              <a:cxnLst/>
              <a:rect l="l" t="t" r="r" b="b"/>
              <a:pathLst>
                <a:path w="22218" h="8930" extrusionOk="0">
                  <a:moveTo>
                    <a:pt x="4466" y="0"/>
                  </a:moveTo>
                  <a:cubicBezTo>
                    <a:pt x="1989" y="0"/>
                    <a:pt x="1" y="1989"/>
                    <a:pt x="1" y="4465"/>
                  </a:cubicBezTo>
                  <a:cubicBezTo>
                    <a:pt x="1" y="6942"/>
                    <a:pt x="1989" y="8930"/>
                    <a:pt x="4466" y="8930"/>
                  </a:cubicBezTo>
                  <a:lnTo>
                    <a:pt x="17753" y="8930"/>
                  </a:lnTo>
                  <a:cubicBezTo>
                    <a:pt x="20230" y="8930"/>
                    <a:pt x="22218" y="6942"/>
                    <a:pt x="22218" y="4465"/>
                  </a:cubicBezTo>
                  <a:cubicBezTo>
                    <a:pt x="22218" y="1989"/>
                    <a:pt x="20230" y="0"/>
                    <a:pt x="177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 rot="10800000">
              <a:off x="8468135" y="4509324"/>
              <a:ext cx="1440748" cy="822364"/>
            </a:xfrm>
            <a:custGeom>
              <a:avLst/>
              <a:gdLst/>
              <a:ahLst/>
              <a:cxnLst/>
              <a:rect l="l" t="t" r="r" b="b"/>
              <a:pathLst>
                <a:path w="15645" h="8930" extrusionOk="0">
                  <a:moveTo>
                    <a:pt x="4465" y="0"/>
                  </a:moveTo>
                  <a:cubicBezTo>
                    <a:pt x="1988" y="0"/>
                    <a:pt x="0" y="1989"/>
                    <a:pt x="0" y="4465"/>
                  </a:cubicBezTo>
                  <a:cubicBezTo>
                    <a:pt x="0" y="6942"/>
                    <a:pt x="1988" y="8930"/>
                    <a:pt x="4465" y="8930"/>
                  </a:cubicBezTo>
                  <a:lnTo>
                    <a:pt x="11180" y="8930"/>
                  </a:lnTo>
                  <a:cubicBezTo>
                    <a:pt x="13657" y="8930"/>
                    <a:pt x="15645" y="6942"/>
                    <a:pt x="15645" y="4465"/>
                  </a:cubicBezTo>
                  <a:cubicBezTo>
                    <a:pt x="15645" y="1989"/>
                    <a:pt x="13657" y="0"/>
                    <a:pt x="1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 rot="10800000">
              <a:off x="8468114" y="3547476"/>
              <a:ext cx="1830386" cy="818124"/>
            </a:xfrm>
            <a:custGeom>
              <a:avLst/>
              <a:gdLst/>
              <a:ahLst/>
              <a:cxnLst/>
              <a:rect l="l" t="t" r="r" b="b"/>
              <a:pathLst>
                <a:path w="15646" h="8931" extrusionOk="0">
                  <a:moveTo>
                    <a:pt x="4466" y="1"/>
                  </a:moveTo>
                  <a:cubicBezTo>
                    <a:pt x="2001" y="1"/>
                    <a:pt x="1" y="2001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1181" y="8930"/>
                  </a:lnTo>
                  <a:cubicBezTo>
                    <a:pt x="13645" y="8930"/>
                    <a:pt x="15646" y="6930"/>
                    <a:pt x="15646" y="4465"/>
                  </a:cubicBezTo>
                  <a:cubicBezTo>
                    <a:pt x="15646" y="2001"/>
                    <a:pt x="13645" y="1"/>
                    <a:pt x="11181" y="1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 rot="10800000">
              <a:off x="7754895" y="4777640"/>
              <a:ext cx="2047161" cy="822364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ubTitle" idx="1"/>
          </p:nvPr>
        </p:nvSpPr>
        <p:spPr>
          <a:xfrm>
            <a:off x="2017538" y="2918675"/>
            <a:ext cx="5785800" cy="12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subTitle" idx="2"/>
          </p:nvPr>
        </p:nvSpPr>
        <p:spPr>
          <a:xfrm>
            <a:off x="2017538" y="1565925"/>
            <a:ext cx="5785800" cy="12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9" name="Google Shape;229;p15"/>
          <p:cNvGrpSpPr/>
          <p:nvPr/>
        </p:nvGrpSpPr>
        <p:grpSpPr>
          <a:xfrm>
            <a:off x="-1594585" y="22475"/>
            <a:ext cx="12497207" cy="5350967"/>
            <a:chOff x="-1594585" y="22475"/>
            <a:chExt cx="12497207" cy="5350967"/>
          </a:xfrm>
        </p:grpSpPr>
        <p:grpSp>
          <p:nvGrpSpPr>
            <p:cNvPr id="230" name="Google Shape;230;p15"/>
            <p:cNvGrpSpPr/>
            <p:nvPr/>
          </p:nvGrpSpPr>
          <p:grpSpPr>
            <a:xfrm>
              <a:off x="-1594585" y="3843718"/>
              <a:ext cx="3302429" cy="1529724"/>
              <a:chOff x="-1594585" y="3843718"/>
              <a:chExt cx="3302429" cy="1529724"/>
            </a:xfrm>
          </p:grpSpPr>
          <p:sp>
            <p:nvSpPr>
              <p:cNvPr id="231" name="Google Shape;231;p15"/>
              <p:cNvSpPr/>
              <p:nvPr/>
            </p:nvSpPr>
            <p:spPr>
              <a:xfrm rot="10800000">
                <a:off x="-1513077" y="4607560"/>
                <a:ext cx="3220921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37553" h="8930" extrusionOk="0">
                    <a:moveTo>
                      <a:pt x="4465" y="0"/>
                    </a:moveTo>
                    <a:cubicBezTo>
                      <a:pt x="1988" y="0"/>
                      <a:pt x="0" y="1989"/>
                      <a:pt x="0" y="4465"/>
                    </a:cubicBezTo>
                    <a:cubicBezTo>
                      <a:pt x="0" y="6942"/>
                      <a:pt x="1988" y="8930"/>
                      <a:pt x="4465" y="8930"/>
                    </a:cubicBezTo>
                    <a:lnTo>
                      <a:pt x="33088" y="8930"/>
                    </a:lnTo>
                    <a:cubicBezTo>
                      <a:pt x="35564" y="8930"/>
                      <a:pt x="37552" y="6942"/>
                      <a:pt x="37552" y="4465"/>
                    </a:cubicBezTo>
                    <a:cubicBezTo>
                      <a:pt x="37552" y="1989"/>
                      <a:pt x="35564" y="0"/>
                      <a:pt x="330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5"/>
              <p:cNvSpPr/>
              <p:nvPr/>
            </p:nvSpPr>
            <p:spPr>
              <a:xfrm rot="10800000">
                <a:off x="-976796" y="3843718"/>
                <a:ext cx="1906667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5" y="0"/>
                    </a:moveTo>
                    <a:cubicBezTo>
                      <a:pt x="2000" y="0"/>
                      <a:pt x="0" y="2000"/>
                      <a:pt x="0" y="4465"/>
                    </a:cubicBezTo>
                    <a:cubicBezTo>
                      <a:pt x="0" y="6930"/>
                      <a:pt x="2000" y="8930"/>
                      <a:pt x="4465" y="8930"/>
                    </a:cubicBezTo>
                    <a:lnTo>
                      <a:pt x="17764" y="8930"/>
                    </a:lnTo>
                    <a:cubicBezTo>
                      <a:pt x="20229" y="8930"/>
                      <a:pt x="22229" y="6930"/>
                      <a:pt x="22229" y="4465"/>
                    </a:cubicBezTo>
                    <a:cubicBezTo>
                      <a:pt x="22229" y="2000"/>
                      <a:pt x="20229" y="0"/>
                      <a:pt x="177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5"/>
              <p:cNvSpPr/>
              <p:nvPr/>
            </p:nvSpPr>
            <p:spPr>
              <a:xfrm rot="10800000">
                <a:off x="-1594585" y="3843718"/>
                <a:ext cx="1905638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0" extrusionOk="0">
                    <a:moveTo>
                      <a:pt x="4465" y="0"/>
                    </a:moveTo>
                    <a:cubicBezTo>
                      <a:pt x="2001" y="0"/>
                      <a:pt x="0" y="2000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17752" y="8930"/>
                    </a:lnTo>
                    <a:cubicBezTo>
                      <a:pt x="20217" y="8930"/>
                      <a:pt x="22217" y="6930"/>
                      <a:pt x="22217" y="4465"/>
                    </a:cubicBezTo>
                    <a:cubicBezTo>
                      <a:pt x="22217" y="2000"/>
                      <a:pt x="20217" y="0"/>
                      <a:pt x="177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5"/>
              <p:cNvSpPr/>
              <p:nvPr/>
            </p:nvSpPr>
            <p:spPr>
              <a:xfrm rot="10800000">
                <a:off x="-677550" y="3843718"/>
                <a:ext cx="1906667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5" y="0"/>
                    </a:moveTo>
                    <a:cubicBezTo>
                      <a:pt x="2001" y="0"/>
                      <a:pt x="1" y="2000"/>
                      <a:pt x="1" y="4465"/>
                    </a:cubicBezTo>
                    <a:cubicBezTo>
                      <a:pt x="1" y="6930"/>
                      <a:pt x="2001" y="8930"/>
                      <a:pt x="4465" y="8930"/>
                    </a:cubicBezTo>
                    <a:lnTo>
                      <a:pt x="17765" y="8930"/>
                    </a:lnTo>
                    <a:cubicBezTo>
                      <a:pt x="20229" y="8930"/>
                      <a:pt x="22230" y="6930"/>
                      <a:pt x="22230" y="4465"/>
                    </a:cubicBezTo>
                    <a:cubicBezTo>
                      <a:pt x="22230" y="2000"/>
                      <a:pt x="20229" y="0"/>
                      <a:pt x="17765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5" name="Google Shape;235;p15"/>
            <p:cNvGrpSpPr/>
            <p:nvPr/>
          </p:nvGrpSpPr>
          <p:grpSpPr>
            <a:xfrm>
              <a:off x="8417951" y="22475"/>
              <a:ext cx="2484671" cy="1543439"/>
              <a:chOff x="8417951" y="22475"/>
              <a:chExt cx="2484671" cy="1543439"/>
            </a:xfrm>
          </p:grpSpPr>
          <p:sp>
            <p:nvSpPr>
              <p:cNvPr id="236" name="Google Shape;236;p15"/>
              <p:cNvSpPr/>
              <p:nvPr/>
            </p:nvSpPr>
            <p:spPr>
              <a:xfrm rot="10800000">
                <a:off x="8638960" y="743528"/>
                <a:ext cx="1905638" cy="822386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0" extrusionOk="0">
                    <a:moveTo>
                      <a:pt x="4465" y="0"/>
                    </a:moveTo>
                    <a:cubicBezTo>
                      <a:pt x="1989" y="0"/>
                      <a:pt x="0" y="1988"/>
                      <a:pt x="0" y="4465"/>
                    </a:cubicBezTo>
                    <a:cubicBezTo>
                      <a:pt x="0" y="6929"/>
                      <a:pt x="1989" y="8930"/>
                      <a:pt x="4465" y="8930"/>
                    </a:cubicBezTo>
                    <a:lnTo>
                      <a:pt x="17752" y="8930"/>
                    </a:lnTo>
                    <a:cubicBezTo>
                      <a:pt x="20229" y="8930"/>
                      <a:pt x="22217" y="6929"/>
                      <a:pt x="22217" y="4465"/>
                    </a:cubicBezTo>
                    <a:cubicBezTo>
                      <a:pt x="22217" y="1988"/>
                      <a:pt x="20229" y="0"/>
                      <a:pt x="177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5"/>
              <p:cNvSpPr/>
              <p:nvPr/>
            </p:nvSpPr>
            <p:spPr>
              <a:xfrm rot="10800000">
                <a:off x="8417951" y="22475"/>
                <a:ext cx="2484671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8969" h="8930" extrusionOk="0">
                    <a:moveTo>
                      <a:pt x="4465" y="0"/>
                    </a:moveTo>
                    <a:cubicBezTo>
                      <a:pt x="1989" y="0"/>
                      <a:pt x="0" y="1988"/>
                      <a:pt x="0" y="4465"/>
                    </a:cubicBezTo>
                    <a:cubicBezTo>
                      <a:pt x="0" y="6929"/>
                      <a:pt x="1989" y="8930"/>
                      <a:pt x="4465" y="8930"/>
                    </a:cubicBezTo>
                    <a:lnTo>
                      <a:pt x="24503" y="8930"/>
                    </a:lnTo>
                    <a:cubicBezTo>
                      <a:pt x="26980" y="8930"/>
                      <a:pt x="28968" y="6929"/>
                      <a:pt x="28968" y="4465"/>
                    </a:cubicBezTo>
                    <a:cubicBezTo>
                      <a:pt x="28968" y="1988"/>
                      <a:pt x="26980" y="0"/>
                      <a:pt x="245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5"/>
              <p:cNvSpPr/>
              <p:nvPr/>
            </p:nvSpPr>
            <p:spPr>
              <a:xfrm rot="10800000">
                <a:off x="8615984" y="22475"/>
                <a:ext cx="1905638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0" extrusionOk="0">
                    <a:moveTo>
                      <a:pt x="4465" y="0"/>
                    </a:moveTo>
                    <a:cubicBezTo>
                      <a:pt x="1989" y="0"/>
                      <a:pt x="0" y="1988"/>
                      <a:pt x="0" y="4465"/>
                    </a:cubicBezTo>
                    <a:cubicBezTo>
                      <a:pt x="0" y="6929"/>
                      <a:pt x="1989" y="8930"/>
                      <a:pt x="4465" y="8930"/>
                    </a:cubicBezTo>
                    <a:lnTo>
                      <a:pt x="17752" y="8930"/>
                    </a:lnTo>
                    <a:cubicBezTo>
                      <a:pt x="20229" y="8930"/>
                      <a:pt x="22217" y="6929"/>
                      <a:pt x="22217" y="4465"/>
                    </a:cubicBezTo>
                    <a:cubicBezTo>
                      <a:pt x="22217" y="1988"/>
                      <a:pt x="20229" y="0"/>
                      <a:pt x="17752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27"/>
          <p:cNvGrpSpPr/>
          <p:nvPr/>
        </p:nvGrpSpPr>
        <p:grpSpPr>
          <a:xfrm>
            <a:off x="-2336750" y="4106051"/>
            <a:ext cx="13621145" cy="1370950"/>
            <a:chOff x="-2336750" y="4106051"/>
            <a:chExt cx="13621145" cy="1370950"/>
          </a:xfrm>
        </p:grpSpPr>
        <p:sp>
          <p:nvSpPr>
            <p:cNvPr id="430" name="Google Shape;430;p27"/>
            <p:cNvSpPr/>
            <p:nvPr/>
          </p:nvSpPr>
          <p:spPr>
            <a:xfrm>
              <a:off x="4903171" y="4788694"/>
              <a:ext cx="2046056" cy="411274"/>
            </a:xfrm>
            <a:custGeom>
              <a:avLst/>
              <a:gdLst/>
              <a:ahLst/>
              <a:cxnLst/>
              <a:rect l="l" t="t" r="r" b="b"/>
              <a:pathLst>
                <a:path w="22218" h="4466" extrusionOk="0">
                  <a:moveTo>
                    <a:pt x="4465" y="0"/>
                  </a:moveTo>
                  <a:cubicBezTo>
                    <a:pt x="2001" y="0"/>
                    <a:pt x="1" y="2000"/>
                    <a:pt x="1" y="4465"/>
                  </a:cubicBezTo>
                  <a:lnTo>
                    <a:pt x="22218" y="4465"/>
                  </a:lnTo>
                  <a:cubicBezTo>
                    <a:pt x="22218" y="2000"/>
                    <a:pt x="20217" y="0"/>
                    <a:pt x="177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679075" y="4788700"/>
              <a:ext cx="2199765" cy="411274"/>
            </a:xfrm>
            <a:custGeom>
              <a:avLst/>
              <a:gdLst/>
              <a:ahLst/>
              <a:cxnLst/>
              <a:rect l="l" t="t" r="r" b="b"/>
              <a:pathLst>
                <a:path w="15645" h="4466" extrusionOk="0">
                  <a:moveTo>
                    <a:pt x="4465" y="0"/>
                  </a:moveTo>
                  <a:cubicBezTo>
                    <a:pt x="2000" y="0"/>
                    <a:pt x="0" y="2000"/>
                    <a:pt x="0" y="4465"/>
                  </a:cubicBezTo>
                  <a:lnTo>
                    <a:pt x="15645" y="4465"/>
                  </a:lnTo>
                  <a:cubicBezTo>
                    <a:pt x="15645" y="2000"/>
                    <a:pt x="13645" y="0"/>
                    <a:pt x="111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7"/>
            <p:cNvSpPr/>
            <p:nvPr/>
          </p:nvSpPr>
          <p:spPr>
            <a:xfrm rot="10800000" flipH="1">
              <a:off x="8430775" y="4106051"/>
              <a:ext cx="2182085" cy="765967"/>
            </a:xfrm>
            <a:custGeom>
              <a:avLst/>
              <a:gdLst/>
              <a:ahLst/>
              <a:cxnLst/>
              <a:rect l="l" t="t" r="r" b="b"/>
              <a:pathLst>
                <a:path w="22218" h="8931" extrusionOk="0">
                  <a:moveTo>
                    <a:pt x="4465" y="1"/>
                  </a:moveTo>
                  <a:cubicBezTo>
                    <a:pt x="1988" y="1"/>
                    <a:pt x="0" y="1989"/>
                    <a:pt x="0" y="4466"/>
                  </a:cubicBezTo>
                  <a:cubicBezTo>
                    <a:pt x="0" y="6942"/>
                    <a:pt x="1988" y="8931"/>
                    <a:pt x="4465" y="8931"/>
                  </a:cubicBezTo>
                  <a:lnTo>
                    <a:pt x="17752" y="8931"/>
                  </a:lnTo>
                  <a:cubicBezTo>
                    <a:pt x="20229" y="8931"/>
                    <a:pt x="22217" y="6942"/>
                    <a:pt x="22217" y="4466"/>
                  </a:cubicBezTo>
                  <a:cubicBezTo>
                    <a:pt x="22217" y="1989"/>
                    <a:pt x="20229" y="1"/>
                    <a:pt x="177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7"/>
            <p:cNvSpPr/>
            <p:nvPr/>
          </p:nvSpPr>
          <p:spPr>
            <a:xfrm rot="10800000" flipH="1">
              <a:off x="6776578" y="4611405"/>
              <a:ext cx="1474729" cy="765881"/>
            </a:xfrm>
            <a:custGeom>
              <a:avLst/>
              <a:gdLst/>
              <a:ahLst/>
              <a:cxnLst/>
              <a:rect l="l" t="t" r="r" b="b"/>
              <a:pathLst>
                <a:path w="17194" h="8930" extrusionOk="0">
                  <a:moveTo>
                    <a:pt x="4465" y="0"/>
                  </a:moveTo>
                  <a:cubicBezTo>
                    <a:pt x="1989" y="0"/>
                    <a:pt x="1" y="1989"/>
                    <a:pt x="1" y="4465"/>
                  </a:cubicBezTo>
                  <a:cubicBezTo>
                    <a:pt x="1" y="6930"/>
                    <a:pt x="1989" y="8930"/>
                    <a:pt x="4465" y="8930"/>
                  </a:cubicBezTo>
                  <a:lnTo>
                    <a:pt x="12728" y="8930"/>
                  </a:lnTo>
                  <a:cubicBezTo>
                    <a:pt x="15205" y="8930"/>
                    <a:pt x="17193" y="6930"/>
                    <a:pt x="17193" y="4465"/>
                  </a:cubicBezTo>
                  <a:cubicBezTo>
                    <a:pt x="17193" y="1989"/>
                    <a:pt x="15205" y="0"/>
                    <a:pt x="127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7"/>
            <p:cNvSpPr/>
            <p:nvPr/>
          </p:nvSpPr>
          <p:spPr>
            <a:xfrm rot="10800000">
              <a:off x="-2336750" y="4428751"/>
              <a:ext cx="3221007" cy="765967"/>
            </a:xfrm>
            <a:custGeom>
              <a:avLst/>
              <a:gdLst/>
              <a:ahLst/>
              <a:cxnLst/>
              <a:rect l="l" t="t" r="r" b="b"/>
              <a:pathLst>
                <a:path w="37554" h="8931" extrusionOk="0">
                  <a:moveTo>
                    <a:pt x="4466" y="0"/>
                  </a:moveTo>
                  <a:cubicBezTo>
                    <a:pt x="2001" y="0"/>
                    <a:pt x="1" y="2001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33088" y="8930"/>
                  </a:lnTo>
                  <a:cubicBezTo>
                    <a:pt x="35553" y="8930"/>
                    <a:pt x="37553" y="6930"/>
                    <a:pt x="37553" y="4465"/>
                  </a:cubicBezTo>
                  <a:cubicBezTo>
                    <a:pt x="37553" y="2001"/>
                    <a:pt x="35553" y="0"/>
                    <a:pt x="330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7"/>
            <p:cNvSpPr/>
            <p:nvPr/>
          </p:nvSpPr>
          <p:spPr>
            <a:xfrm rot="10800000">
              <a:off x="171826" y="4428751"/>
              <a:ext cx="895696" cy="765967"/>
            </a:xfrm>
            <a:custGeom>
              <a:avLst/>
              <a:gdLst/>
              <a:ahLst/>
              <a:cxnLst/>
              <a:rect l="l" t="t" r="r" b="b"/>
              <a:pathLst>
                <a:path w="10443" h="8931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5977" y="8930"/>
                  </a:lnTo>
                  <a:cubicBezTo>
                    <a:pt x="8442" y="8930"/>
                    <a:pt x="10442" y="6930"/>
                    <a:pt x="10442" y="4465"/>
                  </a:cubicBezTo>
                  <a:cubicBezTo>
                    <a:pt x="10442" y="2001"/>
                    <a:pt x="8442" y="0"/>
                    <a:pt x="5977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7"/>
            <p:cNvSpPr/>
            <p:nvPr/>
          </p:nvSpPr>
          <p:spPr>
            <a:xfrm rot="10800000" flipH="1">
              <a:off x="7998225" y="4478944"/>
              <a:ext cx="3286169" cy="765881"/>
            </a:xfrm>
            <a:custGeom>
              <a:avLst/>
              <a:gdLst/>
              <a:ahLst/>
              <a:cxnLst/>
              <a:rect l="l" t="t" r="r" b="b"/>
              <a:pathLst>
                <a:path w="37553" h="8930" extrusionOk="0">
                  <a:moveTo>
                    <a:pt x="4465" y="0"/>
                  </a:moveTo>
                  <a:cubicBezTo>
                    <a:pt x="1989" y="0"/>
                    <a:pt x="0" y="1989"/>
                    <a:pt x="0" y="4465"/>
                  </a:cubicBezTo>
                  <a:cubicBezTo>
                    <a:pt x="0" y="6930"/>
                    <a:pt x="1989" y="8930"/>
                    <a:pt x="4465" y="8930"/>
                  </a:cubicBezTo>
                  <a:lnTo>
                    <a:pt x="33088" y="8930"/>
                  </a:lnTo>
                  <a:cubicBezTo>
                    <a:pt x="35564" y="8930"/>
                    <a:pt x="37553" y="6930"/>
                    <a:pt x="37553" y="4465"/>
                  </a:cubicBezTo>
                  <a:cubicBezTo>
                    <a:pt x="37553" y="1989"/>
                    <a:pt x="35564" y="0"/>
                    <a:pt x="33088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7"/>
            <p:cNvSpPr/>
            <p:nvPr/>
          </p:nvSpPr>
          <p:spPr>
            <a:xfrm rot="10800000" flipH="1">
              <a:off x="3279275" y="4631594"/>
              <a:ext cx="1886104" cy="822386"/>
            </a:xfrm>
            <a:custGeom>
              <a:avLst/>
              <a:gdLst/>
              <a:ahLst/>
              <a:cxnLst/>
              <a:rect l="l" t="t" r="r" b="b"/>
              <a:pathLst>
                <a:path w="22230" h="8930" extrusionOk="0">
                  <a:moveTo>
                    <a:pt x="4466" y="0"/>
                  </a:moveTo>
                  <a:cubicBezTo>
                    <a:pt x="2001" y="0"/>
                    <a:pt x="1" y="2000"/>
                    <a:pt x="1" y="4465"/>
                  </a:cubicBezTo>
                  <a:cubicBezTo>
                    <a:pt x="1" y="6930"/>
                    <a:pt x="2001" y="8930"/>
                    <a:pt x="4466" y="8930"/>
                  </a:cubicBezTo>
                  <a:lnTo>
                    <a:pt x="17765" y="8930"/>
                  </a:lnTo>
                  <a:cubicBezTo>
                    <a:pt x="20230" y="8930"/>
                    <a:pt x="22230" y="6930"/>
                    <a:pt x="22230" y="4465"/>
                  </a:cubicBezTo>
                  <a:cubicBezTo>
                    <a:pt x="22230" y="2000"/>
                    <a:pt x="20230" y="0"/>
                    <a:pt x="177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7"/>
            <p:cNvSpPr/>
            <p:nvPr/>
          </p:nvSpPr>
          <p:spPr>
            <a:xfrm rot="10800000" flipH="1">
              <a:off x="2141400" y="4608573"/>
              <a:ext cx="1319061" cy="868428"/>
            </a:xfrm>
            <a:custGeom>
              <a:avLst/>
              <a:gdLst/>
              <a:ahLst/>
              <a:cxnLst/>
              <a:rect l="l" t="t" r="r" b="b"/>
              <a:pathLst>
                <a:path w="14324" h="8931" extrusionOk="0">
                  <a:moveTo>
                    <a:pt x="4465" y="0"/>
                  </a:moveTo>
                  <a:cubicBezTo>
                    <a:pt x="2001" y="0"/>
                    <a:pt x="1" y="2001"/>
                    <a:pt x="1" y="4465"/>
                  </a:cubicBezTo>
                  <a:cubicBezTo>
                    <a:pt x="1" y="6930"/>
                    <a:pt x="2001" y="8930"/>
                    <a:pt x="4465" y="8930"/>
                  </a:cubicBezTo>
                  <a:lnTo>
                    <a:pt x="9859" y="8930"/>
                  </a:lnTo>
                  <a:cubicBezTo>
                    <a:pt x="12324" y="8930"/>
                    <a:pt x="14324" y="6930"/>
                    <a:pt x="14324" y="4465"/>
                  </a:cubicBezTo>
                  <a:cubicBezTo>
                    <a:pt x="14324" y="2001"/>
                    <a:pt x="12324" y="0"/>
                    <a:pt x="9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7"/>
            <p:cNvSpPr/>
            <p:nvPr/>
          </p:nvSpPr>
          <p:spPr>
            <a:xfrm rot="10800000" flipH="1">
              <a:off x="6053525" y="4377526"/>
              <a:ext cx="895696" cy="765967"/>
            </a:xfrm>
            <a:custGeom>
              <a:avLst/>
              <a:gdLst/>
              <a:ahLst/>
              <a:cxnLst/>
              <a:rect l="l" t="t" r="r" b="b"/>
              <a:pathLst>
                <a:path w="10443" h="8931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30"/>
                    <a:pt x="2001" y="8930"/>
                    <a:pt x="4465" y="8930"/>
                  </a:cubicBezTo>
                  <a:lnTo>
                    <a:pt x="5977" y="8930"/>
                  </a:lnTo>
                  <a:cubicBezTo>
                    <a:pt x="8442" y="8930"/>
                    <a:pt x="10442" y="6930"/>
                    <a:pt x="10442" y="4465"/>
                  </a:cubicBezTo>
                  <a:cubicBezTo>
                    <a:pt x="10442" y="2001"/>
                    <a:pt x="8442" y="0"/>
                    <a:pt x="5977" y="0"/>
                  </a:cubicBezTo>
                  <a:close/>
                </a:path>
              </a:pathLst>
            </a:custGeom>
            <a:solidFill>
              <a:srgbClr val="FFFFFF">
                <a:alpha val="3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28"/>
          <p:cNvGrpSpPr/>
          <p:nvPr/>
        </p:nvGrpSpPr>
        <p:grpSpPr>
          <a:xfrm flipH="1">
            <a:off x="-1594585" y="22475"/>
            <a:ext cx="12497207" cy="5350967"/>
            <a:chOff x="-1594585" y="22475"/>
            <a:chExt cx="12497207" cy="5350967"/>
          </a:xfrm>
        </p:grpSpPr>
        <p:grpSp>
          <p:nvGrpSpPr>
            <p:cNvPr id="442" name="Google Shape;442;p28"/>
            <p:cNvGrpSpPr/>
            <p:nvPr/>
          </p:nvGrpSpPr>
          <p:grpSpPr>
            <a:xfrm>
              <a:off x="-1594585" y="3843718"/>
              <a:ext cx="3302429" cy="1529724"/>
              <a:chOff x="-1594585" y="3843718"/>
              <a:chExt cx="3302429" cy="1529724"/>
            </a:xfrm>
          </p:grpSpPr>
          <p:sp>
            <p:nvSpPr>
              <p:cNvPr id="443" name="Google Shape;443;p28"/>
              <p:cNvSpPr/>
              <p:nvPr/>
            </p:nvSpPr>
            <p:spPr>
              <a:xfrm rot="10800000">
                <a:off x="-1513077" y="4607560"/>
                <a:ext cx="3220921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37553" h="8930" extrusionOk="0">
                    <a:moveTo>
                      <a:pt x="4465" y="0"/>
                    </a:moveTo>
                    <a:cubicBezTo>
                      <a:pt x="1988" y="0"/>
                      <a:pt x="0" y="1989"/>
                      <a:pt x="0" y="4465"/>
                    </a:cubicBezTo>
                    <a:cubicBezTo>
                      <a:pt x="0" y="6942"/>
                      <a:pt x="1988" y="8930"/>
                      <a:pt x="4465" y="8930"/>
                    </a:cubicBezTo>
                    <a:lnTo>
                      <a:pt x="33088" y="8930"/>
                    </a:lnTo>
                    <a:cubicBezTo>
                      <a:pt x="35564" y="8930"/>
                      <a:pt x="37552" y="6942"/>
                      <a:pt x="37552" y="4465"/>
                    </a:cubicBezTo>
                    <a:cubicBezTo>
                      <a:pt x="37552" y="1989"/>
                      <a:pt x="35564" y="0"/>
                      <a:pt x="330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8"/>
              <p:cNvSpPr/>
              <p:nvPr/>
            </p:nvSpPr>
            <p:spPr>
              <a:xfrm rot="10800000">
                <a:off x="-976796" y="3843718"/>
                <a:ext cx="1906667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5" y="0"/>
                    </a:moveTo>
                    <a:cubicBezTo>
                      <a:pt x="2000" y="0"/>
                      <a:pt x="0" y="2000"/>
                      <a:pt x="0" y="4465"/>
                    </a:cubicBezTo>
                    <a:cubicBezTo>
                      <a:pt x="0" y="6930"/>
                      <a:pt x="2000" y="8930"/>
                      <a:pt x="4465" y="8930"/>
                    </a:cubicBezTo>
                    <a:lnTo>
                      <a:pt x="17764" y="8930"/>
                    </a:lnTo>
                    <a:cubicBezTo>
                      <a:pt x="20229" y="8930"/>
                      <a:pt x="22229" y="6930"/>
                      <a:pt x="22229" y="4465"/>
                    </a:cubicBezTo>
                    <a:cubicBezTo>
                      <a:pt x="22229" y="2000"/>
                      <a:pt x="20229" y="0"/>
                      <a:pt x="177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8"/>
              <p:cNvSpPr/>
              <p:nvPr/>
            </p:nvSpPr>
            <p:spPr>
              <a:xfrm rot="10800000">
                <a:off x="-1594585" y="3843718"/>
                <a:ext cx="1905638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0" extrusionOk="0">
                    <a:moveTo>
                      <a:pt x="4465" y="0"/>
                    </a:moveTo>
                    <a:cubicBezTo>
                      <a:pt x="2001" y="0"/>
                      <a:pt x="0" y="2000"/>
                      <a:pt x="0" y="4465"/>
                    </a:cubicBezTo>
                    <a:cubicBezTo>
                      <a:pt x="0" y="6930"/>
                      <a:pt x="2001" y="8930"/>
                      <a:pt x="4465" y="8930"/>
                    </a:cubicBezTo>
                    <a:lnTo>
                      <a:pt x="17752" y="8930"/>
                    </a:lnTo>
                    <a:cubicBezTo>
                      <a:pt x="20217" y="8930"/>
                      <a:pt x="22217" y="6930"/>
                      <a:pt x="22217" y="4465"/>
                    </a:cubicBezTo>
                    <a:cubicBezTo>
                      <a:pt x="22217" y="2000"/>
                      <a:pt x="20217" y="0"/>
                      <a:pt x="177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8"/>
              <p:cNvSpPr/>
              <p:nvPr/>
            </p:nvSpPr>
            <p:spPr>
              <a:xfrm rot="10800000">
                <a:off x="-677550" y="3843718"/>
                <a:ext cx="1906667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8930" extrusionOk="0">
                    <a:moveTo>
                      <a:pt x="4465" y="0"/>
                    </a:moveTo>
                    <a:cubicBezTo>
                      <a:pt x="2001" y="0"/>
                      <a:pt x="1" y="2000"/>
                      <a:pt x="1" y="4465"/>
                    </a:cubicBezTo>
                    <a:cubicBezTo>
                      <a:pt x="1" y="6930"/>
                      <a:pt x="2001" y="8930"/>
                      <a:pt x="4465" y="8930"/>
                    </a:cubicBezTo>
                    <a:lnTo>
                      <a:pt x="17765" y="8930"/>
                    </a:lnTo>
                    <a:cubicBezTo>
                      <a:pt x="20229" y="8930"/>
                      <a:pt x="22230" y="6930"/>
                      <a:pt x="22230" y="4465"/>
                    </a:cubicBezTo>
                    <a:cubicBezTo>
                      <a:pt x="22230" y="2000"/>
                      <a:pt x="20229" y="0"/>
                      <a:pt x="17765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7" name="Google Shape;447;p28"/>
            <p:cNvGrpSpPr/>
            <p:nvPr/>
          </p:nvGrpSpPr>
          <p:grpSpPr>
            <a:xfrm>
              <a:off x="8417951" y="22475"/>
              <a:ext cx="2484671" cy="1543439"/>
              <a:chOff x="8417951" y="22475"/>
              <a:chExt cx="2484671" cy="1543439"/>
            </a:xfrm>
          </p:grpSpPr>
          <p:sp>
            <p:nvSpPr>
              <p:cNvPr id="448" name="Google Shape;448;p28"/>
              <p:cNvSpPr/>
              <p:nvPr/>
            </p:nvSpPr>
            <p:spPr>
              <a:xfrm rot="10800000">
                <a:off x="8638960" y="743528"/>
                <a:ext cx="1905638" cy="822386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0" extrusionOk="0">
                    <a:moveTo>
                      <a:pt x="4465" y="0"/>
                    </a:moveTo>
                    <a:cubicBezTo>
                      <a:pt x="1989" y="0"/>
                      <a:pt x="0" y="1988"/>
                      <a:pt x="0" y="4465"/>
                    </a:cubicBezTo>
                    <a:cubicBezTo>
                      <a:pt x="0" y="6929"/>
                      <a:pt x="1989" y="8930"/>
                      <a:pt x="4465" y="8930"/>
                    </a:cubicBezTo>
                    <a:lnTo>
                      <a:pt x="17752" y="8930"/>
                    </a:lnTo>
                    <a:cubicBezTo>
                      <a:pt x="20229" y="8930"/>
                      <a:pt x="22217" y="6929"/>
                      <a:pt x="22217" y="4465"/>
                    </a:cubicBezTo>
                    <a:cubicBezTo>
                      <a:pt x="22217" y="1988"/>
                      <a:pt x="20229" y="0"/>
                      <a:pt x="177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8"/>
              <p:cNvSpPr/>
              <p:nvPr/>
            </p:nvSpPr>
            <p:spPr>
              <a:xfrm rot="10800000">
                <a:off x="8417951" y="22475"/>
                <a:ext cx="2484671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8969" h="8930" extrusionOk="0">
                    <a:moveTo>
                      <a:pt x="4465" y="0"/>
                    </a:moveTo>
                    <a:cubicBezTo>
                      <a:pt x="1989" y="0"/>
                      <a:pt x="0" y="1988"/>
                      <a:pt x="0" y="4465"/>
                    </a:cubicBezTo>
                    <a:cubicBezTo>
                      <a:pt x="0" y="6929"/>
                      <a:pt x="1989" y="8930"/>
                      <a:pt x="4465" y="8930"/>
                    </a:cubicBezTo>
                    <a:lnTo>
                      <a:pt x="24503" y="8930"/>
                    </a:lnTo>
                    <a:cubicBezTo>
                      <a:pt x="26980" y="8930"/>
                      <a:pt x="28968" y="6929"/>
                      <a:pt x="28968" y="4465"/>
                    </a:cubicBezTo>
                    <a:cubicBezTo>
                      <a:pt x="28968" y="1988"/>
                      <a:pt x="26980" y="0"/>
                      <a:pt x="245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8"/>
              <p:cNvSpPr/>
              <p:nvPr/>
            </p:nvSpPr>
            <p:spPr>
              <a:xfrm rot="10800000">
                <a:off x="8615984" y="22475"/>
                <a:ext cx="1905638" cy="765881"/>
              </a:xfrm>
              <a:custGeom>
                <a:avLst/>
                <a:gdLst/>
                <a:ahLst/>
                <a:cxnLst/>
                <a:rect l="l" t="t" r="r" b="b"/>
                <a:pathLst>
                  <a:path w="22218" h="8930" extrusionOk="0">
                    <a:moveTo>
                      <a:pt x="4465" y="0"/>
                    </a:moveTo>
                    <a:cubicBezTo>
                      <a:pt x="1989" y="0"/>
                      <a:pt x="0" y="1988"/>
                      <a:pt x="0" y="4465"/>
                    </a:cubicBezTo>
                    <a:cubicBezTo>
                      <a:pt x="0" y="6929"/>
                      <a:pt x="1989" y="8930"/>
                      <a:pt x="4465" y="8930"/>
                    </a:cubicBezTo>
                    <a:lnTo>
                      <a:pt x="17752" y="8930"/>
                    </a:lnTo>
                    <a:cubicBezTo>
                      <a:pt x="20229" y="8930"/>
                      <a:pt x="22217" y="6929"/>
                      <a:pt x="22217" y="4465"/>
                    </a:cubicBezTo>
                    <a:cubicBezTo>
                      <a:pt x="22217" y="1988"/>
                      <a:pt x="20229" y="0"/>
                      <a:pt x="17752" y="0"/>
                    </a:cubicBezTo>
                    <a:close/>
                  </a:path>
                </a:pathLst>
              </a:custGeom>
              <a:solidFill>
                <a:srgbClr val="FFFFFF">
                  <a:alpha val="3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8" r:id="rId6"/>
    <p:sldLayoutId id="2147483659" r:id="rId7"/>
    <p:sldLayoutId id="2147483660" r:id="rId8"/>
    <p:sldLayoutId id="2147483661" r:id="rId9"/>
    <p:sldLayoutId id="2147483673" r:id="rId10"/>
    <p:sldLayoutId id="214748367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ms.inacap.cl/pluginfile.php/15252140/mod_resource/content/1/FGIE01_U01S00_TOOLKIT_U01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 txBox="1">
            <a:spLocks noGrp="1"/>
          </p:cNvSpPr>
          <p:nvPr>
            <p:ph type="ctrTitle"/>
          </p:nvPr>
        </p:nvSpPr>
        <p:spPr>
          <a:xfrm>
            <a:off x="577773" y="1277295"/>
            <a:ext cx="6010800" cy="180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Clase 5</a:t>
            </a:r>
            <a:br>
              <a:rPr lang="en" dirty="0"/>
            </a:br>
            <a:r>
              <a:rPr lang="en" sz="4000" dirty="0"/>
              <a:t>Detección de oportunidades.</a:t>
            </a:r>
            <a:endParaRPr dirty="0"/>
          </a:p>
        </p:txBody>
      </p:sp>
      <p:sp>
        <p:nvSpPr>
          <p:cNvPr id="462" name="Google Shape;462;p32"/>
          <p:cNvSpPr txBox="1">
            <a:spLocks noGrp="1"/>
          </p:cNvSpPr>
          <p:nvPr>
            <p:ph type="subTitle" idx="1"/>
          </p:nvPr>
        </p:nvSpPr>
        <p:spPr>
          <a:xfrm>
            <a:off x="577772" y="3079994"/>
            <a:ext cx="5769865" cy="6520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s-MX" dirty="0"/>
              <a:t>Docente Formación Integral: Estefanía González C.</a:t>
            </a:r>
          </a:p>
          <a:p>
            <a:pPr marL="0" indent="0" algn="l"/>
            <a:r>
              <a:rPr lang="es-ES" dirty="0"/>
              <a:t>Innovación y Emprendimiento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"/>
          <p:cNvSpPr txBox="1">
            <a:spLocks noGrp="1"/>
          </p:cNvSpPr>
          <p:nvPr>
            <p:ph type="title"/>
          </p:nvPr>
        </p:nvSpPr>
        <p:spPr>
          <a:xfrm>
            <a:off x="0" y="1072346"/>
            <a:ext cx="578712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Objetivo de aprendizaje.</a:t>
            </a:r>
            <a:endParaRPr dirty="0"/>
          </a:p>
        </p:txBody>
      </p:sp>
      <p:sp>
        <p:nvSpPr>
          <p:cNvPr id="469" name="Google Shape;469;p33"/>
          <p:cNvSpPr txBox="1"/>
          <p:nvPr/>
        </p:nvSpPr>
        <p:spPr>
          <a:xfrm>
            <a:off x="805060" y="2148245"/>
            <a:ext cx="7704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sz="1600" dirty="0"/>
              <a:t>Desarrollar habilidades para analizar y priorizar problemas y oportunidades identificados en un desafío mediante la clasificación de hallazgos de entrevistas.</a:t>
            </a:r>
            <a:endParaRPr sz="160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5"/>
          <p:cNvSpPr txBox="1">
            <a:spLocks noGrp="1"/>
          </p:cNvSpPr>
          <p:nvPr>
            <p:ph type="title"/>
          </p:nvPr>
        </p:nvSpPr>
        <p:spPr>
          <a:xfrm>
            <a:off x="1272015" y="901848"/>
            <a:ext cx="5957483" cy="8015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Mapa de priorización de hallazgos</a:t>
            </a:r>
            <a:endParaRPr sz="3600" dirty="0"/>
          </a:p>
        </p:txBody>
      </p:sp>
      <p:sp>
        <p:nvSpPr>
          <p:cNvPr id="496" name="Google Shape;496;p35"/>
          <p:cNvSpPr/>
          <p:nvPr/>
        </p:nvSpPr>
        <p:spPr>
          <a:xfrm rot="10800000" flipH="1">
            <a:off x="-2267827" y="995394"/>
            <a:ext cx="1994581" cy="411274"/>
          </a:xfrm>
          <a:custGeom>
            <a:avLst/>
            <a:gdLst/>
            <a:ahLst/>
            <a:cxnLst/>
            <a:rect l="l" t="t" r="r" b="b"/>
            <a:pathLst>
              <a:path w="15645" h="4466" extrusionOk="0">
                <a:moveTo>
                  <a:pt x="4465" y="0"/>
                </a:moveTo>
                <a:cubicBezTo>
                  <a:pt x="2000" y="0"/>
                  <a:pt x="0" y="2000"/>
                  <a:pt x="0" y="4465"/>
                </a:cubicBezTo>
                <a:lnTo>
                  <a:pt x="15645" y="4465"/>
                </a:lnTo>
                <a:cubicBezTo>
                  <a:pt x="15645" y="2000"/>
                  <a:pt x="13645" y="0"/>
                  <a:pt x="1118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227" y="1626781"/>
            <a:ext cx="2761593" cy="2968920"/>
          </a:xfrm>
          <a:prstGeom prst="rect">
            <a:avLst/>
          </a:prstGeom>
        </p:spPr>
      </p:pic>
      <p:sp>
        <p:nvSpPr>
          <p:cNvPr id="19" name="Google Shape;517;p37"/>
          <p:cNvSpPr txBox="1">
            <a:spLocks noGrp="1"/>
          </p:cNvSpPr>
          <p:nvPr>
            <p:ph type="subTitle" idx="1"/>
          </p:nvPr>
        </p:nvSpPr>
        <p:spPr>
          <a:xfrm>
            <a:off x="4250756" y="2575226"/>
            <a:ext cx="3954468" cy="17064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s-MX" dirty="0"/>
              <a:t>Concluye sobre los problemas y oportunidades del desafío según los hallazgos de las entrevistas, clasificándolos en categorías y priorizándolos según las necesidades de los usuarios.</a:t>
            </a:r>
          </a:p>
          <a:p>
            <a:pPr marL="0" lvl="0" indent="0" algn="l"/>
            <a:r>
              <a:rPr lang="es-MX" dirty="0"/>
              <a:t>Impacto : Representa la relevancia del </a:t>
            </a:r>
            <a:r>
              <a:rPr lang="es-MX" dirty="0" err="1"/>
              <a:t>insight</a:t>
            </a:r>
            <a:r>
              <a:rPr lang="es-MX" dirty="0"/>
              <a:t> en función de movilizar los resultados esperados.</a:t>
            </a:r>
          </a:p>
          <a:p>
            <a:pPr marL="0" lvl="0" indent="0" algn="l"/>
            <a:endParaRPr lang="es-MX" dirty="0"/>
          </a:p>
          <a:p>
            <a:pPr marL="0" lvl="0" indent="0" algn="l"/>
            <a:r>
              <a:rPr lang="es-MX" dirty="0"/>
              <a:t>Complejidad: Representa la cantidad de variables asociadas al </a:t>
            </a:r>
            <a:r>
              <a:rPr lang="es-MX" dirty="0" err="1"/>
              <a:t>insight</a:t>
            </a:r>
            <a:r>
              <a:rPr lang="es-MX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4"/>
          <p:cNvSpPr txBox="1">
            <a:spLocks noGrp="1"/>
          </p:cNvSpPr>
          <p:nvPr>
            <p:ph type="title"/>
          </p:nvPr>
        </p:nvSpPr>
        <p:spPr>
          <a:xfrm>
            <a:off x="720001" y="83518"/>
            <a:ext cx="434109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Cómo se utiliza.</a:t>
            </a:r>
            <a:endParaRPr dirty="0"/>
          </a:p>
        </p:txBody>
      </p:sp>
      <p:sp>
        <p:nvSpPr>
          <p:cNvPr id="477" name="Google Shape;477;p34"/>
          <p:cNvSpPr txBox="1">
            <a:spLocks noGrp="1"/>
          </p:cNvSpPr>
          <p:nvPr>
            <p:ph type="subTitle" idx="3"/>
          </p:nvPr>
        </p:nvSpPr>
        <p:spPr>
          <a:xfrm>
            <a:off x="1726257" y="3072410"/>
            <a:ext cx="4515053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dirty="0"/>
              <a:t>Seleccione los </a:t>
            </a:r>
            <a:r>
              <a:rPr lang="es-MX" dirty="0" err="1"/>
              <a:t>insight</a:t>
            </a:r>
            <a:r>
              <a:rPr lang="es-MX" dirty="0"/>
              <a:t> o el conjunto de ellos de acuerdo a los objetivos del desafío.</a:t>
            </a:r>
            <a:endParaRPr sz="1600" dirty="0"/>
          </a:p>
        </p:txBody>
      </p:sp>
      <p:sp>
        <p:nvSpPr>
          <p:cNvPr id="478" name="Google Shape;478;p34"/>
          <p:cNvSpPr txBox="1">
            <a:spLocks noGrp="1"/>
          </p:cNvSpPr>
          <p:nvPr>
            <p:ph type="subTitle" idx="1"/>
          </p:nvPr>
        </p:nvSpPr>
        <p:spPr>
          <a:xfrm>
            <a:off x="1779714" y="1347346"/>
            <a:ext cx="41886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Comience a revisar uno por uno los insights buscando generar relaciones sitemáticas. </a:t>
            </a:r>
            <a:endParaRPr dirty="0"/>
          </a:p>
        </p:txBody>
      </p:sp>
      <p:sp>
        <p:nvSpPr>
          <p:cNvPr id="479" name="Google Shape;479;p34"/>
          <p:cNvSpPr txBox="1">
            <a:spLocks noGrp="1"/>
          </p:cNvSpPr>
          <p:nvPr>
            <p:ph type="subTitle" idx="2"/>
          </p:nvPr>
        </p:nvSpPr>
        <p:spPr>
          <a:xfrm>
            <a:off x="1726258" y="2126099"/>
            <a:ext cx="41886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Clasifique los insights en alguno de los cuatro cuadrantes generados por los ejes de la matriz referidos a complejidad v/s impacto.</a:t>
            </a:r>
            <a:endParaRPr dirty="0"/>
          </a:p>
        </p:txBody>
      </p:sp>
      <p:sp>
        <p:nvSpPr>
          <p:cNvPr id="480" name="Google Shape;480;p34"/>
          <p:cNvSpPr txBox="1">
            <a:spLocks noGrp="1"/>
          </p:cNvSpPr>
          <p:nvPr>
            <p:ph type="subTitle" idx="4"/>
          </p:nvPr>
        </p:nvSpPr>
        <p:spPr>
          <a:xfrm>
            <a:off x="1779714" y="4018721"/>
            <a:ext cx="4188600" cy="3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dirty="0"/>
              <a:t>Priorice aquellos que queden en el cuadrante: (+) complejo y (+) impacto</a:t>
            </a:r>
            <a:endParaRPr dirty="0"/>
          </a:p>
        </p:txBody>
      </p:sp>
      <p:sp>
        <p:nvSpPr>
          <p:cNvPr id="481" name="Google Shape;481;p34"/>
          <p:cNvSpPr txBox="1">
            <a:spLocks noGrp="1"/>
          </p:cNvSpPr>
          <p:nvPr>
            <p:ph type="title" idx="5"/>
          </p:nvPr>
        </p:nvSpPr>
        <p:spPr>
          <a:xfrm>
            <a:off x="720001" y="1255800"/>
            <a:ext cx="9546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82" name="Google Shape;482;p34"/>
          <p:cNvSpPr txBox="1">
            <a:spLocks noGrp="1"/>
          </p:cNvSpPr>
          <p:nvPr>
            <p:ph type="title" idx="7"/>
          </p:nvPr>
        </p:nvSpPr>
        <p:spPr>
          <a:xfrm>
            <a:off x="720001" y="2126099"/>
            <a:ext cx="9546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83" name="Google Shape;483;p34"/>
          <p:cNvSpPr txBox="1">
            <a:spLocks noGrp="1"/>
          </p:cNvSpPr>
          <p:nvPr>
            <p:ph type="title" idx="8"/>
          </p:nvPr>
        </p:nvSpPr>
        <p:spPr>
          <a:xfrm>
            <a:off x="720001" y="3866696"/>
            <a:ext cx="9546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84" name="Google Shape;484;p34"/>
          <p:cNvSpPr txBox="1">
            <a:spLocks noGrp="1"/>
          </p:cNvSpPr>
          <p:nvPr>
            <p:ph type="title" idx="6"/>
          </p:nvPr>
        </p:nvSpPr>
        <p:spPr>
          <a:xfrm>
            <a:off x="720001" y="2996397"/>
            <a:ext cx="9546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85" name="Google Shape;485;p34"/>
          <p:cNvSpPr txBox="1">
            <a:spLocks noGrp="1"/>
          </p:cNvSpPr>
          <p:nvPr>
            <p:ph type="subTitle" idx="9"/>
          </p:nvPr>
        </p:nvSpPr>
        <p:spPr>
          <a:xfrm>
            <a:off x="614888" y="853238"/>
            <a:ext cx="5626423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Una vez caracterizados los insgths y habiendolos descrito.</a:t>
            </a:r>
            <a:endParaRPr dirty="0"/>
          </a:p>
        </p:txBody>
      </p:sp>
      <p:sp>
        <p:nvSpPr>
          <p:cNvPr id="5" name="Rectángulo 4"/>
          <p:cNvSpPr/>
          <p:nvPr/>
        </p:nvSpPr>
        <p:spPr>
          <a:xfrm>
            <a:off x="5966515" y="1786652"/>
            <a:ext cx="21265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L" sz="1600" dirty="0">
                <a:solidFill>
                  <a:schemeClr val="accent1">
                    <a:lumMod val="75000"/>
                  </a:schemeClr>
                </a:solidFill>
              </a:rPr>
              <a:t>Evalúe el potencial de los </a:t>
            </a:r>
            <a:r>
              <a:rPr lang="es-CL" sz="1600" dirty="0" err="1">
                <a:solidFill>
                  <a:schemeClr val="accent1">
                    <a:lumMod val="75000"/>
                  </a:schemeClr>
                </a:solidFill>
              </a:rPr>
              <a:t>insights</a:t>
            </a:r>
            <a:r>
              <a:rPr lang="es-CL" sz="1600" dirty="0">
                <a:solidFill>
                  <a:schemeClr val="accent1">
                    <a:lumMod val="75000"/>
                  </a:schemeClr>
                </a:solidFill>
              </a:rPr>
              <a:t> priorizados para seguir</a:t>
            </a:r>
          </a:p>
          <a:p>
            <a:pPr algn="just"/>
            <a:r>
              <a:rPr lang="es-CL" sz="1600" dirty="0">
                <a:solidFill>
                  <a:schemeClr val="accent1">
                    <a:lumMod val="75000"/>
                  </a:schemeClr>
                </a:solidFill>
              </a:rPr>
              <a:t>trabajando en las siguientes fases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6"/>
          <p:cNvSpPr txBox="1">
            <a:spLocks noGrp="1"/>
          </p:cNvSpPr>
          <p:nvPr>
            <p:ph type="title"/>
          </p:nvPr>
        </p:nvSpPr>
        <p:spPr>
          <a:xfrm>
            <a:off x="199005" y="20748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Instrumento 1.1.3.3 Mapa de priorización de hallazgos.</a:t>
            </a:r>
            <a:endParaRPr sz="20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202" y="702081"/>
            <a:ext cx="4181475" cy="4143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8"/>
          <p:cNvSpPr txBox="1">
            <a:spLocks noGrp="1"/>
          </p:cNvSpPr>
          <p:nvPr>
            <p:ph type="title"/>
          </p:nvPr>
        </p:nvSpPr>
        <p:spPr>
          <a:xfrm>
            <a:off x="688102" y="1586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Ejemplo.</a:t>
            </a:r>
            <a:endParaRPr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962" y="731375"/>
            <a:ext cx="4074280" cy="40101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7"/>
          <p:cNvSpPr txBox="1">
            <a:spLocks noGrp="1"/>
          </p:cNvSpPr>
          <p:nvPr>
            <p:ph type="title"/>
          </p:nvPr>
        </p:nvSpPr>
        <p:spPr>
          <a:xfrm>
            <a:off x="1999765" y="644022"/>
            <a:ext cx="4737300" cy="63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</a:t>
            </a:r>
            <a:r>
              <a:rPr lang="es-CL" dirty="0"/>
              <a:t>e</a:t>
            </a:r>
            <a:r>
              <a:rPr lang="en" dirty="0"/>
              <a:t>comendación.</a:t>
            </a:r>
            <a:endParaRPr dirty="0"/>
          </a:p>
        </p:txBody>
      </p:sp>
      <p:sp>
        <p:nvSpPr>
          <p:cNvPr id="517" name="Google Shape;517;p37"/>
          <p:cNvSpPr txBox="1">
            <a:spLocks noGrp="1"/>
          </p:cNvSpPr>
          <p:nvPr>
            <p:ph type="subTitle" idx="1"/>
          </p:nvPr>
        </p:nvSpPr>
        <p:spPr>
          <a:xfrm>
            <a:off x="1159792" y="1557784"/>
            <a:ext cx="6691200" cy="179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/>
            <a:r>
              <a:rPr lang="en" sz="2400" dirty="0"/>
              <a:t>Defina los problemas y/o oportunidades que deben ser </a:t>
            </a:r>
            <a:r>
              <a:rPr lang="es-MX" sz="2400" dirty="0"/>
              <a:t>abordados en función de las características de los usuarios</a:t>
            </a:r>
          </a:p>
          <a:p>
            <a:pPr algn="just"/>
            <a:r>
              <a:rPr lang="es-CL" sz="2400" dirty="0"/>
              <a:t>    relacionados con el desafío.</a:t>
            </a:r>
            <a:endParaRPr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3"/>
          <p:cNvSpPr txBox="1">
            <a:spLocks noGrp="1"/>
          </p:cNvSpPr>
          <p:nvPr>
            <p:ph type="title"/>
          </p:nvPr>
        </p:nvSpPr>
        <p:spPr>
          <a:xfrm>
            <a:off x="560512" y="292736"/>
            <a:ext cx="3625500" cy="14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Referencias.</a:t>
            </a:r>
            <a:endParaRPr dirty="0"/>
          </a:p>
        </p:txBody>
      </p:sp>
      <p:sp>
        <p:nvSpPr>
          <p:cNvPr id="647" name="Google Shape;647;p43"/>
          <p:cNvSpPr txBox="1">
            <a:spLocks noGrp="1"/>
          </p:cNvSpPr>
          <p:nvPr>
            <p:ph type="subTitle" idx="1"/>
          </p:nvPr>
        </p:nvSpPr>
        <p:spPr>
          <a:xfrm>
            <a:off x="560512" y="1870025"/>
            <a:ext cx="36255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s-MX" dirty="0"/>
              <a:t>INACAP. (</a:t>
            </a:r>
            <a:r>
              <a:rPr lang="es-MX" dirty="0" err="1"/>
              <a:t>n.d</a:t>
            </a:r>
            <a:r>
              <a:rPr lang="es-MX" dirty="0"/>
              <a:t>.). </a:t>
            </a:r>
            <a:r>
              <a:rPr lang="es-MX" i="1" dirty="0" err="1"/>
              <a:t>Toolkit</a:t>
            </a:r>
            <a:r>
              <a:rPr lang="es-MX" i="1" dirty="0"/>
              <a:t>: Guía de introducción a la educación</a:t>
            </a:r>
            <a:r>
              <a:rPr lang="es-MX" dirty="0"/>
              <a:t> [PDF]. INACAP. </a:t>
            </a:r>
            <a:r>
              <a:rPr lang="es-MX" dirty="0">
                <a:hlinkClick r:id="rId3"/>
              </a:rPr>
              <a:t>https://lms.inacap.cl/pluginfile.php/15252140/mod_resource/content/1/FGIE01_U01S00_TOOLKIT_U01.pdf</a:t>
            </a:r>
            <a:endParaRPr lang="es-MX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48" name="Google Shape;648;p4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 t="13763" b="13756"/>
          <a:stretch/>
        </p:blipFill>
        <p:spPr>
          <a:xfrm>
            <a:off x="4572000" y="1078175"/>
            <a:ext cx="6182100" cy="2987100"/>
          </a:xfrm>
          <a:prstGeom prst="roundRect">
            <a:avLst>
              <a:gd name="adj" fmla="val 50000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novation Skills Workshop by Slidesgo">
  <a:themeElements>
    <a:clrScheme name="Simple Light">
      <a:dk1>
        <a:srgbClr val="133273"/>
      </a:dk1>
      <a:lt1>
        <a:srgbClr val="FFFFFF"/>
      </a:lt1>
      <a:dk2>
        <a:srgbClr val="164195"/>
      </a:dk2>
      <a:lt2>
        <a:srgbClr val="34B7C7"/>
      </a:lt2>
      <a:accent1>
        <a:srgbClr val="4DDCE4"/>
      </a:accent1>
      <a:accent2>
        <a:srgbClr val="EBC71A"/>
      </a:accent2>
      <a:accent3>
        <a:srgbClr val="F0D724"/>
      </a:accent3>
      <a:accent4>
        <a:srgbClr val="D7D8DE"/>
      </a:accent4>
      <a:accent5>
        <a:srgbClr val="FFFFFF"/>
      </a:accent5>
      <a:accent6>
        <a:srgbClr val="FFFFFF"/>
      </a:accent6>
      <a:hlink>
        <a:srgbClr val="1332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291</Words>
  <Application>Microsoft Office PowerPoint</Application>
  <PresentationFormat>Presentación en pantalla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Montserrat</vt:lpstr>
      <vt:lpstr>DM Sans</vt:lpstr>
      <vt:lpstr>Albert Sans</vt:lpstr>
      <vt:lpstr>Arial</vt:lpstr>
      <vt:lpstr>Open Sans</vt:lpstr>
      <vt:lpstr>Innovation Skills Workshop by Slidesgo</vt:lpstr>
      <vt:lpstr>Clase 5 Detección de oportunidades.</vt:lpstr>
      <vt:lpstr>Objetivo de aprendizaje.</vt:lpstr>
      <vt:lpstr>Mapa de priorización de hallazgos</vt:lpstr>
      <vt:lpstr>Cómo se utiliza.</vt:lpstr>
      <vt:lpstr>Instrumento 1.1.3.3 Mapa de priorización de hallazgos.</vt:lpstr>
      <vt:lpstr>Ejemplo.</vt:lpstr>
      <vt:lpstr>Recomendación.</vt:lpstr>
      <vt:lpstr>Referencias.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Innovation Skills Workshop</dc:title>
  <dc:creator>Estefania González</dc:creator>
  <cp:lastModifiedBy>Estefania González Cáceres</cp:lastModifiedBy>
  <cp:revision>10</cp:revision>
  <dcterms:modified xsi:type="dcterms:W3CDTF">2025-03-20T21:59:50Z</dcterms:modified>
</cp:coreProperties>
</file>