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2"/>
  </p:notesMasterIdLst>
  <p:sldIdLst>
    <p:sldId id="256" r:id="rId2"/>
    <p:sldId id="257" r:id="rId3"/>
    <p:sldId id="260" r:id="rId4"/>
    <p:sldId id="263" r:id="rId5"/>
    <p:sldId id="259" r:id="rId6"/>
    <p:sldId id="262" r:id="rId7"/>
    <p:sldId id="258" r:id="rId8"/>
    <p:sldId id="264" r:id="rId9"/>
    <p:sldId id="265" r:id="rId10"/>
    <p:sldId id="268" r:id="rId11"/>
  </p:sldIdLst>
  <p:sldSz cx="9144000" cy="5143500" type="screen16x9"/>
  <p:notesSz cx="6858000" cy="9144000"/>
  <p:embeddedFontLst>
    <p:embeddedFont>
      <p:font typeface="Aptos Black" panose="020B0604020202020204" charset="0"/>
      <p:bold r:id="rId13"/>
    </p:embeddedFont>
    <p:embeddedFont>
      <p:font typeface="Karla Medium" pitchFamily="2" charset="0"/>
      <p:regular r:id="rId14"/>
      <p:bold r:id="rId15"/>
      <p:italic r:id="rId16"/>
      <p:boldItalic r:id="rId17"/>
    </p:embeddedFont>
    <p:embeddedFont>
      <p:font typeface="Roboto Condensed Light" panose="02000000000000000000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6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255F82-C1E8-48B1-8CCD-F5D8E9D97A43}">
  <a:tblStyle styleId="{29255F82-C1E8-48B1-8CCD-F5D8E9D97A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5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9806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245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1d4f3bf491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1d4f3bf491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342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f09f6a330b_0_1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f09f6a330b_0_1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00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f3b0ed205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f3b0ed205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9959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f09f6a330b_0_1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f09f6a330b_0_1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306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df837ca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df837ca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869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09f6a330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09f6a330b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413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1d3c097be0_6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1d3c097be0_6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93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1d3c097be0_8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1d3c097be0_8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233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1d3c097be0_8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1d3c097be0_8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36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707900" y="539325"/>
            <a:ext cx="4436131" cy="4604444"/>
            <a:chOff x="4707900" y="539325"/>
            <a:chExt cx="4436131" cy="4604444"/>
          </a:xfrm>
        </p:grpSpPr>
        <p:sp>
          <p:nvSpPr>
            <p:cNvPr id="10" name="Google Shape;10;p2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46925" y="1448375"/>
            <a:ext cx="74535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442375" y="3510482"/>
            <a:ext cx="4381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87950" y="208355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909050" y="47079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07275" y="31106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788425" y="1573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0" y="2261496"/>
            <a:ext cx="3916572" cy="2889942"/>
            <a:chOff x="0" y="2261496"/>
            <a:chExt cx="3916572" cy="2889942"/>
          </a:xfrm>
        </p:grpSpPr>
        <p:sp>
          <p:nvSpPr>
            <p:cNvPr id="20" name="Google Shape;20;p3"/>
            <p:cNvSpPr/>
            <p:nvPr/>
          </p:nvSpPr>
          <p:spPr>
            <a:xfrm>
              <a:off x="0" y="2261496"/>
              <a:ext cx="3916572" cy="2889942"/>
            </a:xfrm>
            <a:custGeom>
              <a:avLst/>
              <a:gdLst/>
              <a:ahLst/>
              <a:cxnLst/>
              <a:rect l="l" t="t" r="r" b="b"/>
              <a:pathLst>
                <a:path w="59342" h="43787" extrusionOk="0">
                  <a:moveTo>
                    <a:pt x="46143" y="1"/>
                  </a:moveTo>
                  <a:cubicBezTo>
                    <a:pt x="42123" y="1"/>
                    <a:pt x="38074" y="1706"/>
                    <a:pt x="35160" y="4532"/>
                  </a:cubicBezTo>
                  <a:cubicBezTo>
                    <a:pt x="31528" y="8044"/>
                    <a:pt x="29468" y="13080"/>
                    <a:pt x="25349" y="16009"/>
                  </a:cubicBezTo>
                  <a:cubicBezTo>
                    <a:pt x="23975" y="16983"/>
                    <a:pt x="22201" y="17628"/>
                    <a:pt x="20536" y="17628"/>
                  </a:cubicBezTo>
                  <a:cubicBezTo>
                    <a:pt x="19229" y="17628"/>
                    <a:pt x="17989" y="17231"/>
                    <a:pt x="17062" y="16283"/>
                  </a:cubicBezTo>
                  <a:cubicBezTo>
                    <a:pt x="15693" y="14878"/>
                    <a:pt x="15467" y="12747"/>
                    <a:pt x="15157" y="10794"/>
                  </a:cubicBezTo>
                  <a:cubicBezTo>
                    <a:pt x="14848" y="8854"/>
                    <a:pt x="14205" y="6699"/>
                    <a:pt x="12454" y="5782"/>
                  </a:cubicBezTo>
                  <a:cubicBezTo>
                    <a:pt x="11923" y="5510"/>
                    <a:pt x="11340" y="5388"/>
                    <a:pt x="10749" y="5388"/>
                  </a:cubicBezTo>
                  <a:cubicBezTo>
                    <a:pt x="9762" y="5388"/>
                    <a:pt x="8752" y="5727"/>
                    <a:pt x="7918" y="6270"/>
                  </a:cubicBezTo>
                  <a:cubicBezTo>
                    <a:pt x="6573" y="7139"/>
                    <a:pt x="5608" y="8473"/>
                    <a:pt x="4715" y="9794"/>
                  </a:cubicBezTo>
                  <a:cubicBezTo>
                    <a:pt x="2929" y="12461"/>
                    <a:pt x="1513" y="15259"/>
                    <a:pt x="36" y="18081"/>
                  </a:cubicBezTo>
                  <a:lnTo>
                    <a:pt x="0" y="43727"/>
                  </a:lnTo>
                  <a:lnTo>
                    <a:pt x="39672" y="43786"/>
                  </a:lnTo>
                  <a:cubicBezTo>
                    <a:pt x="44470" y="36940"/>
                    <a:pt x="49268" y="30094"/>
                    <a:pt x="54067" y="23236"/>
                  </a:cubicBezTo>
                  <a:cubicBezTo>
                    <a:pt x="56269" y="20105"/>
                    <a:pt x="58532" y="16771"/>
                    <a:pt x="58865" y="12961"/>
                  </a:cubicBezTo>
                  <a:cubicBezTo>
                    <a:pt x="59341" y="7544"/>
                    <a:pt x="55376" y="2246"/>
                    <a:pt x="50185" y="614"/>
                  </a:cubicBezTo>
                  <a:cubicBezTo>
                    <a:pt x="48872" y="198"/>
                    <a:pt x="47509" y="1"/>
                    <a:pt x="4614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2698631" scaled="0"/>
            </a:gra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2261496"/>
              <a:ext cx="3916572" cy="2889942"/>
            </a:xfrm>
            <a:custGeom>
              <a:avLst/>
              <a:gdLst/>
              <a:ahLst/>
              <a:cxnLst/>
              <a:rect l="l" t="t" r="r" b="b"/>
              <a:pathLst>
                <a:path w="59342" h="43787" extrusionOk="0">
                  <a:moveTo>
                    <a:pt x="46143" y="1"/>
                  </a:moveTo>
                  <a:cubicBezTo>
                    <a:pt x="42123" y="1"/>
                    <a:pt x="38074" y="1706"/>
                    <a:pt x="35160" y="4532"/>
                  </a:cubicBezTo>
                  <a:cubicBezTo>
                    <a:pt x="31528" y="8044"/>
                    <a:pt x="29468" y="13080"/>
                    <a:pt x="25349" y="16009"/>
                  </a:cubicBezTo>
                  <a:cubicBezTo>
                    <a:pt x="23975" y="16983"/>
                    <a:pt x="22201" y="17628"/>
                    <a:pt x="20536" y="17628"/>
                  </a:cubicBezTo>
                  <a:cubicBezTo>
                    <a:pt x="19229" y="17628"/>
                    <a:pt x="17989" y="17231"/>
                    <a:pt x="17062" y="16283"/>
                  </a:cubicBezTo>
                  <a:cubicBezTo>
                    <a:pt x="15693" y="14878"/>
                    <a:pt x="15467" y="12747"/>
                    <a:pt x="15157" y="10794"/>
                  </a:cubicBezTo>
                  <a:cubicBezTo>
                    <a:pt x="14848" y="8854"/>
                    <a:pt x="14205" y="6699"/>
                    <a:pt x="12454" y="5782"/>
                  </a:cubicBezTo>
                  <a:cubicBezTo>
                    <a:pt x="11923" y="5510"/>
                    <a:pt x="11340" y="5388"/>
                    <a:pt x="10749" y="5388"/>
                  </a:cubicBezTo>
                  <a:cubicBezTo>
                    <a:pt x="9762" y="5388"/>
                    <a:pt x="8752" y="5727"/>
                    <a:pt x="7918" y="6270"/>
                  </a:cubicBezTo>
                  <a:cubicBezTo>
                    <a:pt x="6573" y="7139"/>
                    <a:pt x="5608" y="8473"/>
                    <a:pt x="4715" y="9794"/>
                  </a:cubicBezTo>
                  <a:cubicBezTo>
                    <a:pt x="2929" y="12461"/>
                    <a:pt x="1513" y="15259"/>
                    <a:pt x="36" y="18081"/>
                  </a:cubicBezTo>
                  <a:lnTo>
                    <a:pt x="0" y="43727"/>
                  </a:lnTo>
                  <a:lnTo>
                    <a:pt x="39672" y="43786"/>
                  </a:lnTo>
                  <a:cubicBezTo>
                    <a:pt x="44470" y="36940"/>
                    <a:pt x="49268" y="30094"/>
                    <a:pt x="54067" y="23236"/>
                  </a:cubicBezTo>
                  <a:cubicBezTo>
                    <a:pt x="56269" y="20105"/>
                    <a:pt x="58532" y="16771"/>
                    <a:pt x="58865" y="12961"/>
                  </a:cubicBezTo>
                  <a:cubicBezTo>
                    <a:pt x="59341" y="7544"/>
                    <a:pt x="55376" y="2246"/>
                    <a:pt x="50185" y="614"/>
                  </a:cubicBezTo>
                  <a:cubicBezTo>
                    <a:pt x="48872" y="198"/>
                    <a:pt x="47509" y="1"/>
                    <a:pt x="46143" y="1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2185100" y="1371150"/>
            <a:ext cx="60012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995225" y="4128300"/>
            <a:ext cx="43809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873600" y="897575"/>
            <a:ext cx="9825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/>
          <p:nvPr/>
        </p:nvSpPr>
        <p:spPr>
          <a:xfrm>
            <a:off x="-131328" y="1098083"/>
            <a:ext cx="282148" cy="315759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158700" y="129000"/>
            <a:ext cx="8826600" cy="4885500"/>
            <a:chOff x="158700" y="129000"/>
            <a:chExt cx="8826600" cy="4885500"/>
          </a:xfrm>
        </p:grpSpPr>
        <p:sp>
          <p:nvSpPr>
            <p:cNvPr id="28" name="Google Shape;28;p4"/>
            <p:cNvSpPr/>
            <p:nvPr/>
          </p:nvSpPr>
          <p:spPr>
            <a:xfrm>
              <a:off x="158700" y="129000"/>
              <a:ext cx="8826600" cy="4885500"/>
            </a:xfrm>
            <a:prstGeom prst="roundRect">
              <a:avLst>
                <a:gd name="adj" fmla="val 4754"/>
              </a:avLst>
            </a:prstGeom>
            <a:solidFill>
              <a:schemeClr val="accent4"/>
            </a:solidFill>
            <a:ln>
              <a:noFill/>
            </a:ln>
            <a:effectLst>
              <a:outerShdw dist="66675" dir="2520000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60450" y="228525"/>
              <a:ext cx="8623200" cy="4686600"/>
            </a:xfrm>
            <a:prstGeom prst="roundRect">
              <a:avLst>
                <a:gd name="adj" fmla="val 3132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13275" y="1095125"/>
            <a:ext cx="7717500" cy="34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 rot="5400000">
            <a:off x="82468" y="2010686"/>
            <a:ext cx="3050249" cy="3215271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245100" y="3570282"/>
            <a:ext cx="2948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4924400" y="3570282"/>
            <a:ext cx="2933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3"/>
          </p:nvPr>
        </p:nvSpPr>
        <p:spPr>
          <a:xfrm>
            <a:off x="1246600" y="3252400"/>
            <a:ext cx="2945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4"/>
          </p:nvPr>
        </p:nvSpPr>
        <p:spPr>
          <a:xfrm>
            <a:off x="4916900" y="3252400"/>
            <a:ext cx="2948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9" name="Google Shape;39;p5"/>
          <p:cNvGrpSpPr/>
          <p:nvPr/>
        </p:nvGrpSpPr>
        <p:grpSpPr>
          <a:xfrm>
            <a:off x="7146070" y="326"/>
            <a:ext cx="1993342" cy="1891079"/>
            <a:chOff x="7146070" y="326"/>
            <a:chExt cx="1993342" cy="1891079"/>
          </a:xfrm>
        </p:grpSpPr>
        <p:sp>
          <p:nvSpPr>
            <p:cNvPr id="40" name="Google Shape;40;p5"/>
            <p:cNvSpPr/>
            <p:nvPr/>
          </p:nvSpPr>
          <p:spPr>
            <a:xfrm rot="-5400000">
              <a:off x="7197201" y="-50805"/>
              <a:ext cx="1891079" cy="1993342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lt2"/>
            </a:solidFill>
            <a:ln w="228600" cap="flat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 rot="-5400000">
              <a:off x="7197201" y="-50805"/>
              <a:ext cx="1891079" cy="1993342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5"/>
          <p:cNvSpPr/>
          <p:nvPr/>
        </p:nvSpPr>
        <p:spPr>
          <a:xfrm>
            <a:off x="333113" y="335009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500338" y="44081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 flipH="1">
            <a:off x="98" y="272838"/>
            <a:ext cx="4621164" cy="4870775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>
            <a:off x="869050" y="790200"/>
            <a:ext cx="7714350" cy="3867900"/>
            <a:chOff x="716650" y="637800"/>
            <a:chExt cx="7714350" cy="3867900"/>
          </a:xfrm>
        </p:grpSpPr>
        <p:grpSp>
          <p:nvGrpSpPr>
            <p:cNvPr id="57" name="Google Shape;57;p7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58" name="Google Shape;58;p7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7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7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61" name="Google Shape;61;p7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7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1602475" y="1833175"/>
            <a:ext cx="5939100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5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13588" y="26528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695771" y="4604091"/>
            <a:ext cx="260673" cy="29172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1602475" y="1186675"/>
            <a:ext cx="59391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2286445" y="1360275"/>
            <a:ext cx="53916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0" name="Google Shape;70;p8"/>
          <p:cNvSpPr/>
          <p:nvPr/>
        </p:nvSpPr>
        <p:spPr>
          <a:xfrm rot="5400000" flipH="1">
            <a:off x="89807" y="-89917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 rot="-5400000" flipH="1">
            <a:off x="5731382" y="1730883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8510250" y="8976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671725" y="155271"/>
            <a:ext cx="185827" cy="207947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293913" y="341549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1044138" y="194956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9"/>
          <p:cNvGrpSpPr/>
          <p:nvPr/>
        </p:nvGrpSpPr>
        <p:grpSpPr>
          <a:xfrm flipH="1">
            <a:off x="75" y="123495"/>
            <a:ext cx="4836713" cy="5020226"/>
            <a:chOff x="4707900" y="539325"/>
            <a:chExt cx="4436131" cy="4604444"/>
          </a:xfrm>
        </p:grpSpPr>
        <p:sp>
          <p:nvSpPr>
            <p:cNvPr id="78" name="Google Shape;78;p9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9"/>
          <p:cNvSpPr/>
          <p:nvPr/>
        </p:nvSpPr>
        <p:spPr>
          <a:xfrm>
            <a:off x="8696395" y="3029527"/>
            <a:ext cx="207350" cy="232054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9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grpSp>
          <p:nvGrpSpPr>
            <p:cNvPr id="82" name="Google Shape;82;p9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83" name="Google Shape;83;p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9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86" name="Google Shape;86;p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37825" y="1612713"/>
            <a:ext cx="56721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ubTitle" idx="1"/>
          </p:nvPr>
        </p:nvSpPr>
        <p:spPr>
          <a:xfrm>
            <a:off x="1737825" y="2433238"/>
            <a:ext cx="56721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9pPr>
          </a:lstStyle>
          <a:p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7597138" y="448186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1"/>
          <p:cNvGrpSpPr/>
          <p:nvPr/>
        </p:nvGrpSpPr>
        <p:grpSpPr>
          <a:xfrm>
            <a:off x="334091" y="329238"/>
            <a:ext cx="8475817" cy="4485025"/>
            <a:chOff x="334091" y="329238"/>
            <a:chExt cx="8475817" cy="4485025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334091" y="3521088"/>
              <a:ext cx="8475817" cy="1293175"/>
              <a:chOff x="908176" y="3090407"/>
              <a:chExt cx="7241813" cy="1104900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908176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1"/>
              <p:cNvSpPr/>
              <p:nvPr/>
            </p:nvSpPr>
            <p:spPr>
              <a:xfrm>
                <a:off x="161330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1"/>
              <p:cNvSpPr/>
              <p:nvPr/>
            </p:nvSpPr>
            <p:spPr>
              <a:xfrm>
                <a:off x="234319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1"/>
              <p:cNvSpPr/>
              <p:nvPr/>
            </p:nvSpPr>
            <p:spPr>
              <a:xfrm>
                <a:off x="307164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1"/>
              <p:cNvSpPr/>
              <p:nvPr/>
            </p:nvSpPr>
            <p:spPr>
              <a:xfrm>
                <a:off x="3800233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1"/>
              <p:cNvSpPr/>
              <p:nvPr/>
            </p:nvSpPr>
            <p:spPr>
              <a:xfrm>
                <a:off x="453013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1"/>
              <p:cNvSpPr/>
              <p:nvPr/>
            </p:nvSpPr>
            <p:spPr>
              <a:xfrm>
                <a:off x="525858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1"/>
              <p:cNvSpPr/>
              <p:nvPr/>
            </p:nvSpPr>
            <p:spPr>
              <a:xfrm>
                <a:off x="595214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1"/>
              <p:cNvSpPr/>
              <p:nvPr/>
            </p:nvSpPr>
            <p:spPr>
              <a:xfrm>
                <a:off x="668203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1"/>
              <p:cNvSpPr/>
              <p:nvPr/>
            </p:nvSpPr>
            <p:spPr>
              <a:xfrm>
                <a:off x="741048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" name="Google Shape;107;p11"/>
            <p:cNvGrpSpPr/>
            <p:nvPr/>
          </p:nvGrpSpPr>
          <p:grpSpPr>
            <a:xfrm>
              <a:off x="334091" y="329238"/>
              <a:ext cx="8475817" cy="1293175"/>
              <a:chOff x="908176" y="3090407"/>
              <a:chExt cx="7241813" cy="1104900"/>
            </a:xfrm>
          </p:grpSpPr>
          <p:sp>
            <p:nvSpPr>
              <p:cNvPr id="108" name="Google Shape;108;p11"/>
              <p:cNvSpPr/>
              <p:nvPr/>
            </p:nvSpPr>
            <p:spPr>
              <a:xfrm>
                <a:off x="908176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1"/>
              <p:cNvSpPr/>
              <p:nvPr/>
            </p:nvSpPr>
            <p:spPr>
              <a:xfrm>
                <a:off x="161330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1"/>
              <p:cNvSpPr/>
              <p:nvPr/>
            </p:nvSpPr>
            <p:spPr>
              <a:xfrm>
                <a:off x="234319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1"/>
              <p:cNvSpPr/>
              <p:nvPr/>
            </p:nvSpPr>
            <p:spPr>
              <a:xfrm>
                <a:off x="307164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1"/>
              <p:cNvSpPr/>
              <p:nvPr/>
            </p:nvSpPr>
            <p:spPr>
              <a:xfrm>
                <a:off x="3800233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1"/>
              <p:cNvSpPr/>
              <p:nvPr/>
            </p:nvSpPr>
            <p:spPr>
              <a:xfrm>
                <a:off x="453013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1"/>
              <p:cNvSpPr/>
              <p:nvPr/>
            </p:nvSpPr>
            <p:spPr>
              <a:xfrm>
                <a:off x="525858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>
                <a:off x="5952141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1"/>
              <p:cNvSpPr/>
              <p:nvPr/>
            </p:nvSpPr>
            <p:spPr>
              <a:xfrm>
                <a:off x="668203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1"/>
              <p:cNvSpPr/>
              <p:nvPr/>
            </p:nvSpPr>
            <p:spPr>
              <a:xfrm>
                <a:off x="7410488" y="3090407"/>
                <a:ext cx="739500" cy="1104900"/>
              </a:xfrm>
              <a:prstGeom prst="parallelogram">
                <a:avLst>
                  <a:gd name="adj" fmla="val 51335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8" name="Google Shape;118;p11"/>
          <p:cNvSpPr/>
          <p:nvPr/>
        </p:nvSpPr>
        <p:spPr>
          <a:xfrm>
            <a:off x="334107" y="2077904"/>
            <a:ext cx="292502" cy="32734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663957" y="2843304"/>
            <a:ext cx="292502" cy="32734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2521875" y="1119500"/>
            <a:ext cx="4914600" cy="172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2521975" y="3099775"/>
            <a:ext cx="4914600" cy="327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2" hasCustomPrompt="1"/>
          </p:nvPr>
        </p:nvSpPr>
        <p:spPr>
          <a:xfrm>
            <a:off x="921239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"/>
          </p:nvPr>
        </p:nvSpPr>
        <p:spPr>
          <a:xfrm>
            <a:off x="1881707" y="2100854"/>
            <a:ext cx="25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3" hasCustomPrompt="1"/>
          </p:nvPr>
        </p:nvSpPr>
        <p:spPr>
          <a:xfrm>
            <a:off x="4753750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4" hasCustomPrompt="1"/>
          </p:nvPr>
        </p:nvSpPr>
        <p:spPr>
          <a:xfrm>
            <a:off x="921239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5" hasCustomPrompt="1"/>
          </p:nvPr>
        </p:nvSpPr>
        <p:spPr>
          <a:xfrm>
            <a:off x="4753750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6"/>
          </p:nvPr>
        </p:nvSpPr>
        <p:spPr>
          <a:xfrm>
            <a:off x="5714200" y="2100849"/>
            <a:ext cx="2544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7"/>
          </p:nvPr>
        </p:nvSpPr>
        <p:spPr>
          <a:xfrm>
            <a:off x="1881707" y="3611225"/>
            <a:ext cx="2557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8"/>
          </p:nvPr>
        </p:nvSpPr>
        <p:spPr>
          <a:xfrm>
            <a:off x="5714200" y="3611225"/>
            <a:ext cx="2544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9"/>
          </p:nvPr>
        </p:nvSpPr>
        <p:spPr>
          <a:xfrm>
            <a:off x="1884493" y="17086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3"/>
          </p:nvPr>
        </p:nvSpPr>
        <p:spPr>
          <a:xfrm>
            <a:off x="5714207" y="17086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4"/>
          </p:nvPr>
        </p:nvSpPr>
        <p:spPr>
          <a:xfrm>
            <a:off x="1884491" y="3217500"/>
            <a:ext cx="25548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5"/>
          </p:nvPr>
        </p:nvSpPr>
        <p:spPr>
          <a:xfrm>
            <a:off x="5714207" y="32175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>
            <a:off x="-349737" y="4357734"/>
            <a:ext cx="1270989" cy="793909"/>
            <a:chOff x="-349737" y="4357734"/>
            <a:chExt cx="1270989" cy="793909"/>
          </a:xfrm>
        </p:grpSpPr>
        <p:sp>
          <p:nvSpPr>
            <p:cNvPr id="138" name="Google Shape;138;p13"/>
            <p:cNvSpPr/>
            <p:nvPr/>
          </p:nvSpPr>
          <p:spPr>
            <a:xfrm rot="10800000" flipH="1">
              <a:off x="-308999" y="4357734"/>
              <a:ext cx="1230250" cy="793909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10800000" flipH="1">
              <a:off x="-34973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 rot="-5400000">
            <a:off x="6417983" y="-50208"/>
            <a:ext cx="2670850" cy="2772117"/>
            <a:chOff x="4653747" y="483110"/>
            <a:chExt cx="4490333" cy="4660586"/>
          </a:xfrm>
        </p:grpSpPr>
        <p:sp>
          <p:nvSpPr>
            <p:cNvPr id="141" name="Google Shape;141;p13"/>
            <p:cNvSpPr/>
            <p:nvPr/>
          </p:nvSpPr>
          <p:spPr>
            <a:xfrm>
              <a:off x="4653747" y="483110"/>
              <a:ext cx="4490333" cy="4660586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-601878" y="2660425"/>
            <a:ext cx="1256977" cy="1227202"/>
            <a:chOff x="2180272" y="-464800"/>
            <a:chExt cx="1256977" cy="1227202"/>
          </a:xfrm>
        </p:grpSpPr>
        <p:sp>
          <p:nvSpPr>
            <p:cNvPr id="144" name="Google Shape;144;p13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3"/>
          <p:cNvSpPr/>
          <p:nvPr/>
        </p:nvSpPr>
        <p:spPr>
          <a:xfrm>
            <a:off x="363038" y="12270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3941713" y="447371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6"/>
          <p:cNvGrpSpPr/>
          <p:nvPr/>
        </p:nvGrpSpPr>
        <p:grpSpPr>
          <a:xfrm flipH="1">
            <a:off x="342" y="651959"/>
            <a:ext cx="4327446" cy="4491635"/>
            <a:chOff x="4707900" y="539325"/>
            <a:chExt cx="4436131" cy="4604444"/>
          </a:xfrm>
        </p:grpSpPr>
        <p:sp>
          <p:nvSpPr>
            <p:cNvPr id="205" name="Google Shape;205;p16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6"/>
          <p:cNvSpPr/>
          <p:nvPr/>
        </p:nvSpPr>
        <p:spPr>
          <a:xfrm rot="-5400000">
            <a:off x="7470861" y="-44028"/>
            <a:ext cx="1629042" cy="171716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216600" y="1986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grpSp>
          <p:nvGrpSpPr>
            <p:cNvPr id="210" name="Google Shape;210;p16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16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214" name="Google Shape;214;p16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6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7" name="Google Shape;217;p16"/>
          <p:cNvSpPr txBox="1">
            <a:spLocks noGrp="1"/>
          </p:cNvSpPr>
          <p:nvPr>
            <p:ph type="subTitle" idx="1"/>
          </p:nvPr>
        </p:nvSpPr>
        <p:spPr>
          <a:xfrm>
            <a:off x="1734025" y="1921313"/>
            <a:ext cx="5675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2568675" y="3214313"/>
            <a:ext cx="40068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/>
          <p:nvPr/>
        </p:nvSpPr>
        <p:spPr>
          <a:xfrm rot="10800000" flipH="1">
            <a:off x="6318670" y="-2"/>
            <a:ext cx="2825405" cy="2977898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1"/>
          <p:cNvSpPr/>
          <p:nvPr/>
        </p:nvSpPr>
        <p:spPr>
          <a:xfrm flipH="1">
            <a:off x="-5" y="2165598"/>
            <a:ext cx="2825405" cy="2977898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170735" y="4436526"/>
            <a:ext cx="299490" cy="335145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TITLE_AND_DESCRIPTION_1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32"/>
          <p:cNvGrpSpPr/>
          <p:nvPr/>
        </p:nvGrpSpPr>
        <p:grpSpPr>
          <a:xfrm>
            <a:off x="4707900" y="539325"/>
            <a:ext cx="4436131" cy="4604444"/>
            <a:chOff x="4707900" y="539325"/>
            <a:chExt cx="4436131" cy="4604444"/>
          </a:xfrm>
        </p:grpSpPr>
        <p:sp>
          <p:nvSpPr>
            <p:cNvPr id="429" name="Google Shape;429;p32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32"/>
          <p:cNvSpPr/>
          <p:nvPr/>
        </p:nvSpPr>
        <p:spPr>
          <a:xfrm>
            <a:off x="187950" y="208355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3909050" y="47079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8607275" y="31106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4788425" y="1573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2" r:id="rId11"/>
    <p:sldLayoutId id="2147483677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36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sp>
          <p:nvSpPr>
            <p:cNvPr id="446" name="Google Shape;446;p36"/>
            <p:cNvSpPr/>
            <p:nvPr/>
          </p:nvSpPr>
          <p:spPr>
            <a:xfrm>
              <a:off x="716650" y="963600"/>
              <a:ext cx="7713900" cy="3542100"/>
            </a:xfrm>
            <a:prstGeom prst="rect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17100" y="637800"/>
              <a:ext cx="7713900" cy="3303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36"/>
          <p:cNvGrpSpPr/>
          <p:nvPr/>
        </p:nvGrpSpPr>
        <p:grpSpPr>
          <a:xfrm>
            <a:off x="952694" y="3188882"/>
            <a:ext cx="7241813" cy="1104900"/>
            <a:chOff x="908176" y="3090407"/>
            <a:chExt cx="7241813" cy="1104900"/>
          </a:xfrm>
        </p:grpSpPr>
        <p:sp>
          <p:nvSpPr>
            <p:cNvPr id="449" name="Google Shape;449;p36"/>
            <p:cNvSpPr/>
            <p:nvPr/>
          </p:nvSpPr>
          <p:spPr>
            <a:xfrm>
              <a:off x="908176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61330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234319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307164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3800233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453013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525858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595214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668203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41048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36"/>
          <p:cNvGrpSpPr/>
          <p:nvPr/>
        </p:nvGrpSpPr>
        <p:grpSpPr>
          <a:xfrm>
            <a:off x="3844819" y="1256679"/>
            <a:ext cx="1457561" cy="134244"/>
            <a:chOff x="3599100" y="1158250"/>
            <a:chExt cx="1726150" cy="159000"/>
          </a:xfrm>
        </p:grpSpPr>
        <p:sp>
          <p:nvSpPr>
            <p:cNvPr id="460" name="Google Shape;460;p36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6"/>
          <p:cNvGrpSpPr/>
          <p:nvPr/>
        </p:nvGrpSpPr>
        <p:grpSpPr>
          <a:xfrm>
            <a:off x="187947" y="421025"/>
            <a:ext cx="1256977" cy="1227202"/>
            <a:chOff x="2180272" y="-464800"/>
            <a:chExt cx="1256977" cy="1227202"/>
          </a:xfrm>
        </p:grpSpPr>
        <p:sp>
          <p:nvSpPr>
            <p:cNvPr id="464" name="Google Shape;464;p36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1420891" y="3176473"/>
            <a:ext cx="6653536" cy="1128550"/>
            <a:chOff x="2182475" y="3128725"/>
            <a:chExt cx="4901700" cy="840300"/>
          </a:xfrm>
        </p:grpSpPr>
        <p:sp>
          <p:nvSpPr>
            <p:cNvPr id="467" name="Google Shape;467;p36"/>
            <p:cNvSpPr/>
            <p:nvPr/>
          </p:nvSpPr>
          <p:spPr>
            <a:xfrm>
              <a:off x="2182475" y="3128725"/>
              <a:ext cx="4901700" cy="8403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>
              <a:outerShdw dist="76200" dir="2460000" algn="bl" rotWithShape="0">
                <a:schemeClr val="lt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2315925" y="3245150"/>
              <a:ext cx="4634700" cy="607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36"/>
          <p:cNvSpPr txBox="1">
            <a:spLocks noGrp="1"/>
          </p:cNvSpPr>
          <p:nvPr>
            <p:ph type="ctrTitle"/>
          </p:nvPr>
        </p:nvSpPr>
        <p:spPr>
          <a:xfrm>
            <a:off x="846925" y="1448375"/>
            <a:ext cx="74535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600" dirty="0">
                <a:latin typeface="Aptos Black" panose="020B0004020202020204" pitchFamily="34" charset="0"/>
              </a:rPr>
              <a:t>Unidad 1: Detección de oportunidades e ideación de propuestas.</a:t>
            </a:r>
            <a:endParaRPr lang="es-MX" sz="3600" dirty="0"/>
          </a:p>
        </p:txBody>
      </p:sp>
      <p:sp>
        <p:nvSpPr>
          <p:cNvPr id="470" name="Google Shape;470;p36"/>
          <p:cNvSpPr txBox="1">
            <a:spLocks noGrp="1"/>
          </p:cNvSpPr>
          <p:nvPr>
            <p:ph type="subTitle" idx="1"/>
          </p:nvPr>
        </p:nvSpPr>
        <p:spPr>
          <a:xfrm>
            <a:off x="1767339" y="3510482"/>
            <a:ext cx="6125808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dirty="0"/>
              <a:t>Innovación y Emprendimiento I</a:t>
            </a:r>
          </a:p>
        </p:txBody>
      </p:sp>
      <p:grpSp>
        <p:nvGrpSpPr>
          <p:cNvPr id="471" name="Google Shape;471;p36"/>
          <p:cNvGrpSpPr/>
          <p:nvPr/>
        </p:nvGrpSpPr>
        <p:grpSpPr>
          <a:xfrm rot="1124476">
            <a:off x="161859" y="4051655"/>
            <a:ext cx="3002061" cy="1104891"/>
            <a:chOff x="419375" y="2109025"/>
            <a:chExt cx="1137975" cy="418825"/>
          </a:xfrm>
        </p:grpSpPr>
        <p:sp>
          <p:nvSpPr>
            <p:cNvPr id="472" name="Google Shape;472;p36"/>
            <p:cNvSpPr/>
            <p:nvPr/>
          </p:nvSpPr>
          <p:spPr>
            <a:xfrm>
              <a:off x="434575" y="2109025"/>
              <a:ext cx="1122775" cy="418825"/>
            </a:xfrm>
            <a:custGeom>
              <a:avLst/>
              <a:gdLst/>
              <a:ahLst/>
              <a:cxnLst/>
              <a:rect l="l" t="t" r="r" b="b"/>
              <a:pathLst>
                <a:path w="44911" h="16753" extrusionOk="0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16359"/>
                  </a:lnTo>
                  <a:cubicBezTo>
                    <a:pt x="0" y="16574"/>
                    <a:pt x="179" y="16752"/>
                    <a:pt x="393" y="16752"/>
                  </a:cubicBezTo>
                  <a:lnTo>
                    <a:pt x="44518" y="16752"/>
                  </a:lnTo>
                  <a:cubicBezTo>
                    <a:pt x="44732" y="16752"/>
                    <a:pt x="44911" y="16574"/>
                    <a:pt x="44911" y="16359"/>
                  </a:cubicBezTo>
                  <a:lnTo>
                    <a:pt x="44911" y="393"/>
                  </a:lnTo>
                  <a:cubicBezTo>
                    <a:pt x="44911" y="179"/>
                    <a:pt x="44732" y="0"/>
                    <a:pt x="44518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419375" y="2109025"/>
              <a:ext cx="1098675" cy="418825"/>
            </a:xfrm>
            <a:custGeom>
              <a:avLst/>
              <a:gdLst/>
              <a:ahLst/>
              <a:cxnLst/>
              <a:rect l="l" t="t" r="r" b="b"/>
              <a:pathLst>
                <a:path w="43947" h="16753" extrusionOk="0">
                  <a:moveTo>
                    <a:pt x="394" y="0"/>
                  </a:moveTo>
                  <a:cubicBezTo>
                    <a:pt x="180" y="0"/>
                    <a:pt x="1" y="179"/>
                    <a:pt x="1" y="393"/>
                  </a:cubicBezTo>
                  <a:lnTo>
                    <a:pt x="1" y="16359"/>
                  </a:lnTo>
                  <a:cubicBezTo>
                    <a:pt x="1" y="16574"/>
                    <a:pt x="180" y="16752"/>
                    <a:pt x="394" y="16752"/>
                  </a:cubicBezTo>
                  <a:lnTo>
                    <a:pt x="43554" y="16752"/>
                  </a:lnTo>
                  <a:cubicBezTo>
                    <a:pt x="43780" y="16752"/>
                    <a:pt x="43947" y="16574"/>
                    <a:pt x="43947" y="16359"/>
                  </a:cubicBezTo>
                  <a:lnTo>
                    <a:pt x="43947" y="393"/>
                  </a:lnTo>
                  <a:cubicBezTo>
                    <a:pt x="43947" y="179"/>
                    <a:pt x="43780" y="0"/>
                    <a:pt x="43554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700075" y="2428400"/>
              <a:ext cx="522125" cy="55400"/>
            </a:xfrm>
            <a:custGeom>
              <a:avLst/>
              <a:gdLst/>
              <a:ahLst/>
              <a:cxnLst/>
              <a:rect l="l" t="t" r="r" b="b"/>
              <a:pathLst>
                <a:path w="20885" h="2216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lnTo>
                    <a:pt x="1" y="2037"/>
                  </a:lnTo>
                  <a:cubicBezTo>
                    <a:pt x="1" y="2132"/>
                    <a:pt x="84" y="2215"/>
                    <a:pt x="179" y="2215"/>
                  </a:cubicBezTo>
                  <a:lnTo>
                    <a:pt x="20694" y="2215"/>
                  </a:lnTo>
                  <a:cubicBezTo>
                    <a:pt x="20801" y="2215"/>
                    <a:pt x="20884" y="2132"/>
                    <a:pt x="20884" y="2037"/>
                  </a:cubicBezTo>
                  <a:lnTo>
                    <a:pt x="20884" y="179"/>
                  </a:lnTo>
                  <a:cubicBezTo>
                    <a:pt x="20884" y="72"/>
                    <a:pt x="20801" y="1"/>
                    <a:pt x="206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467000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5875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4"/>
                  </a:cubicBezTo>
                  <a:lnTo>
                    <a:pt x="2216" y="191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6652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742950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6" y="2132"/>
                    <a:pt x="2226" y="2024"/>
                  </a:cubicBezTo>
                  <a:lnTo>
                    <a:pt x="2226" y="191"/>
                  </a:lnTo>
                  <a:cubicBezTo>
                    <a:pt x="2226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8206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8983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43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97630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054000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1131675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1209375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287050" y="22486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467000" y="2248325"/>
              <a:ext cx="95275" cy="55675"/>
            </a:xfrm>
            <a:custGeom>
              <a:avLst/>
              <a:gdLst/>
              <a:ahLst/>
              <a:cxnLst/>
              <a:rect l="l" t="t" r="r" b="b"/>
              <a:pathLst>
                <a:path w="3811" h="2227" extrusionOk="0">
                  <a:moveTo>
                    <a:pt x="251" y="0"/>
                  </a:moveTo>
                  <a:cubicBezTo>
                    <a:pt x="108" y="0"/>
                    <a:pt x="1" y="119"/>
                    <a:pt x="1" y="262"/>
                  </a:cubicBezTo>
                  <a:lnTo>
                    <a:pt x="1" y="1977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77"/>
                  </a:cubicBezTo>
                  <a:lnTo>
                    <a:pt x="3811" y="262"/>
                  </a:lnTo>
                  <a:cubicBezTo>
                    <a:pt x="3811" y="119"/>
                    <a:pt x="3692" y="0"/>
                    <a:pt x="3549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544700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62237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7000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7777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85545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4" y="1"/>
                    <a:pt x="2037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93315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3" y="1"/>
                    <a:pt x="2036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101112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108882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116650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124420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1321875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139987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467000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544700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4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62237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1"/>
                    <a:pt x="2216" y="2024"/>
                  </a:cubicBezTo>
                  <a:lnTo>
                    <a:pt x="2216" y="191"/>
                  </a:lnTo>
                  <a:cubicBezTo>
                    <a:pt x="2216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467000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544700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622375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7000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7777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85545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93315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101112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1088825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116650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124420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1321875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1377550" y="224832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0"/>
                  </a:moveTo>
                  <a:cubicBezTo>
                    <a:pt x="286" y="0"/>
                    <a:pt x="0" y="310"/>
                    <a:pt x="0" y="691"/>
                  </a:cubicBezTo>
                  <a:lnTo>
                    <a:pt x="0" y="1667"/>
                  </a:lnTo>
                  <a:cubicBezTo>
                    <a:pt x="0" y="2048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65"/>
                  </a:lnTo>
                  <a:cubicBezTo>
                    <a:pt x="893" y="5442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42"/>
                    <a:pt x="3108" y="4965"/>
                  </a:cubicBezTo>
                  <a:lnTo>
                    <a:pt x="3108" y="1667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0"/>
                    <a:pt x="2453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1244200" y="2428400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1321875" y="2428400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1399875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700075" y="2420675"/>
              <a:ext cx="522125" cy="55675"/>
            </a:xfrm>
            <a:custGeom>
              <a:avLst/>
              <a:gdLst/>
              <a:ahLst/>
              <a:cxnLst/>
              <a:rect l="l" t="t" r="r" b="b"/>
              <a:pathLst>
                <a:path w="20885" h="2227" extrusionOk="0">
                  <a:moveTo>
                    <a:pt x="179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48"/>
                  </a:lnTo>
                  <a:cubicBezTo>
                    <a:pt x="1" y="2143"/>
                    <a:pt x="84" y="2227"/>
                    <a:pt x="179" y="2227"/>
                  </a:cubicBezTo>
                  <a:lnTo>
                    <a:pt x="20694" y="2227"/>
                  </a:lnTo>
                  <a:cubicBezTo>
                    <a:pt x="20801" y="2227"/>
                    <a:pt x="20884" y="2143"/>
                    <a:pt x="20884" y="2048"/>
                  </a:cubicBezTo>
                  <a:lnTo>
                    <a:pt x="20884" y="191"/>
                  </a:lnTo>
                  <a:cubicBezTo>
                    <a:pt x="20884" y="83"/>
                    <a:pt x="20801" y="0"/>
                    <a:pt x="2069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467000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5875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6652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742950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6" y="2132"/>
                    <a:pt x="2226" y="2025"/>
                  </a:cubicBezTo>
                  <a:lnTo>
                    <a:pt x="2226" y="191"/>
                  </a:lnTo>
                  <a:cubicBezTo>
                    <a:pt x="2226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8206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8983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43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97630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054000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1131675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1209375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287050" y="2240875"/>
              <a:ext cx="55700" cy="55700"/>
            </a:xfrm>
            <a:custGeom>
              <a:avLst/>
              <a:gdLst/>
              <a:ahLst/>
              <a:cxnLst/>
              <a:rect l="l" t="t" r="r" b="b"/>
              <a:pathLst>
                <a:path w="2228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467000" y="2240875"/>
              <a:ext cx="95275" cy="55700"/>
            </a:xfrm>
            <a:custGeom>
              <a:avLst/>
              <a:gdLst/>
              <a:ahLst/>
              <a:cxnLst/>
              <a:rect l="l" t="t" r="r" b="b"/>
              <a:pathLst>
                <a:path w="3811" h="2228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lnTo>
                    <a:pt x="1" y="1965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65"/>
                  </a:cubicBezTo>
                  <a:lnTo>
                    <a:pt x="3811" y="251"/>
                  </a:lnTo>
                  <a:cubicBezTo>
                    <a:pt x="3811" y="108"/>
                    <a:pt x="3692" y="1"/>
                    <a:pt x="3549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544700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62237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43"/>
                    <a:pt x="2216" y="2036"/>
                  </a:cubicBezTo>
                  <a:lnTo>
                    <a:pt x="2216" y="203"/>
                  </a:lnTo>
                  <a:cubicBezTo>
                    <a:pt x="2216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7000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7777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85545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93315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101112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08882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6650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124420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1321875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139987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467000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44700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62237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4"/>
                  </a:cubicBezTo>
                  <a:lnTo>
                    <a:pt x="2216" y="203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467000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544700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622375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1"/>
                    <a:pt x="2216" y="2024"/>
                  </a:cubicBezTo>
                  <a:lnTo>
                    <a:pt x="2216" y="203"/>
                  </a:lnTo>
                  <a:cubicBezTo>
                    <a:pt x="2216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7000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7777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85545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93315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101112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1088825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116650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124420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1321875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1377550" y="224087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1"/>
                  </a:moveTo>
                  <a:cubicBezTo>
                    <a:pt x="286" y="1"/>
                    <a:pt x="0" y="310"/>
                    <a:pt x="0" y="691"/>
                  </a:cubicBezTo>
                  <a:lnTo>
                    <a:pt x="0" y="1668"/>
                  </a:lnTo>
                  <a:cubicBezTo>
                    <a:pt x="0" y="2049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54"/>
                  </a:lnTo>
                  <a:cubicBezTo>
                    <a:pt x="893" y="5430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30"/>
                    <a:pt x="3108" y="4954"/>
                  </a:cubicBezTo>
                  <a:lnTo>
                    <a:pt x="3108" y="1668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1"/>
                    <a:pt x="2453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244200" y="24206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321875" y="24206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1399875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6"/>
          <p:cNvGrpSpPr/>
          <p:nvPr/>
        </p:nvGrpSpPr>
        <p:grpSpPr>
          <a:xfrm flipH="1">
            <a:off x="7744172" y="3783875"/>
            <a:ext cx="1256977" cy="1227202"/>
            <a:chOff x="2180272" y="-464800"/>
            <a:chExt cx="1256977" cy="1227202"/>
          </a:xfrm>
        </p:grpSpPr>
        <p:sp>
          <p:nvSpPr>
            <p:cNvPr id="563" name="Google Shape;563;p36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36"/>
          <p:cNvGrpSpPr/>
          <p:nvPr/>
        </p:nvGrpSpPr>
        <p:grpSpPr>
          <a:xfrm rot="-2700000" flipH="1">
            <a:off x="7599152" y="258927"/>
            <a:ext cx="1139797" cy="1617797"/>
            <a:chOff x="1801400" y="1718664"/>
            <a:chExt cx="640972" cy="909778"/>
          </a:xfrm>
        </p:grpSpPr>
        <p:sp>
          <p:nvSpPr>
            <p:cNvPr id="566" name="Google Shape;566;p36"/>
            <p:cNvSpPr/>
            <p:nvPr/>
          </p:nvSpPr>
          <p:spPr>
            <a:xfrm>
              <a:off x="2087331" y="1718664"/>
              <a:ext cx="355041" cy="909778"/>
            </a:xfrm>
            <a:custGeom>
              <a:avLst/>
              <a:gdLst/>
              <a:ahLst/>
              <a:cxnLst/>
              <a:rect l="l" t="t" r="r" b="b"/>
              <a:pathLst>
                <a:path w="6180" h="15836" extrusionOk="0">
                  <a:moveTo>
                    <a:pt x="0" y="0"/>
                  </a:moveTo>
                  <a:lnTo>
                    <a:pt x="0" y="15836"/>
                  </a:lnTo>
                  <a:lnTo>
                    <a:pt x="1298" y="15836"/>
                  </a:lnTo>
                  <a:cubicBezTo>
                    <a:pt x="2417" y="15836"/>
                    <a:pt x="3418" y="15383"/>
                    <a:pt x="4251" y="14645"/>
                  </a:cubicBezTo>
                  <a:cubicBezTo>
                    <a:pt x="5525" y="13550"/>
                    <a:pt x="6180" y="11895"/>
                    <a:pt x="6180" y="10216"/>
                  </a:cubicBezTo>
                  <a:lnTo>
                    <a:pt x="6180" y="5608"/>
                  </a:lnTo>
                  <a:cubicBezTo>
                    <a:pt x="6180" y="3929"/>
                    <a:pt x="5525" y="2286"/>
                    <a:pt x="4251" y="1179"/>
                  </a:cubicBezTo>
                  <a:cubicBezTo>
                    <a:pt x="3418" y="441"/>
                    <a:pt x="2417" y="0"/>
                    <a:pt x="1298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1801400" y="1718664"/>
              <a:ext cx="560252" cy="909778"/>
            </a:xfrm>
            <a:custGeom>
              <a:avLst/>
              <a:gdLst/>
              <a:ahLst/>
              <a:cxnLst/>
              <a:rect l="l" t="t" r="r" b="b"/>
              <a:pathLst>
                <a:path w="9752" h="15836" extrusionOk="0">
                  <a:moveTo>
                    <a:pt x="4977" y="0"/>
                  </a:moveTo>
                  <a:cubicBezTo>
                    <a:pt x="2977" y="0"/>
                    <a:pt x="1227" y="1370"/>
                    <a:pt x="751" y="3310"/>
                  </a:cubicBezTo>
                  <a:cubicBezTo>
                    <a:pt x="13" y="6263"/>
                    <a:pt x="1" y="9347"/>
                    <a:pt x="810" y="12561"/>
                  </a:cubicBezTo>
                  <a:cubicBezTo>
                    <a:pt x="1287" y="14490"/>
                    <a:pt x="3037" y="15836"/>
                    <a:pt x="5025" y="15836"/>
                  </a:cubicBezTo>
                  <a:cubicBezTo>
                    <a:pt x="7692" y="15836"/>
                    <a:pt x="9752" y="13443"/>
                    <a:pt x="9323" y="10811"/>
                  </a:cubicBezTo>
                  <a:cubicBezTo>
                    <a:pt x="9002" y="8882"/>
                    <a:pt x="9002" y="6942"/>
                    <a:pt x="9323" y="5013"/>
                  </a:cubicBezTo>
                  <a:cubicBezTo>
                    <a:pt x="9752" y="2382"/>
                    <a:pt x="7692" y="0"/>
                    <a:pt x="5025" y="0"/>
                  </a:cubicBezTo>
                  <a:close/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extrusionOk="0">
                  <a:moveTo>
                    <a:pt x="655" y="0"/>
                  </a:moveTo>
                  <a:lnTo>
                    <a:pt x="655" y="0"/>
                  </a:lnTo>
                  <a:cubicBezTo>
                    <a:pt x="655" y="1"/>
                    <a:pt x="0" y="1894"/>
                    <a:pt x="60" y="4418"/>
                  </a:cubicBezTo>
                  <a:lnTo>
                    <a:pt x="655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fill="none" extrusionOk="0">
                  <a:moveTo>
                    <a:pt x="655" y="0"/>
                  </a:moveTo>
                  <a:cubicBezTo>
                    <a:pt x="655" y="0"/>
                    <a:pt x="0" y="1893"/>
                    <a:pt x="60" y="4418"/>
                  </a:cubicBez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28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9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0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pSp>
        <p:nvGrpSpPr>
          <p:cNvPr id="579" name="Google Shape;579;p37"/>
          <p:cNvGrpSpPr/>
          <p:nvPr/>
        </p:nvGrpSpPr>
        <p:grpSpPr>
          <a:xfrm>
            <a:off x="6799622" y="-270500"/>
            <a:ext cx="1256977" cy="1227202"/>
            <a:chOff x="2180272" y="-464800"/>
            <a:chExt cx="1256977" cy="1227202"/>
          </a:xfrm>
        </p:grpSpPr>
        <p:sp>
          <p:nvSpPr>
            <p:cNvPr id="580" name="Google Shape;580;p37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" name="Google Shape;582;p37"/>
          <p:cNvGrpSpPr/>
          <p:nvPr/>
        </p:nvGrpSpPr>
        <p:grpSpPr>
          <a:xfrm flipH="1">
            <a:off x="7880039" y="398067"/>
            <a:ext cx="897481" cy="876222"/>
            <a:chOff x="2180272" y="-464800"/>
            <a:chExt cx="1256977" cy="1227202"/>
          </a:xfrm>
        </p:grpSpPr>
        <p:sp>
          <p:nvSpPr>
            <p:cNvPr id="583" name="Google Shape;583;p37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25" y="445025"/>
            <a:ext cx="8229600" cy="435292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629AFE8-B734-4F3A-9285-06C0A10EC652}"/>
              </a:ext>
            </a:extLst>
          </p:cNvPr>
          <p:cNvSpPr/>
          <p:nvPr/>
        </p:nvSpPr>
        <p:spPr>
          <a:xfrm>
            <a:off x="6347637" y="445025"/>
            <a:ext cx="578883" cy="299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40"/>
          <p:cNvGrpSpPr/>
          <p:nvPr/>
        </p:nvGrpSpPr>
        <p:grpSpPr>
          <a:xfrm flipH="1">
            <a:off x="1761219" y="274192"/>
            <a:ext cx="1206195" cy="1177623"/>
            <a:chOff x="2180272" y="-464800"/>
            <a:chExt cx="1256977" cy="1227202"/>
          </a:xfrm>
        </p:grpSpPr>
        <p:sp>
          <p:nvSpPr>
            <p:cNvPr id="667" name="Google Shape;667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40"/>
          <p:cNvGrpSpPr/>
          <p:nvPr/>
        </p:nvGrpSpPr>
        <p:grpSpPr>
          <a:xfrm>
            <a:off x="120689" y="2903155"/>
            <a:ext cx="1475314" cy="1440367"/>
            <a:chOff x="2180272" y="-464800"/>
            <a:chExt cx="1256977" cy="1227202"/>
          </a:xfrm>
        </p:grpSpPr>
        <p:sp>
          <p:nvSpPr>
            <p:cNvPr id="670" name="Google Shape;670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40"/>
          <p:cNvGrpSpPr/>
          <p:nvPr/>
        </p:nvGrpSpPr>
        <p:grpSpPr>
          <a:xfrm>
            <a:off x="7827794" y="3295092"/>
            <a:ext cx="1206195" cy="1177623"/>
            <a:chOff x="2180272" y="-464800"/>
            <a:chExt cx="1256977" cy="1227202"/>
          </a:xfrm>
        </p:grpSpPr>
        <p:sp>
          <p:nvSpPr>
            <p:cNvPr id="673" name="Google Shape;673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40"/>
          <p:cNvGrpSpPr/>
          <p:nvPr/>
        </p:nvGrpSpPr>
        <p:grpSpPr>
          <a:xfrm>
            <a:off x="7478003" y="729844"/>
            <a:ext cx="784907" cy="155297"/>
            <a:chOff x="7189925" y="928775"/>
            <a:chExt cx="699000" cy="138300"/>
          </a:xfrm>
        </p:grpSpPr>
        <p:sp>
          <p:nvSpPr>
            <p:cNvPr id="676" name="Google Shape;676;p40"/>
            <p:cNvSpPr/>
            <p:nvPr/>
          </p:nvSpPr>
          <p:spPr>
            <a:xfrm>
              <a:off x="7189925" y="928775"/>
              <a:ext cx="138300" cy="1383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7470275" y="928775"/>
              <a:ext cx="138300" cy="1383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7750625" y="928775"/>
              <a:ext cx="138300" cy="1383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0"/>
          <p:cNvGrpSpPr/>
          <p:nvPr/>
        </p:nvGrpSpPr>
        <p:grpSpPr>
          <a:xfrm>
            <a:off x="3844819" y="1281104"/>
            <a:ext cx="1457561" cy="134244"/>
            <a:chOff x="3599100" y="1158250"/>
            <a:chExt cx="1726150" cy="159000"/>
          </a:xfrm>
        </p:grpSpPr>
        <p:sp>
          <p:nvSpPr>
            <p:cNvPr id="680" name="Google Shape;680;p40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40"/>
          <p:cNvGrpSpPr/>
          <p:nvPr/>
        </p:nvGrpSpPr>
        <p:grpSpPr>
          <a:xfrm>
            <a:off x="3844819" y="4008854"/>
            <a:ext cx="1457561" cy="134244"/>
            <a:chOff x="3599100" y="1158250"/>
            <a:chExt cx="1726150" cy="159000"/>
          </a:xfrm>
        </p:grpSpPr>
        <p:sp>
          <p:nvSpPr>
            <p:cNvPr id="684" name="Google Shape;684;p40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59" y="675561"/>
            <a:ext cx="6983280" cy="38082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43"/>
          <p:cNvGrpSpPr/>
          <p:nvPr/>
        </p:nvGrpSpPr>
        <p:grpSpPr>
          <a:xfrm>
            <a:off x="4499950" y="1368451"/>
            <a:ext cx="3271707" cy="2995381"/>
            <a:chOff x="1083450" y="1217401"/>
            <a:chExt cx="3271707" cy="2995381"/>
          </a:xfrm>
        </p:grpSpPr>
        <p:grpSp>
          <p:nvGrpSpPr>
            <p:cNvPr id="732" name="Google Shape;732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33" name="Google Shape;733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5" name="Google Shape;735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36" name="Google Shape;736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9" name="Google Shape;739;p43"/>
          <p:cNvGrpSpPr/>
          <p:nvPr/>
        </p:nvGrpSpPr>
        <p:grpSpPr>
          <a:xfrm>
            <a:off x="828150" y="1368451"/>
            <a:ext cx="3271707" cy="2995381"/>
            <a:chOff x="1083450" y="1217401"/>
            <a:chExt cx="3271707" cy="2995381"/>
          </a:xfrm>
        </p:grpSpPr>
        <p:grpSp>
          <p:nvGrpSpPr>
            <p:cNvPr id="740" name="Google Shape;740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41" name="Google Shape;741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3" name="Google Shape;743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44" name="Google Shape;744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7" name="Google Shape;747;p43"/>
          <p:cNvGrpSpPr/>
          <p:nvPr/>
        </p:nvGrpSpPr>
        <p:grpSpPr>
          <a:xfrm>
            <a:off x="4755250" y="1608726"/>
            <a:ext cx="3271707" cy="2995381"/>
            <a:chOff x="1083450" y="1217401"/>
            <a:chExt cx="3271707" cy="2995381"/>
          </a:xfrm>
        </p:grpSpPr>
        <p:grpSp>
          <p:nvGrpSpPr>
            <p:cNvPr id="748" name="Google Shape;748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49" name="Google Shape;749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52" name="Google Shape;752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5" name="Google Shape;755;p43"/>
          <p:cNvGrpSpPr/>
          <p:nvPr/>
        </p:nvGrpSpPr>
        <p:grpSpPr>
          <a:xfrm>
            <a:off x="1083450" y="1608726"/>
            <a:ext cx="3271707" cy="2995381"/>
            <a:chOff x="1083450" y="1217401"/>
            <a:chExt cx="3271707" cy="2995381"/>
          </a:xfrm>
        </p:grpSpPr>
        <p:grpSp>
          <p:nvGrpSpPr>
            <p:cNvPr id="756" name="Google Shape;756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57" name="Google Shape;757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" name="Google Shape;759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60" name="Google Shape;760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3" name="Google Shape;763;p4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Pensamiento convergente y divergente.</a:t>
            </a:r>
            <a:endParaRPr dirty="0"/>
          </a:p>
        </p:txBody>
      </p:sp>
      <p:sp>
        <p:nvSpPr>
          <p:cNvPr id="764" name="Google Shape;764;p43"/>
          <p:cNvSpPr txBox="1">
            <a:spLocks noGrp="1"/>
          </p:cNvSpPr>
          <p:nvPr>
            <p:ph type="subTitle" idx="1"/>
          </p:nvPr>
        </p:nvSpPr>
        <p:spPr>
          <a:xfrm>
            <a:off x="935665" y="3570282"/>
            <a:ext cx="3439271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¿Qué es? Es un tipo de pensamiento que se enfoca en generar muchas ideas y posibilidades.</a:t>
            </a:r>
            <a:endParaRPr dirty="0"/>
          </a:p>
        </p:txBody>
      </p:sp>
      <p:sp>
        <p:nvSpPr>
          <p:cNvPr id="765" name="Google Shape;765;p43"/>
          <p:cNvSpPr txBox="1">
            <a:spLocks noGrp="1"/>
          </p:cNvSpPr>
          <p:nvPr>
            <p:ph type="subTitle" idx="2"/>
          </p:nvPr>
        </p:nvSpPr>
        <p:spPr>
          <a:xfrm>
            <a:off x="4678430" y="3506045"/>
            <a:ext cx="3482241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¿Qué es? Es un tipo de pensamiento que se centra en encontrar la mejor solución a un problema específico.</a:t>
            </a:r>
            <a:endParaRPr dirty="0"/>
          </a:p>
        </p:txBody>
      </p:sp>
      <p:sp>
        <p:nvSpPr>
          <p:cNvPr id="766" name="Google Shape;766;p43"/>
          <p:cNvSpPr txBox="1">
            <a:spLocks noGrp="1"/>
          </p:cNvSpPr>
          <p:nvPr>
            <p:ph type="title" idx="3"/>
          </p:nvPr>
        </p:nvSpPr>
        <p:spPr>
          <a:xfrm>
            <a:off x="1083264" y="3140474"/>
            <a:ext cx="3167021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Pensamiento Divergente</a:t>
            </a:r>
            <a:endParaRPr dirty="0"/>
          </a:p>
        </p:txBody>
      </p:sp>
      <p:sp>
        <p:nvSpPr>
          <p:cNvPr id="767" name="Google Shape;767;p43"/>
          <p:cNvSpPr txBox="1">
            <a:spLocks noGrp="1"/>
          </p:cNvSpPr>
          <p:nvPr>
            <p:ph type="title" idx="4"/>
          </p:nvPr>
        </p:nvSpPr>
        <p:spPr>
          <a:xfrm>
            <a:off x="4736966" y="3149682"/>
            <a:ext cx="3365171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Pensamiento Convergente</a:t>
            </a:r>
            <a:endParaRPr dirty="0"/>
          </a:p>
        </p:txBody>
      </p:sp>
      <p:grpSp>
        <p:nvGrpSpPr>
          <p:cNvPr id="768" name="Google Shape;768;p43"/>
          <p:cNvGrpSpPr/>
          <p:nvPr/>
        </p:nvGrpSpPr>
        <p:grpSpPr>
          <a:xfrm flipH="1">
            <a:off x="7481519" y="356992"/>
            <a:ext cx="1206195" cy="1177623"/>
            <a:chOff x="2180272" y="-464800"/>
            <a:chExt cx="1256977" cy="1227202"/>
          </a:xfrm>
        </p:grpSpPr>
        <p:sp>
          <p:nvSpPr>
            <p:cNvPr id="769" name="Google Shape;769;p43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Google Shape;771;p43"/>
          <p:cNvSpPr/>
          <p:nvPr/>
        </p:nvSpPr>
        <p:spPr>
          <a:xfrm>
            <a:off x="8255775" y="216941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43"/>
          <p:cNvGrpSpPr/>
          <p:nvPr/>
        </p:nvGrpSpPr>
        <p:grpSpPr>
          <a:xfrm>
            <a:off x="2381350" y="2249400"/>
            <a:ext cx="675900" cy="809700"/>
            <a:chOff x="1970600" y="969525"/>
            <a:chExt cx="675900" cy="809700"/>
          </a:xfrm>
        </p:grpSpPr>
        <p:sp>
          <p:nvSpPr>
            <p:cNvPr id="773" name="Google Shape;773;p43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75" name="Google Shape;775;p43"/>
          <p:cNvGrpSpPr/>
          <p:nvPr/>
        </p:nvGrpSpPr>
        <p:grpSpPr>
          <a:xfrm>
            <a:off x="6053150" y="2249400"/>
            <a:ext cx="675900" cy="809700"/>
            <a:chOff x="1970600" y="969525"/>
            <a:chExt cx="675900" cy="809700"/>
          </a:xfrm>
        </p:grpSpPr>
        <p:sp>
          <p:nvSpPr>
            <p:cNvPr id="776" name="Google Shape;776;p43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778" name="Google Shape;778;p43"/>
          <p:cNvSpPr/>
          <p:nvPr/>
        </p:nvSpPr>
        <p:spPr>
          <a:xfrm>
            <a:off x="2534153" y="2391062"/>
            <a:ext cx="370293" cy="361375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" name="Google Shape;779;p43"/>
          <p:cNvGrpSpPr/>
          <p:nvPr/>
        </p:nvGrpSpPr>
        <p:grpSpPr>
          <a:xfrm>
            <a:off x="6211442" y="2402612"/>
            <a:ext cx="359620" cy="338267"/>
            <a:chOff x="-4211975" y="2783850"/>
            <a:chExt cx="291450" cy="274100"/>
          </a:xfrm>
        </p:grpSpPr>
        <p:sp>
          <p:nvSpPr>
            <p:cNvPr id="780" name="Google Shape;780;p43"/>
            <p:cNvSpPr/>
            <p:nvPr/>
          </p:nvSpPr>
          <p:spPr>
            <a:xfrm>
              <a:off x="-4211975" y="2937125"/>
              <a:ext cx="291450" cy="120825"/>
            </a:xfrm>
            <a:custGeom>
              <a:avLst/>
              <a:gdLst/>
              <a:ahLst/>
              <a:cxnLst/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/>
            <p:cNvSpPr/>
            <p:nvPr/>
          </p:nvSpPr>
          <p:spPr>
            <a:xfrm>
              <a:off x="-4109575" y="2783850"/>
              <a:ext cx="153625" cy="154400"/>
            </a:xfrm>
            <a:custGeom>
              <a:avLst/>
              <a:gdLst/>
              <a:ahLst/>
              <a:cxnLst/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/>
            <p:cNvSpPr/>
            <p:nvPr/>
          </p:nvSpPr>
          <p:spPr>
            <a:xfrm>
              <a:off x="-4074925" y="281850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39"/>
          <p:cNvGrpSpPr/>
          <p:nvPr/>
        </p:nvGrpSpPr>
        <p:grpSpPr>
          <a:xfrm>
            <a:off x="2461403" y="214951"/>
            <a:ext cx="6486225" cy="3464478"/>
            <a:chOff x="1944678" y="839576"/>
            <a:chExt cx="6486225" cy="3464478"/>
          </a:xfrm>
        </p:grpSpPr>
        <p:grpSp>
          <p:nvGrpSpPr>
            <p:cNvPr id="623" name="Google Shape;623;p39"/>
            <p:cNvGrpSpPr/>
            <p:nvPr/>
          </p:nvGrpSpPr>
          <p:grpSpPr>
            <a:xfrm>
              <a:off x="1944678" y="839576"/>
              <a:ext cx="6486225" cy="3464478"/>
              <a:chOff x="716650" y="637800"/>
              <a:chExt cx="7714350" cy="3867900"/>
            </a:xfrm>
          </p:grpSpPr>
          <p:sp>
            <p:nvSpPr>
              <p:cNvPr id="624" name="Google Shape;624;p3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39"/>
            <p:cNvGrpSpPr/>
            <p:nvPr/>
          </p:nvGrpSpPr>
          <p:grpSpPr>
            <a:xfrm>
              <a:off x="7636525" y="920633"/>
              <a:ext cx="699000" cy="138300"/>
              <a:chOff x="7189925" y="928775"/>
              <a:chExt cx="699000" cy="138300"/>
            </a:xfrm>
          </p:grpSpPr>
          <p:sp>
            <p:nvSpPr>
              <p:cNvPr id="627" name="Google Shape;627;p3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0" name="Google Shape;630;p39"/>
          <p:cNvGrpSpPr/>
          <p:nvPr/>
        </p:nvGrpSpPr>
        <p:grpSpPr>
          <a:xfrm>
            <a:off x="1944678" y="839576"/>
            <a:ext cx="6486225" cy="3464478"/>
            <a:chOff x="1944678" y="839576"/>
            <a:chExt cx="6486225" cy="3464478"/>
          </a:xfrm>
        </p:grpSpPr>
        <p:grpSp>
          <p:nvGrpSpPr>
            <p:cNvPr id="631" name="Google Shape;631;p39"/>
            <p:cNvGrpSpPr/>
            <p:nvPr/>
          </p:nvGrpSpPr>
          <p:grpSpPr>
            <a:xfrm>
              <a:off x="1944678" y="839576"/>
              <a:ext cx="6486225" cy="3464478"/>
              <a:chOff x="716650" y="637800"/>
              <a:chExt cx="7714350" cy="3867900"/>
            </a:xfrm>
          </p:grpSpPr>
          <p:sp>
            <p:nvSpPr>
              <p:cNvPr id="632" name="Google Shape;632;p3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4" name="Google Shape;634;p39"/>
            <p:cNvGrpSpPr/>
            <p:nvPr/>
          </p:nvGrpSpPr>
          <p:grpSpPr>
            <a:xfrm>
              <a:off x="7636525" y="920633"/>
              <a:ext cx="699000" cy="138300"/>
              <a:chOff x="7189925" y="928775"/>
              <a:chExt cx="699000" cy="138300"/>
            </a:xfrm>
          </p:grpSpPr>
          <p:sp>
            <p:nvSpPr>
              <p:cNvPr id="635" name="Google Shape;635;p3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7" name="Google Shape;647;p39"/>
          <p:cNvGrpSpPr/>
          <p:nvPr/>
        </p:nvGrpSpPr>
        <p:grpSpPr>
          <a:xfrm>
            <a:off x="1366823" y="513500"/>
            <a:ext cx="699000" cy="138300"/>
            <a:chOff x="7189925" y="928775"/>
            <a:chExt cx="699000" cy="138300"/>
          </a:xfrm>
        </p:grpSpPr>
        <p:sp>
          <p:nvSpPr>
            <p:cNvPr id="648" name="Google Shape;648;p39"/>
            <p:cNvSpPr/>
            <p:nvPr/>
          </p:nvSpPr>
          <p:spPr>
            <a:xfrm>
              <a:off x="7189925" y="928775"/>
              <a:ext cx="138300" cy="1383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7470275" y="928775"/>
              <a:ext cx="138300" cy="1383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7750625" y="928775"/>
              <a:ext cx="138300" cy="1383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39"/>
          <p:cNvGrpSpPr/>
          <p:nvPr/>
        </p:nvGrpSpPr>
        <p:grpSpPr>
          <a:xfrm rot="-2700000" flipH="1">
            <a:off x="916044" y="3152024"/>
            <a:ext cx="1236790" cy="1755465"/>
            <a:chOff x="1801400" y="1718664"/>
            <a:chExt cx="640972" cy="909778"/>
          </a:xfrm>
        </p:grpSpPr>
        <p:sp>
          <p:nvSpPr>
            <p:cNvPr id="652" name="Google Shape;652;p39"/>
            <p:cNvSpPr/>
            <p:nvPr/>
          </p:nvSpPr>
          <p:spPr>
            <a:xfrm>
              <a:off x="2087331" y="1718664"/>
              <a:ext cx="355041" cy="909778"/>
            </a:xfrm>
            <a:custGeom>
              <a:avLst/>
              <a:gdLst/>
              <a:ahLst/>
              <a:cxnLst/>
              <a:rect l="l" t="t" r="r" b="b"/>
              <a:pathLst>
                <a:path w="6180" h="15836" extrusionOk="0">
                  <a:moveTo>
                    <a:pt x="0" y="0"/>
                  </a:moveTo>
                  <a:lnTo>
                    <a:pt x="0" y="15836"/>
                  </a:lnTo>
                  <a:lnTo>
                    <a:pt x="1298" y="15836"/>
                  </a:lnTo>
                  <a:cubicBezTo>
                    <a:pt x="2417" y="15836"/>
                    <a:pt x="3418" y="15383"/>
                    <a:pt x="4251" y="14645"/>
                  </a:cubicBezTo>
                  <a:cubicBezTo>
                    <a:pt x="5525" y="13550"/>
                    <a:pt x="6180" y="11895"/>
                    <a:pt x="6180" y="10216"/>
                  </a:cubicBezTo>
                  <a:lnTo>
                    <a:pt x="6180" y="5608"/>
                  </a:lnTo>
                  <a:cubicBezTo>
                    <a:pt x="6180" y="3929"/>
                    <a:pt x="5525" y="2286"/>
                    <a:pt x="4251" y="1179"/>
                  </a:cubicBezTo>
                  <a:cubicBezTo>
                    <a:pt x="3418" y="441"/>
                    <a:pt x="2417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1801400" y="1718664"/>
              <a:ext cx="560252" cy="909778"/>
            </a:xfrm>
            <a:custGeom>
              <a:avLst/>
              <a:gdLst/>
              <a:ahLst/>
              <a:cxnLst/>
              <a:rect l="l" t="t" r="r" b="b"/>
              <a:pathLst>
                <a:path w="9752" h="15836" extrusionOk="0">
                  <a:moveTo>
                    <a:pt x="4977" y="0"/>
                  </a:moveTo>
                  <a:cubicBezTo>
                    <a:pt x="2977" y="0"/>
                    <a:pt x="1227" y="1370"/>
                    <a:pt x="751" y="3310"/>
                  </a:cubicBezTo>
                  <a:cubicBezTo>
                    <a:pt x="13" y="6263"/>
                    <a:pt x="1" y="9347"/>
                    <a:pt x="810" y="12561"/>
                  </a:cubicBezTo>
                  <a:cubicBezTo>
                    <a:pt x="1287" y="14490"/>
                    <a:pt x="3037" y="15836"/>
                    <a:pt x="5025" y="15836"/>
                  </a:cubicBezTo>
                  <a:cubicBezTo>
                    <a:pt x="7692" y="15836"/>
                    <a:pt x="9752" y="13443"/>
                    <a:pt x="9323" y="10811"/>
                  </a:cubicBezTo>
                  <a:cubicBezTo>
                    <a:pt x="9002" y="8882"/>
                    <a:pt x="9002" y="6942"/>
                    <a:pt x="9323" y="5013"/>
                  </a:cubicBezTo>
                  <a:cubicBezTo>
                    <a:pt x="9752" y="2382"/>
                    <a:pt x="7692" y="0"/>
                    <a:pt x="5025" y="0"/>
                  </a:cubicBezTo>
                  <a:close/>
                </a:path>
              </a:pathLst>
            </a:custGeom>
            <a:solidFill>
              <a:schemeClr val="accent4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extrusionOk="0">
                  <a:moveTo>
                    <a:pt x="655" y="0"/>
                  </a:moveTo>
                  <a:lnTo>
                    <a:pt x="655" y="0"/>
                  </a:lnTo>
                  <a:cubicBezTo>
                    <a:pt x="655" y="1"/>
                    <a:pt x="0" y="1894"/>
                    <a:pt x="60" y="441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BDFFFF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fill="none" extrusionOk="0">
                  <a:moveTo>
                    <a:pt x="655" y="0"/>
                  </a:moveTo>
                  <a:cubicBezTo>
                    <a:pt x="655" y="0"/>
                    <a:pt x="0" y="1893"/>
                    <a:pt x="60" y="4418"/>
                  </a:cubicBez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656;p39"/>
          <p:cNvGrpSpPr/>
          <p:nvPr/>
        </p:nvGrpSpPr>
        <p:grpSpPr>
          <a:xfrm flipH="1">
            <a:off x="7827794" y="3871342"/>
            <a:ext cx="1206195" cy="1177623"/>
            <a:chOff x="2180272" y="-464800"/>
            <a:chExt cx="1256977" cy="1227202"/>
          </a:xfrm>
        </p:grpSpPr>
        <p:sp>
          <p:nvSpPr>
            <p:cNvPr id="657" name="Google Shape;657;p39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659;p39"/>
          <p:cNvSpPr/>
          <p:nvPr/>
        </p:nvSpPr>
        <p:spPr>
          <a:xfrm>
            <a:off x="1295413" y="24121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586" y="1207888"/>
            <a:ext cx="4549614" cy="2785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" name="Google Shape;719;p42"/>
          <p:cNvGrpSpPr/>
          <p:nvPr/>
        </p:nvGrpSpPr>
        <p:grpSpPr>
          <a:xfrm flipH="1">
            <a:off x="146194" y="609667"/>
            <a:ext cx="1206195" cy="1177623"/>
            <a:chOff x="2180272" y="-464800"/>
            <a:chExt cx="1256977" cy="1227202"/>
          </a:xfrm>
        </p:grpSpPr>
        <p:sp>
          <p:nvSpPr>
            <p:cNvPr id="720" name="Google Shape;720;p42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2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42"/>
          <p:cNvSpPr/>
          <p:nvPr/>
        </p:nvSpPr>
        <p:spPr>
          <a:xfrm>
            <a:off x="1002163" y="18639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42"/>
          <p:cNvGrpSpPr/>
          <p:nvPr/>
        </p:nvGrpSpPr>
        <p:grpSpPr>
          <a:xfrm>
            <a:off x="7750244" y="2886567"/>
            <a:ext cx="1206195" cy="1177623"/>
            <a:chOff x="2180272" y="-464800"/>
            <a:chExt cx="1256977" cy="1227202"/>
          </a:xfrm>
        </p:grpSpPr>
        <p:sp>
          <p:nvSpPr>
            <p:cNvPr id="724" name="Google Shape;724;p42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2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6" name="Google Shape;726;p42"/>
          <p:cNvSpPr/>
          <p:nvPr/>
        </p:nvSpPr>
        <p:spPr>
          <a:xfrm>
            <a:off x="7474388" y="26992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62" y="1171323"/>
            <a:ext cx="6088283" cy="3430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38"/>
          <p:cNvGrpSpPr/>
          <p:nvPr/>
        </p:nvGrpSpPr>
        <p:grpSpPr>
          <a:xfrm>
            <a:off x="671944" y="1372050"/>
            <a:ext cx="968100" cy="968100"/>
            <a:chOff x="811900" y="1708600"/>
            <a:chExt cx="968100" cy="968100"/>
          </a:xfrm>
        </p:grpSpPr>
        <p:sp>
          <p:nvSpPr>
            <p:cNvPr id="590" name="Google Shape;590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592;p38"/>
          <p:cNvGrpSpPr/>
          <p:nvPr/>
        </p:nvGrpSpPr>
        <p:grpSpPr>
          <a:xfrm>
            <a:off x="4695657" y="1351950"/>
            <a:ext cx="968100" cy="968100"/>
            <a:chOff x="811900" y="1708600"/>
            <a:chExt cx="968100" cy="968100"/>
          </a:xfrm>
        </p:grpSpPr>
        <p:sp>
          <p:nvSpPr>
            <p:cNvPr id="593" name="Google Shape;593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38"/>
          <p:cNvGrpSpPr/>
          <p:nvPr/>
        </p:nvGrpSpPr>
        <p:grpSpPr>
          <a:xfrm>
            <a:off x="690642" y="3066179"/>
            <a:ext cx="968100" cy="968100"/>
            <a:chOff x="811900" y="1708600"/>
            <a:chExt cx="968100" cy="968100"/>
          </a:xfrm>
        </p:grpSpPr>
        <p:sp>
          <p:nvSpPr>
            <p:cNvPr id="596" name="Google Shape;596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38"/>
          <p:cNvGrpSpPr/>
          <p:nvPr/>
        </p:nvGrpSpPr>
        <p:grpSpPr>
          <a:xfrm>
            <a:off x="4747418" y="3094490"/>
            <a:ext cx="968100" cy="968100"/>
            <a:chOff x="811900" y="1708600"/>
            <a:chExt cx="968100" cy="968100"/>
          </a:xfrm>
        </p:grpSpPr>
        <p:sp>
          <p:nvSpPr>
            <p:cNvPr id="599" name="Google Shape;599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" name="Google Shape;601;p3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L" dirty="0"/>
              <a:t>Lluvia de Ideas (</a:t>
            </a:r>
            <a:r>
              <a:rPr lang="es-CL" dirty="0" err="1"/>
              <a:t>Brainstorming</a:t>
            </a:r>
            <a:r>
              <a:rPr lang="es-CL" dirty="0"/>
              <a:t>)</a:t>
            </a:r>
            <a:endParaRPr dirty="0"/>
          </a:p>
        </p:txBody>
      </p:sp>
      <p:sp>
        <p:nvSpPr>
          <p:cNvPr id="602" name="Google Shape;602;p38"/>
          <p:cNvSpPr txBox="1">
            <a:spLocks noGrp="1"/>
          </p:cNvSpPr>
          <p:nvPr>
            <p:ph type="title" idx="2"/>
          </p:nvPr>
        </p:nvSpPr>
        <p:spPr>
          <a:xfrm>
            <a:off x="764465" y="1557888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03" name="Google Shape;603;p38"/>
          <p:cNvSpPr txBox="1">
            <a:spLocks noGrp="1"/>
          </p:cNvSpPr>
          <p:nvPr>
            <p:ph type="subTitle" idx="1"/>
          </p:nvPr>
        </p:nvSpPr>
        <p:spPr>
          <a:xfrm>
            <a:off x="1676554" y="1705190"/>
            <a:ext cx="2724203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sz="1200" dirty="0"/>
              <a:t>Técnica creativa para generar muchas ideas en grupo.</a:t>
            </a:r>
          </a:p>
        </p:txBody>
      </p:sp>
      <p:sp>
        <p:nvSpPr>
          <p:cNvPr id="604" name="Google Shape;604;p38"/>
          <p:cNvSpPr txBox="1">
            <a:spLocks noGrp="1"/>
          </p:cNvSpPr>
          <p:nvPr>
            <p:ph type="title" idx="3"/>
          </p:nvPr>
        </p:nvSpPr>
        <p:spPr>
          <a:xfrm>
            <a:off x="4767968" y="1475686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05" name="Google Shape;605;p38"/>
          <p:cNvSpPr txBox="1">
            <a:spLocks noGrp="1"/>
          </p:cNvSpPr>
          <p:nvPr>
            <p:ph type="title" idx="4"/>
          </p:nvPr>
        </p:nvSpPr>
        <p:spPr>
          <a:xfrm>
            <a:off x="740586" y="326978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06" name="Google Shape;606;p38"/>
          <p:cNvSpPr txBox="1">
            <a:spLocks noGrp="1"/>
          </p:cNvSpPr>
          <p:nvPr>
            <p:ph type="title" idx="5"/>
          </p:nvPr>
        </p:nvSpPr>
        <p:spPr>
          <a:xfrm>
            <a:off x="4804604" y="325451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7" name="Google Shape;607;p38"/>
          <p:cNvSpPr txBox="1">
            <a:spLocks noGrp="1"/>
          </p:cNvSpPr>
          <p:nvPr>
            <p:ph type="subTitle" idx="6"/>
          </p:nvPr>
        </p:nvSpPr>
        <p:spPr>
          <a:xfrm>
            <a:off x="5544209" y="1542762"/>
            <a:ext cx="3459759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s-MX" sz="1200" dirty="0"/>
              <a:t>•Escriba, al centro del </a:t>
            </a:r>
            <a:r>
              <a:rPr lang="es-MX" sz="1200" dirty="0" err="1"/>
              <a:t>canvas</a:t>
            </a:r>
            <a:r>
              <a:rPr lang="es-MX" sz="1200" dirty="0"/>
              <a:t>, la redefinición del desafío consignado en la tabla de requerimientos.</a:t>
            </a:r>
          </a:p>
          <a:p>
            <a:pPr lvl="0" algn="just"/>
            <a:r>
              <a:rPr lang="es-MX" sz="1200" dirty="0"/>
              <a:t>•Realice el </a:t>
            </a:r>
            <a:r>
              <a:rPr lang="es-MX" sz="1200" dirty="0" err="1"/>
              <a:t>brainstorming</a:t>
            </a:r>
            <a:r>
              <a:rPr lang="es-MX" sz="1200" dirty="0"/>
              <a:t>, por al menos media hora sin interrumpir ni juzgar las ideas de los miembros del grupo por muy “locas” que parezcan.</a:t>
            </a:r>
          </a:p>
          <a:p>
            <a:pPr lvl="0" algn="just"/>
            <a:r>
              <a:rPr lang="es-MX" sz="1200" dirty="0"/>
              <a:t>•Mantener siempre el desafío en mente al plantear las ideas.</a:t>
            </a:r>
            <a:endParaRPr lang="es-CL" sz="1200" dirty="0"/>
          </a:p>
        </p:txBody>
      </p:sp>
      <p:sp>
        <p:nvSpPr>
          <p:cNvPr id="608" name="Google Shape;608;p38"/>
          <p:cNvSpPr txBox="1">
            <a:spLocks noGrp="1"/>
          </p:cNvSpPr>
          <p:nvPr>
            <p:ph type="subTitle" idx="7"/>
          </p:nvPr>
        </p:nvSpPr>
        <p:spPr>
          <a:xfrm>
            <a:off x="1657424" y="3418679"/>
            <a:ext cx="2812898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sz="1200" dirty="0"/>
              <a:t>Cantidad sobre calidad: Se prioriza generar muchas ideas sin juzgarlas.</a:t>
            </a:r>
          </a:p>
          <a:p>
            <a:pPr marL="0" lvl="0" indent="0" algn="just"/>
            <a:r>
              <a:rPr lang="es-MX" sz="1200" dirty="0"/>
              <a:t>Participación activa: Se invita a todos (usuarios, profesionales, etc.) a contribuir.</a:t>
            </a:r>
          </a:p>
          <a:p>
            <a:pPr marL="0" lvl="0" indent="0" algn="just"/>
            <a:r>
              <a:rPr lang="es-MX" sz="1200" dirty="0"/>
              <a:t>Sin críticas: En esta etapa, todas las ideas son bienvenidas.</a:t>
            </a:r>
          </a:p>
        </p:txBody>
      </p:sp>
      <p:sp>
        <p:nvSpPr>
          <p:cNvPr id="609" name="Google Shape;609;p38"/>
          <p:cNvSpPr txBox="1">
            <a:spLocks noGrp="1"/>
          </p:cNvSpPr>
          <p:nvPr>
            <p:ph type="subTitle" idx="8"/>
          </p:nvPr>
        </p:nvSpPr>
        <p:spPr>
          <a:xfrm>
            <a:off x="5714200" y="3611225"/>
            <a:ext cx="2544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Potencia la creatividad del grupo.</a:t>
            </a:r>
          </a:p>
          <a:p>
            <a:pPr marL="0" lvl="0" indent="0"/>
            <a:r>
              <a:rPr lang="es-MX" dirty="0"/>
              <a:t>Facilita la identificación de soluciones innovadoras.</a:t>
            </a:r>
            <a:endParaRPr dirty="0"/>
          </a:p>
        </p:txBody>
      </p:sp>
      <p:sp>
        <p:nvSpPr>
          <p:cNvPr id="610" name="Google Shape;610;p38"/>
          <p:cNvSpPr txBox="1">
            <a:spLocks noGrp="1"/>
          </p:cNvSpPr>
          <p:nvPr>
            <p:ph type="title" idx="9"/>
          </p:nvPr>
        </p:nvSpPr>
        <p:spPr>
          <a:xfrm>
            <a:off x="1556506" y="1337189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dirty="0"/>
              <a:t>¿Qué es?</a:t>
            </a:r>
            <a:endParaRPr dirty="0"/>
          </a:p>
        </p:txBody>
      </p:sp>
      <p:sp>
        <p:nvSpPr>
          <p:cNvPr id="611" name="Google Shape;611;p38"/>
          <p:cNvSpPr txBox="1">
            <a:spLocks noGrp="1"/>
          </p:cNvSpPr>
          <p:nvPr>
            <p:ph type="title" idx="13"/>
          </p:nvPr>
        </p:nvSpPr>
        <p:spPr>
          <a:xfrm>
            <a:off x="5544209" y="1275437"/>
            <a:ext cx="2822993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b="1" dirty="0"/>
              <a:t>¿Cómo se utiliza?</a:t>
            </a:r>
            <a:endParaRPr lang="es-CL" b="1" dirty="0"/>
          </a:p>
        </p:txBody>
      </p:sp>
      <p:sp>
        <p:nvSpPr>
          <p:cNvPr id="612" name="Google Shape;612;p38"/>
          <p:cNvSpPr txBox="1">
            <a:spLocks noGrp="1"/>
          </p:cNvSpPr>
          <p:nvPr>
            <p:ph type="title" idx="14"/>
          </p:nvPr>
        </p:nvSpPr>
        <p:spPr>
          <a:xfrm>
            <a:off x="1538469" y="3142681"/>
            <a:ext cx="2656241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dirty="0"/>
              <a:t>¿Cómo funciona?</a:t>
            </a:r>
          </a:p>
        </p:txBody>
      </p:sp>
      <p:sp>
        <p:nvSpPr>
          <p:cNvPr id="613" name="Google Shape;613;p38"/>
          <p:cNvSpPr txBox="1">
            <a:spLocks noGrp="1"/>
          </p:cNvSpPr>
          <p:nvPr>
            <p:ph type="title" idx="15"/>
          </p:nvPr>
        </p:nvSpPr>
        <p:spPr>
          <a:xfrm>
            <a:off x="5714207" y="32175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dirty="0"/>
              <a:t>Beneficios</a:t>
            </a:r>
            <a:endParaRPr dirty="0"/>
          </a:p>
        </p:txBody>
      </p:sp>
      <p:grpSp>
        <p:nvGrpSpPr>
          <p:cNvPr id="614" name="Google Shape;614;p38"/>
          <p:cNvGrpSpPr/>
          <p:nvPr/>
        </p:nvGrpSpPr>
        <p:grpSpPr>
          <a:xfrm flipH="1">
            <a:off x="6089169" y="-408"/>
            <a:ext cx="1206195" cy="1177623"/>
            <a:chOff x="2180272" y="-464800"/>
            <a:chExt cx="1256977" cy="1227202"/>
          </a:xfrm>
        </p:grpSpPr>
        <p:sp>
          <p:nvSpPr>
            <p:cNvPr id="615" name="Google Shape;615;p38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" name="Google Shape;617;p38"/>
          <p:cNvSpPr/>
          <p:nvPr/>
        </p:nvSpPr>
        <p:spPr>
          <a:xfrm>
            <a:off x="8192088" y="267424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p44"/>
          <p:cNvGrpSpPr/>
          <p:nvPr/>
        </p:nvGrpSpPr>
        <p:grpSpPr>
          <a:xfrm flipH="1">
            <a:off x="5727519" y="449917"/>
            <a:ext cx="1206195" cy="1177623"/>
            <a:chOff x="2180272" y="-464800"/>
            <a:chExt cx="1256977" cy="1227202"/>
          </a:xfrm>
        </p:grpSpPr>
        <p:sp>
          <p:nvSpPr>
            <p:cNvPr id="805" name="Google Shape;805;p44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4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4"/>
          <p:cNvSpPr/>
          <p:nvPr/>
        </p:nvSpPr>
        <p:spPr>
          <a:xfrm>
            <a:off x="7409725" y="139294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4"/>
          <p:cNvSpPr/>
          <p:nvPr/>
        </p:nvSpPr>
        <p:spPr>
          <a:xfrm>
            <a:off x="957550" y="32143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4"/>
          <p:cNvSpPr/>
          <p:nvPr/>
        </p:nvSpPr>
        <p:spPr>
          <a:xfrm>
            <a:off x="2568675" y="1229311"/>
            <a:ext cx="300322" cy="33609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44"/>
          <p:cNvGrpSpPr/>
          <p:nvPr/>
        </p:nvGrpSpPr>
        <p:grpSpPr>
          <a:xfrm flipH="1">
            <a:off x="2267394" y="3791592"/>
            <a:ext cx="1206195" cy="1177623"/>
            <a:chOff x="2180272" y="-464800"/>
            <a:chExt cx="1256977" cy="1227202"/>
          </a:xfrm>
        </p:grpSpPr>
        <p:sp>
          <p:nvSpPr>
            <p:cNvPr id="814" name="Google Shape;814;p44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4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660" y="852595"/>
            <a:ext cx="3551645" cy="352780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12" y="840176"/>
            <a:ext cx="2981325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45"/>
          <p:cNvGrpSpPr/>
          <p:nvPr/>
        </p:nvGrpSpPr>
        <p:grpSpPr>
          <a:xfrm>
            <a:off x="219032" y="363595"/>
            <a:ext cx="5685032" cy="3426600"/>
            <a:chOff x="2746075" y="637800"/>
            <a:chExt cx="5685032" cy="3426600"/>
          </a:xfrm>
        </p:grpSpPr>
        <p:grpSp>
          <p:nvGrpSpPr>
            <p:cNvPr id="829" name="Google Shape;829;p45"/>
            <p:cNvGrpSpPr/>
            <p:nvPr/>
          </p:nvGrpSpPr>
          <p:grpSpPr>
            <a:xfrm>
              <a:off x="2746075" y="637800"/>
              <a:ext cx="5685032" cy="3426600"/>
              <a:chOff x="2746075" y="637800"/>
              <a:chExt cx="5685032" cy="3426600"/>
            </a:xfrm>
          </p:grpSpPr>
          <p:sp>
            <p:nvSpPr>
              <p:cNvPr id="830" name="Google Shape;830;p45"/>
              <p:cNvSpPr/>
              <p:nvPr/>
            </p:nvSpPr>
            <p:spPr>
              <a:xfrm>
                <a:off x="2746075" y="963600"/>
                <a:ext cx="5684700" cy="31008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5"/>
              <p:cNvSpPr/>
              <p:nvPr/>
            </p:nvSpPr>
            <p:spPr>
              <a:xfrm>
                <a:off x="2746407" y="637800"/>
                <a:ext cx="56847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2" name="Google Shape;832;p45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833" name="Google Shape;833;p45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5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5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6" name="Google Shape;836;p45"/>
          <p:cNvSpPr txBox="1">
            <a:spLocks noGrp="1"/>
          </p:cNvSpPr>
          <p:nvPr>
            <p:ph type="title"/>
          </p:nvPr>
        </p:nvSpPr>
        <p:spPr>
          <a:xfrm>
            <a:off x="148998" y="803929"/>
            <a:ext cx="2984845" cy="8692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Ejemplo de lluvia de ideas o brainstorming</a:t>
            </a:r>
            <a:endParaRPr sz="2800" dirty="0"/>
          </a:p>
        </p:txBody>
      </p:sp>
      <p:grpSp>
        <p:nvGrpSpPr>
          <p:cNvPr id="843" name="Google Shape;843;p45"/>
          <p:cNvGrpSpPr/>
          <p:nvPr/>
        </p:nvGrpSpPr>
        <p:grpSpPr>
          <a:xfrm flipH="1">
            <a:off x="341744" y="3900229"/>
            <a:ext cx="1206195" cy="1177623"/>
            <a:chOff x="2180272" y="-464800"/>
            <a:chExt cx="1256977" cy="1227202"/>
          </a:xfrm>
        </p:grpSpPr>
        <p:sp>
          <p:nvSpPr>
            <p:cNvPr id="844" name="Google Shape;844;p45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5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7" name="Google Shape;847;p45"/>
          <p:cNvSpPr/>
          <p:nvPr/>
        </p:nvSpPr>
        <p:spPr>
          <a:xfrm>
            <a:off x="8069950" y="1751221"/>
            <a:ext cx="185827" cy="207947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44" y="404781"/>
            <a:ext cx="4767910" cy="4738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48"/>
          <p:cNvGrpSpPr/>
          <p:nvPr/>
        </p:nvGrpSpPr>
        <p:grpSpPr>
          <a:xfrm>
            <a:off x="1463888" y="1166325"/>
            <a:ext cx="5685032" cy="3426600"/>
            <a:chOff x="2746075" y="637800"/>
            <a:chExt cx="5685032" cy="3426600"/>
          </a:xfrm>
        </p:grpSpPr>
        <p:grpSp>
          <p:nvGrpSpPr>
            <p:cNvPr id="959" name="Google Shape;959;p48"/>
            <p:cNvGrpSpPr/>
            <p:nvPr/>
          </p:nvGrpSpPr>
          <p:grpSpPr>
            <a:xfrm>
              <a:off x="2746075" y="637800"/>
              <a:ext cx="5685032" cy="3426600"/>
              <a:chOff x="2746075" y="637800"/>
              <a:chExt cx="5685032" cy="3426600"/>
            </a:xfrm>
          </p:grpSpPr>
          <p:sp>
            <p:nvSpPr>
              <p:cNvPr id="960" name="Google Shape;960;p48"/>
              <p:cNvSpPr/>
              <p:nvPr/>
            </p:nvSpPr>
            <p:spPr>
              <a:xfrm>
                <a:off x="2746075" y="963600"/>
                <a:ext cx="5684700" cy="31008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8"/>
              <p:cNvSpPr/>
              <p:nvPr/>
            </p:nvSpPr>
            <p:spPr>
              <a:xfrm>
                <a:off x="2746407" y="637800"/>
                <a:ext cx="56847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2" name="Google Shape;962;p48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963" name="Google Shape;963;p48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8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8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6" name="Google Shape;966;p48"/>
          <p:cNvGrpSpPr/>
          <p:nvPr/>
        </p:nvGrpSpPr>
        <p:grpSpPr>
          <a:xfrm>
            <a:off x="2139738" y="647675"/>
            <a:ext cx="5685032" cy="3426600"/>
            <a:chOff x="2746075" y="637800"/>
            <a:chExt cx="5685032" cy="3426600"/>
          </a:xfrm>
        </p:grpSpPr>
        <p:grpSp>
          <p:nvGrpSpPr>
            <p:cNvPr id="967" name="Google Shape;967;p48"/>
            <p:cNvGrpSpPr/>
            <p:nvPr/>
          </p:nvGrpSpPr>
          <p:grpSpPr>
            <a:xfrm>
              <a:off x="2746075" y="637800"/>
              <a:ext cx="5685032" cy="3426600"/>
              <a:chOff x="2746075" y="637800"/>
              <a:chExt cx="5685032" cy="3426600"/>
            </a:xfrm>
          </p:grpSpPr>
          <p:sp>
            <p:nvSpPr>
              <p:cNvPr id="968" name="Google Shape;968;p48"/>
              <p:cNvSpPr/>
              <p:nvPr/>
            </p:nvSpPr>
            <p:spPr>
              <a:xfrm>
                <a:off x="2746075" y="963600"/>
                <a:ext cx="5684700" cy="31008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8"/>
              <p:cNvSpPr/>
              <p:nvPr/>
            </p:nvSpPr>
            <p:spPr>
              <a:xfrm>
                <a:off x="2746407" y="637800"/>
                <a:ext cx="56847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0" name="Google Shape;970;p48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971" name="Google Shape;971;p48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8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8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4" name="Google Shape;974;p48"/>
          <p:cNvGrpSpPr/>
          <p:nvPr/>
        </p:nvGrpSpPr>
        <p:grpSpPr>
          <a:xfrm>
            <a:off x="2468445" y="983876"/>
            <a:ext cx="5121786" cy="840300"/>
            <a:chOff x="2182475" y="3128725"/>
            <a:chExt cx="4901700" cy="840300"/>
          </a:xfrm>
        </p:grpSpPr>
        <p:sp>
          <p:nvSpPr>
            <p:cNvPr id="975" name="Google Shape;975;p48"/>
            <p:cNvSpPr/>
            <p:nvPr/>
          </p:nvSpPr>
          <p:spPr>
            <a:xfrm>
              <a:off x="2182475" y="3128725"/>
              <a:ext cx="4901700" cy="8403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>
              <a:outerShdw dist="76200" dir="2460000" algn="bl" rotWithShape="0">
                <a:schemeClr val="lt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8"/>
            <p:cNvSpPr/>
            <p:nvPr/>
          </p:nvSpPr>
          <p:spPr>
            <a:xfrm>
              <a:off x="2315925" y="3245150"/>
              <a:ext cx="4634700" cy="607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7" name="Google Shape;977;p48"/>
          <p:cNvSpPr txBox="1">
            <a:spLocks noGrp="1"/>
          </p:cNvSpPr>
          <p:nvPr>
            <p:ph type="title"/>
          </p:nvPr>
        </p:nvSpPr>
        <p:spPr>
          <a:xfrm>
            <a:off x="2534806" y="1036086"/>
            <a:ext cx="4580529" cy="7358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3200" dirty="0">
                <a:latin typeface="Aptos Black" panose="020B0004020202020204" pitchFamily="34" charset="0"/>
              </a:rPr>
              <a:t>Referencias</a:t>
            </a:r>
            <a:endParaRPr sz="3200" dirty="0"/>
          </a:p>
        </p:txBody>
      </p:sp>
      <p:sp>
        <p:nvSpPr>
          <p:cNvPr id="978" name="Google Shape;978;p48"/>
          <p:cNvSpPr txBox="1">
            <a:spLocks noGrp="1"/>
          </p:cNvSpPr>
          <p:nvPr>
            <p:ph type="subTitle" idx="1"/>
          </p:nvPr>
        </p:nvSpPr>
        <p:spPr>
          <a:xfrm>
            <a:off x="2208851" y="2565851"/>
            <a:ext cx="5447722" cy="3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es-MX" dirty="0"/>
              <a:t>INACAP. (</a:t>
            </a:r>
            <a:r>
              <a:rPr lang="es-MX" dirty="0" err="1"/>
              <a:t>n.d</a:t>
            </a:r>
            <a:r>
              <a:rPr lang="es-MX" dirty="0"/>
              <a:t>.). </a:t>
            </a:r>
            <a:r>
              <a:rPr lang="es-MX" i="1" dirty="0" err="1"/>
              <a:t>Toolkit</a:t>
            </a:r>
            <a:r>
              <a:rPr lang="es-MX" i="1" dirty="0"/>
              <a:t>: Guía de introducción a la educación</a:t>
            </a:r>
            <a:r>
              <a:rPr lang="es-MX" dirty="0"/>
              <a:t> [PDF]. INACAP. </a:t>
            </a:r>
            <a:r>
              <a:rPr lang="es-MX" dirty="0">
                <a:hlinkClick r:id="rId3"/>
              </a:rPr>
              <a:t>https://lms.inacap.cl/pluginfile.php/15252140/mod_resource/content/1/FGIE01_U01S00_TOOLKIT_U01.pdf</a:t>
            </a:r>
            <a:endParaRPr lang="es-MX" dirty="0"/>
          </a:p>
        </p:txBody>
      </p:sp>
      <p:grpSp>
        <p:nvGrpSpPr>
          <p:cNvPr id="979" name="Google Shape;979;p48"/>
          <p:cNvGrpSpPr/>
          <p:nvPr/>
        </p:nvGrpSpPr>
        <p:grpSpPr>
          <a:xfrm flipH="1">
            <a:off x="861619" y="2459554"/>
            <a:ext cx="1206195" cy="1177623"/>
            <a:chOff x="2180272" y="-464800"/>
            <a:chExt cx="1256977" cy="1227202"/>
          </a:xfrm>
        </p:grpSpPr>
        <p:sp>
          <p:nvSpPr>
            <p:cNvPr id="980" name="Google Shape;980;p48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8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48"/>
          <p:cNvGrpSpPr/>
          <p:nvPr/>
        </p:nvGrpSpPr>
        <p:grpSpPr>
          <a:xfrm flipH="1">
            <a:off x="7311206" y="677754"/>
            <a:ext cx="1206195" cy="1177623"/>
            <a:chOff x="2180272" y="-464800"/>
            <a:chExt cx="1256977" cy="1227202"/>
          </a:xfrm>
        </p:grpSpPr>
        <p:sp>
          <p:nvSpPr>
            <p:cNvPr id="983" name="Google Shape;983;p48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8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5" name="Google Shape;985;p48"/>
          <p:cNvSpPr/>
          <p:nvPr/>
        </p:nvSpPr>
        <p:spPr>
          <a:xfrm>
            <a:off x="6677107" y="4440429"/>
            <a:ext cx="292502" cy="32734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48"/>
          <p:cNvSpPr/>
          <p:nvPr/>
        </p:nvSpPr>
        <p:spPr>
          <a:xfrm>
            <a:off x="1677607" y="279629"/>
            <a:ext cx="292502" cy="32734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48"/>
          <p:cNvSpPr/>
          <p:nvPr/>
        </p:nvSpPr>
        <p:spPr>
          <a:xfrm rot="1917594">
            <a:off x="2477172" y="3426525"/>
            <a:ext cx="520851" cy="708153"/>
          </a:xfrm>
          <a:prstGeom prst="upArrow">
            <a:avLst>
              <a:gd name="adj1" fmla="val 25005"/>
              <a:gd name="adj2" fmla="val 100000"/>
            </a:avLst>
          </a:prstGeom>
          <a:solidFill>
            <a:schemeClr val="accent4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000000" algn="bl" rotWithShape="0">
              <a:schemeClr val="lt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e &amp; Keyboard Efficient Use Workshop by Slidesgo">
  <a:themeElements>
    <a:clrScheme name="Simple Light">
      <a:dk1>
        <a:srgbClr val="415A75"/>
      </a:dk1>
      <a:lt1>
        <a:srgbClr val="7CACE1"/>
      </a:lt1>
      <a:dk2>
        <a:srgbClr val="BFE2EC"/>
      </a:dk2>
      <a:lt2>
        <a:srgbClr val="E7FFFF"/>
      </a:lt2>
      <a:accent1>
        <a:srgbClr val="FFFDD1"/>
      </a:accent1>
      <a:accent2>
        <a:srgbClr val="FEE4A7"/>
      </a:accent2>
      <a:accent3>
        <a:srgbClr val="FFE0E1"/>
      </a:accent3>
      <a:accent4>
        <a:srgbClr val="FFFFFF"/>
      </a:accent4>
      <a:accent5>
        <a:srgbClr val="FFFFFF"/>
      </a:accent5>
      <a:accent6>
        <a:srgbClr val="FCCBCD"/>
      </a:accent6>
      <a:hlink>
        <a:srgbClr val="415A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285</Words>
  <Application>Microsoft Office PowerPoint</Application>
  <PresentationFormat>Presentación en pantalla (16:9)</PresentationFormat>
  <Paragraphs>30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Karla Medium</vt:lpstr>
      <vt:lpstr>Aptos Black</vt:lpstr>
      <vt:lpstr>Fredoka One</vt:lpstr>
      <vt:lpstr>Roboto Condensed Light</vt:lpstr>
      <vt:lpstr>Arial</vt:lpstr>
      <vt:lpstr>Mouse &amp; Keyboard Efficient Use Workshop by Slidesgo</vt:lpstr>
      <vt:lpstr>Unidad 1: Detección de oportunidades e ideación de propuestas.</vt:lpstr>
      <vt:lpstr>Contents of this template</vt:lpstr>
      <vt:lpstr>Presentación de PowerPoint</vt:lpstr>
      <vt:lpstr>Pensamiento convergente y divergente.</vt:lpstr>
      <vt:lpstr>Presentación de PowerPoint</vt:lpstr>
      <vt:lpstr>Presentación de PowerPoint</vt:lpstr>
      <vt:lpstr>Lluvia de Ideas (Brainstorming)</vt:lpstr>
      <vt:lpstr>Presentación de PowerPoint</vt:lpstr>
      <vt:lpstr>Ejemplo de lluvia de ideas o brainstorming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2: Ideación de una propuesta.</dc:title>
  <dc:creator>Estefania González</dc:creator>
  <cp:lastModifiedBy>ESTEFANIA SALOME GONZALEZ CACERES</cp:lastModifiedBy>
  <cp:revision>9</cp:revision>
  <dcterms:modified xsi:type="dcterms:W3CDTF">2025-06-02T03:19:10Z</dcterms:modified>
</cp:coreProperties>
</file>