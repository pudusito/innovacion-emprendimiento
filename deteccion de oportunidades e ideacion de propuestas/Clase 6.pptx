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11"/>
  </p:notesMasterIdLst>
  <p:sldIdLst>
    <p:sldId id="256" r:id="rId2"/>
    <p:sldId id="257" r:id="rId3"/>
    <p:sldId id="259" r:id="rId4"/>
    <p:sldId id="258" r:id="rId5"/>
    <p:sldId id="260" r:id="rId6"/>
    <p:sldId id="262" r:id="rId7"/>
    <p:sldId id="268" r:id="rId8"/>
    <p:sldId id="261" r:id="rId9"/>
    <p:sldId id="267" r:id="rId10"/>
  </p:sldIdLst>
  <p:sldSz cx="9144000" cy="5143500" type="screen16x9"/>
  <p:notesSz cx="6858000" cy="9144000"/>
  <p:embeddedFontLst>
    <p:embeddedFont>
      <p:font typeface="Albert Sans" panose="020B0604020202020204" charset="0"/>
      <p:regular r:id="rId12"/>
      <p:bold r:id="rId13"/>
      <p:italic r:id="rId14"/>
      <p:boldItalic r:id="rId15"/>
    </p:embeddedFont>
    <p:embeddedFont>
      <p:font typeface="DM Sans" panose="020B0604020202020204" charset="0"/>
      <p:regular r:id="rId16"/>
      <p:bold r:id="rId17"/>
      <p:italic r:id="rId18"/>
      <p:boldItalic r:id="rId19"/>
    </p:embeddedFon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Open Sans" panose="020B0606030504020204" pitchFamily="34" charset="0"/>
      <p:regular r:id="rId24"/>
      <p:bold r:id="rId25"/>
      <p:italic r:id="rId26"/>
      <p:boldItalic r:id="rId27"/>
    </p:embeddedFont>
    <p:embeddedFont>
      <p:font typeface="Open Sans Light" panose="020B0306030504020204" pitchFamily="34" charset="0"/>
      <p:regular r:id="rId28"/>
      <p: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B7F1000-25C0-49D3-97E0-466F675CA3D1}">
  <a:tblStyle styleId="{DB7F1000-25C0-49D3-97E0-466F675CA3D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78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796702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3935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d1bf8d60a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d1bf8d60a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5711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20f41e1924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20f41e1924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7132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d1bf8d60a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d1bf8d60a4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65712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20f41e192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20f41e192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67040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d1bf8d60a4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d1bf8d60a4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83965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12fc2de9d97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12fc2de9d97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16447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d1bf8d60a4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d1bf8d60a4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6413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566600" y="1372988"/>
            <a:ext cx="6010800" cy="180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183250" y="3294713"/>
            <a:ext cx="4777500" cy="4758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1146142" y="-246975"/>
            <a:ext cx="12430480" cy="5533393"/>
            <a:chOff x="-1146142" y="-246975"/>
            <a:chExt cx="12430480" cy="5533393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-1146142" y="-246975"/>
              <a:ext cx="12430480" cy="1596518"/>
              <a:chOff x="-1146142" y="-246975"/>
              <a:chExt cx="12430480" cy="1596518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7576950" y="583575"/>
                <a:ext cx="2182085" cy="765967"/>
              </a:xfrm>
              <a:custGeom>
                <a:avLst/>
                <a:gdLst/>
                <a:ahLst/>
                <a:cxnLst/>
                <a:rect l="l" t="t" r="r" b="b"/>
                <a:pathLst>
                  <a:path w="22218" h="8931" extrusionOk="0">
                    <a:moveTo>
                      <a:pt x="4465" y="1"/>
                    </a:moveTo>
                    <a:cubicBezTo>
                      <a:pt x="1988" y="1"/>
                      <a:pt x="0" y="1989"/>
                      <a:pt x="0" y="4466"/>
                    </a:cubicBezTo>
                    <a:cubicBezTo>
                      <a:pt x="0" y="6942"/>
                      <a:pt x="1988" y="8931"/>
                      <a:pt x="4465" y="8931"/>
                    </a:cubicBezTo>
                    <a:lnTo>
                      <a:pt x="17752" y="8931"/>
                    </a:lnTo>
                    <a:cubicBezTo>
                      <a:pt x="20229" y="8931"/>
                      <a:pt x="22217" y="6942"/>
                      <a:pt x="22217" y="4466"/>
                    </a:cubicBezTo>
                    <a:cubicBezTo>
                      <a:pt x="22217" y="1989"/>
                      <a:pt x="20229" y="1"/>
                      <a:pt x="177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-1146142" y="572074"/>
                <a:ext cx="2046056" cy="411274"/>
              </a:xfrm>
              <a:custGeom>
                <a:avLst/>
                <a:gdLst/>
                <a:ahLst/>
                <a:cxnLst/>
                <a:rect l="l" t="t" r="r" b="b"/>
                <a:pathLst>
                  <a:path w="22218" h="4466" extrusionOk="0">
                    <a:moveTo>
                      <a:pt x="4465" y="0"/>
                    </a:moveTo>
                    <a:cubicBezTo>
                      <a:pt x="2001" y="0"/>
                      <a:pt x="1" y="2000"/>
                      <a:pt x="1" y="4465"/>
                    </a:cubicBezTo>
                    <a:lnTo>
                      <a:pt x="22218" y="4465"/>
                    </a:lnTo>
                    <a:cubicBezTo>
                      <a:pt x="22218" y="2000"/>
                      <a:pt x="20217" y="0"/>
                      <a:pt x="177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-424703" y="164204"/>
                <a:ext cx="2047161" cy="822364"/>
              </a:xfrm>
              <a:custGeom>
                <a:avLst/>
                <a:gdLst/>
                <a:ahLst/>
                <a:cxnLst/>
                <a:rect l="l" t="t" r="r" b="b"/>
                <a:pathLst>
                  <a:path w="22230" h="8930" extrusionOk="0">
                    <a:moveTo>
                      <a:pt x="4466" y="0"/>
                    </a:moveTo>
                    <a:cubicBezTo>
                      <a:pt x="2001" y="0"/>
                      <a:pt x="1" y="2000"/>
                      <a:pt x="1" y="4465"/>
                    </a:cubicBezTo>
                    <a:cubicBezTo>
                      <a:pt x="1" y="6930"/>
                      <a:pt x="2001" y="8930"/>
                      <a:pt x="4466" y="8930"/>
                    </a:cubicBezTo>
                    <a:lnTo>
                      <a:pt x="17765" y="8930"/>
                    </a:lnTo>
                    <a:cubicBezTo>
                      <a:pt x="20230" y="8930"/>
                      <a:pt x="22230" y="6930"/>
                      <a:pt x="22230" y="4465"/>
                    </a:cubicBezTo>
                    <a:cubicBezTo>
                      <a:pt x="22230" y="2000"/>
                      <a:pt x="20230" y="0"/>
                      <a:pt x="17765" y="0"/>
                    </a:cubicBezTo>
                    <a:close/>
                  </a:path>
                </a:pathLst>
              </a:custGeom>
              <a:solidFill>
                <a:srgbClr val="FFFFFF">
                  <a:alpha val="3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373620" y="65627"/>
                <a:ext cx="2047161" cy="822364"/>
              </a:xfrm>
              <a:custGeom>
                <a:avLst/>
                <a:gdLst/>
                <a:ahLst/>
                <a:cxnLst/>
                <a:rect l="l" t="t" r="r" b="b"/>
                <a:pathLst>
                  <a:path w="22230" h="8930" extrusionOk="0">
                    <a:moveTo>
                      <a:pt x="4465" y="0"/>
                    </a:moveTo>
                    <a:cubicBezTo>
                      <a:pt x="2001" y="0"/>
                      <a:pt x="0" y="2000"/>
                      <a:pt x="0" y="4465"/>
                    </a:cubicBezTo>
                    <a:cubicBezTo>
                      <a:pt x="0" y="6930"/>
                      <a:pt x="2001" y="8930"/>
                      <a:pt x="4465" y="8930"/>
                    </a:cubicBezTo>
                    <a:lnTo>
                      <a:pt x="17765" y="8930"/>
                    </a:lnTo>
                    <a:cubicBezTo>
                      <a:pt x="20229" y="8930"/>
                      <a:pt x="22229" y="6930"/>
                      <a:pt x="22229" y="4465"/>
                    </a:cubicBezTo>
                    <a:cubicBezTo>
                      <a:pt x="22229" y="2000"/>
                      <a:pt x="20229" y="0"/>
                      <a:pt x="17765" y="0"/>
                    </a:cubicBezTo>
                    <a:close/>
                  </a:path>
                </a:pathLst>
              </a:custGeom>
              <a:solidFill>
                <a:srgbClr val="164195">
                  <a:alpha val="237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</a:t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1091835" y="-240437"/>
                <a:ext cx="2046056" cy="822456"/>
              </a:xfrm>
              <a:custGeom>
                <a:avLst/>
                <a:gdLst/>
                <a:ahLst/>
                <a:cxnLst/>
                <a:rect l="l" t="t" r="r" b="b"/>
                <a:pathLst>
                  <a:path w="22218" h="8931" extrusionOk="0">
                    <a:moveTo>
                      <a:pt x="4465" y="1"/>
                    </a:moveTo>
                    <a:cubicBezTo>
                      <a:pt x="2000" y="1"/>
                      <a:pt x="0" y="2001"/>
                      <a:pt x="0" y="4466"/>
                    </a:cubicBezTo>
                    <a:cubicBezTo>
                      <a:pt x="0" y="6930"/>
                      <a:pt x="2000" y="8930"/>
                      <a:pt x="4465" y="8930"/>
                    </a:cubicBezTo>
                    <a:lnTo>
                      <a:pt x="17752" y="8930"/>
                    </a:lnTo>
                    <a:cubicBezTo>
                      <a:pt x="20217" y="8930"/>
                      <a:pt x="22217" y="6930"/>
                      <a:pt x="22217" y="4466"/>
                    </a:cubicBezTo>
                    <a:cubicBezTo>
                      <a:pt x="22217" y="2001"/>
                      <a:pt x="20217" y="1"/>
                      <a:pt x="17752" y="1"/>
                    </a:cubicBezTo>
                    <a:close/>
                  </a:path>
                </a:pathLst>
              </a:custGeom>
              <a:solidFill>
                <a:srgbClr val="FFFFFF">
                  <a:alpha val="3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373620" y="164210"/>
                <a:ext cx="2047161" cy="822364"/>
              </a:xfrm>
              <a:custGeom>
                <a:avLst/>
                <a:gdLst/>
                <a:ahLst/>
                <a:cxnLst/>
                <a:rect l="l" t="t" r="r" b="b"/>
                <a:pathLst>
                  <a:path w="22230" h="8930" extrusionOk="0">
                    <a:moveTo>
                      <a:pt x="4465" y="0"/>
                    </a:moveTo>
                    <a:cubicBezTo>
                      <a:pt x="2001" y="0"/>
                      <a:pt x="0" y="2000"/>
                      <a:pt x="0" y="4465"/>
                    </a:cubicBezTo>
                    <a:cubicBezTo>
                      <a:pt x="0" y="6930"/>
                      <a:pt x="2001" y="8930"/>
                      <a:pt x="4465" y="8930"/>
                    </a:cubicBezTo>
                    <a:lnTo>
                      <a:pt x="17765" y="8930"/>
                    </a:lnTo>
                    <a:cubicBezTo>
                      <a:pt x="20229" y="8930"/>
                      <a:pt x="22229" y="6930"/>
                      <a:pt x="22229" y="4465"/>
                    </a:cubicBezTo>
                    <a:cubicBezTo>
                      <a:pt x="22229" y="2000"/>
                      <a:pt x="20229" y="0"/>
                      <a:pt x="1776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</a:t>
                </a: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-421400" y="-246975"/>
                <a:ext cx="1319097" cy="822456"/>
              </a:xfrm>
              <a:custGeom>
                <a:avLst/>
                <a:gdLst/>
                <a:ahLst/>
                <a:cxnLst/>
                <a:rect l="l" t="t" r="r" b="b"/>
                <a:pathLst>
                  <a:path w="14324" h="8931" extrusionOk="0">
                    <a:moveTo>
                      <a:pt x="4465" y="0"/>
                    </a:moveTo>
                    <a:cubicBezTo>
                      <a:pt x="2001" y="0"/>
                      <a:pt x="1" y="2001"/>
                      <a:pt x="1" y="4465"/>
                    </a:cubicBezTo>
                    <a:cubicBezTo>
                      <a:pt x="1" y="6930"/>
                      <a:pt x="2001" y="8930"/>
                      <a:pt x="4465" y="8930"/>
                    </a:cubicBezTo>
                    <a:lnTo>
                      <a:pt x="9859" y="8930"/>
                    </a:lnTo>
                    <a:cubicBezTo>
                      <a:pt x="12324" y="8930"/>
                      <a:pt x="14324" y="6930"/>
                      <a:pt x="14324" y="4465"/>
                    </a:cubicBezTo>
                    <a:cubicBezTo>
                      <a:pt x="14324" y="2001"/>
                      <a:pt x="12324" y="0"/>
                      <a:pt x="9859" y="0"/>
                    </a:cubicBezTo>
                    <a:close/>
                  </a:path>
                </a:pathLst>
              </a:custGeom>
              <a:solidFill>
                <a:srgbClr val="33B6C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6588803" y="210757"/>
                <a:ext cx="1474729" cy="765881"/>
              </a:xfrm>
              <a:custGeom>
                <a:avLst/>
                <a:gdLst/>
                <a:ahLst/>
                <a:cxnLst/>
                <a:rect l="l" t="t" r="r" b="b"/>
                <a:pathLst>
                  <a:path w="17194" h="8930" extrusionOk="0">
                    <a:moveTo>
                      <a:pt x="4465" y="0"/>
                    </a:moveTo>
                    <a:cubicBezTo>
                      <a:pt x="1989" y="0"/>
                      <a:pt x="1" y="1989"/>
                      <a:pt x="1" y="4465"/>
                    </a:cubicBezTo>
                    <a:cubicBezTo>
                      <a:pt x="1" y="6930"/>
                      <a:pt x="1989" y="8930"/>
                      <a:pt x="4465" y="8930"/>
                    </a:cubicBezTo>
                    <a:lnTo>
                      <a:pt x="12728" y="8930"/>
                    </a:lnTo>
                    <a:cubicBezTo>
                      <a:pt x="15205" y="8930"/>
                      <a:pt x="17193" y="6930"/>
                      <a:pt x="17193" y="4465"/>
                    </a:cubicBezTo>
                    <a:cubicBezTo>
                      <a:pt x="17193" y="1989"/>
                      <a:pt x="15205" y="0"/>
                      <a:pt x="1272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7675316" y="-182400"/>
                <a:ext cx="3221007" cy="765967"/>
              </a:xfrm>
              <a:custGeom>
                <a:avLst/>
                <a:gdLst/>
                <a:ahLst/>
                <a:cxnLst/>
                <a:rect l="l" t="t" r="r" b="b"/>
                <a:pathLst>
                  <a:path w="37554" h="8931" extrusionOk="0">
                    <a:moveTo>
                      <a:pt x="4466" y="0"/>
                    </a:moveTo>
                    <a:cubicBezTo>
                      <a:pt x="2001" y="0"/>
                      <a:pt x="1" y="2001"/>
                      <a:pt x="1" y="4465"/>
                    </a:cubicBezTo>
                    <a:cubicBezTo>
                      <a:pt x="1" y="6930"/>
                      <a:pt x="2001" y="8930"/>
                      <a:pt x="4466" y="8930"/>
                    </a:cubicBezTo>
                    <a:lnTo>
                      <a:pt x="33088" y="8930"/>
                    </a:lnTo>
                    <a:cubicBezTo>
                      <a:pt x="35553" y="8930"/>
                      <a:pt x="37553" y="6930"/>
                      <a:pt x="37553" y="4465"/>
                    </a:cubicBezTo>
                    <a:cubicBezTo>
                      <a:pt x="37553" y="2001"/>
                      <a:pt x="35553" y="0"/>
                      <a:pt x="330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7167825" y="-182400"/>
                <a:ext cx="895696" cy="765967"/>
              </a:xfrm>
              <a:custGeom>
                <a:avLst/>
                <a:gdLst/>
                <a:ahLst/>
                <a:cxnLst/>
                <a:rect l="l" t="t" r="r" b="b"/>
                <a:pathLst>
                  <a:path w="10443" h="8931" extrusionOk="0">
                    <a:moveTo>
                      <a:pt x="4465" y="0"/>
                    </a:moveTo>
                    <a:cubicBezTo>
                      <a:pt x="2001" y="0"/>
                      <a:pt x="0" y="2001"/>
                      <a:pt x="0" y="4465"/>
                    </a:cubicBezTo>
                    <a:cubicBezTo>
                      <a:pt x="0" y="6930"/>
                      <a:pt x="2001" y="8930"/>
                      <a:pt x="4465" y="8930"/>
                    </a:cubicBezTo>
                    <a:lnTo>
                      <a:pt x="5977" y="8930"/>
                    </a:lnTo>
                    <a:cubicBezTo>
                      <a:pt x="8442" y="8930"/>
                      <a:pt x="10442" y="6930"/>
                      <a:pt x="10442" y="4465"/>
                    </a:cubicBezTo>
                    <a:cubicBezTo>
                      <a:pt x="10442" y="2001"/>
                      <a:pt x="8442" y="0"/>
                      <a:pt x="5977" y="0"/>
                    </a:cubicBezTo>
                    <a:close/>
                  </a:path>
                </a:pathLst>
              </a:custGeom>
              <a:solidFill>
                <a:srgbClr val="FFFFFF">
                  <a:alpha val="3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8063418" y="210757"/>
                <a:ext cx="3220921" cy="765881"/>
              </a:xfrm>
              <a:custGeom>
                <a:avLst/>
                <a:gdLst/>
                <a:ahLst/>
                <a:cxnLst/>
                <a:rect l="l" t="t" r="r" b="b"/>
                <a:pathLst>
                  <a:path w="37553" h="8930" extrusionOk="0">
                    <a:moveTo>
                      <a:pt x="4465" y="0"/>
                    </a:moveTo>
                    <a:cubicBezTo>
                      <a:pt x="1989" y="0"/>
                      <a:pt x="0" y="1989"/>
                      <a:pt x="0" y="4465"/>
                    </a:cubicBezTo>
                    <a:cubicBezTo>
                      <a:pt x="0" y="6930"/>
                      <a:pt x="1989" y="8930"/>
                      <a:pt x="4465" y="8930"/>
                    </a:cubicBezTo>
                    <a:lnTo>
                      <a:pt x="33088" y="8930"/>
                    </a:lnTo>
                    <a:cubicBezTo>
                      <a:pt x="35564" y="8930"/>
                      <a:pt x="37553" y="6930"/>
                      <a:pt x="37553" y="4465"/>
                    </a:cubicBezTo>
                    <a:cubicBezTo>
                      <a:pt x="37553" y="1989"/>
                      <a:pt x="35564" y="0"/>
                      <a:pt x="33088" y="0"/>
                    </a:cubicBezTo>
                    <a:close/>
                  </a:path>
                </a:pathLst>
              </a:custGeom>
              <a:solidFill>
                <a:srgbClr val="FFFFFF">
                  <a:alpha val="3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>
              <a:off x="-761680" y="3998300"/>
              <a:ext cx="11242811" cy="1288118"/>
              <a:chOff x="-761680" y="3998300"/>
              <a:chExt cx="11242811" cy="1288118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897708" y="4866399"/>
                <a:ext cx="2046056" cy="411274"/>
              </a:xfrm>
              <a:custGeom>
                <a:avLst/>
                <a:gdLst/>
                <a:ahLst/>
                <a:cxnLst/>
                <a:rect l="l" t="t" r="r" b="b"/>
                <a:pathLst>
                  <a:path w="22218" h="4466" extrusionOk="0">
                    <a:moveTo>
                      <a:pt x="4465" y="0"/>
                    </a:moveTo>
                    <a:cubicBezTo>
                      <a:pt x="2001" y="0"/>
                      <a:pt x="1" y="2000"/>
                      <a:pt x="1" y="4465"/>
                    </a:cubicBezTo>
                    <a:lnTo>
                      <a:pt x="22218" y="4465"/>
                    </a:lnTo>
                    <a:cubicBezTo>
                      <a:pt x="22218" y="2000"/>
                      <a:pt x="20217" y="0"/>
                      <a:pt x="1775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-421402" y="4866400"/>
                <a:ext cx="1994581" cy="411274"/>
              </a:xfrm>
              <a:custGeom>
                <a:avLst/>
                <a:gdLst/>
                <a:ahLst/>
                <a:cxnLst/>
                <a:rect l="l" t="t" r="r" b="b"/>
                <a:pathLst>
                  <a:path w="15645" h="4466" extrusionOk="0">
                    <a:moveTo>
                      <a:pt x="4465" y="0"/>
                    </a:moveTo>
                    <a:cubicBezTo>
                      <a:pt x="2000" y="0"/>
                      <a:pt x="0" y="2000"/>
                      <a:pt x="0" y="4465"/>
                    </a:cubicBezTo>
                    <a:lnTo>
                      <a:pt x="15645" y="4465"/>
                    </a:lnTo>
                    <a:cubicBezTo>
                      <a:pt x="15645" y="2000"/>
                      <a:pt x="13645" y="0"/>
                      <a:pt x="1118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-654303" y="4044044"/>
                <a:ext cx="2046056" cy="822364"/>
              </a:xfrm>
              <a:custGeom>
                <a:avLst/>
                <a:gdLst/>
                <a:ahLst/>
                <a:cxnLst/>
                <a:rect l="l" t="t" r="r" b="b"/>
                <a:pathLst>
                  <a:path w="22218" h="8930" extrusionOk="0">
                    <a:moveTo>
                      <a:pt x="4466" y="0"/>
                    </a:moveTo>
                    <a:cubicBezTo>
                      <a:pt x="1989" y="0"/>
                      <a:pt x="1" y="1989"/>
                      <a:pt x="1" y="4465"/>
                    </a:cubicBezTo>
                    <a:cubicBezTo>
                      <a:pt x="1" y="6942"/>
                      <a:pt x="1989" y="8930"/>
                      <a:pt x="4466" y="8930"/>
                    </a:cubicBezTo>
                    <a:lnTo>
                      <a:pt x="17753" y="8930"/>
                    </a:lnTo>
                    <a:cubicBezTo>
                      <a:pt x="20230" y="8930"/>
                      <a:pt x="22218" y="6942"/>
                      <a:pt x="22218" y="4465"/>
                    </a:cubicBezTo>
                    <a:cubicBezTo>
                      <a:pt x="22218" y="1989"/>
                      <a:pt x="20230" y="0"/>
                      <a:pt x="1775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-761680" y="4044044"/>
                <a:ext cx="1440748" cy="822364"/>
              </a:xfrm>
              <a:custGeom>
                <a:avLst/>
                <a:gdLst/>
                <a:ahLst/>
                <a:cxnLst/>
                <a:rect l="l" t="t" r="r" b="b"/>
                <a:pathLst>
                  <a:path w="15645" h="8930" extrusionOk="0">
                    <a:moveTo>
                      <a:pt x="4465" y="0"/>
                    </a:moveTo>
                    <a:cubicBezTo>
                      <a:pt x="1988" y="0"/>
                      <a:pt x="0" y="1989"/>
                      <a:pt x="0" y="4465"/>
                    </a:cubicBezTo>
                    <a:cubicBezTo>
                      <a:pt x="0" y="6942"/>
                      <a:pt x="1988" y="8930"/>
                      <a:pt x="4465" y="8930"/>
                    </a:cubicBezTo>
                    <a:lnTo>
                      <a:pt x="11180" y="8930"/>
                    </a:lnTo>
                    <a:cubicBezTo>
                      <a:pt x="13657" y="8930"/>
                      <a:pt x="15645" y="6942"/>
                      <a:pt x="15645" y="4465"/>
                    </a:cubicBezTo>
                    <a:cubicBezTo>
                      <a:pt x="15645" y="1989"/>
                      <a:pt x="13657" y="0"/>
                      <a:pt x="111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-343491" y="4463963"/>
                <a:ext cx="1440840" cy="822456"/>
              </a:xfrm>
              <a:custGeom>
                <a:avLst/>
                <a:gdLst/>
                <a:ahLst/>
                <a:cxnLst/>
                <a:rect l="l" t="t" r="r" b="b"/>
                <a:pathLst>
                  <a:path w="15646" h="8931" extrusionOk="0">
                    <a:moveTo>
                      <a:pt x="4466" y="1"/>
                    </a:moveTo>
                    <a:cubicBezTo>
                      <a:pt x="2001" y="1"/>
                      <a:pt x="1" y="2001"/>
                      <a:pt x="1" y="4465"/>
                    </a:cubicBezTo>
                    <a:cubicBezTo>
                      <a:pt x="1" y="6930"/>
                      <a:pt x="2001" y="8930"/>
                      <a:pt x="4466" y="8930"/>
                    </a:cubicBezTo>
                    <a:lnTo>
                      <a:pt x="11181" y="8930"/>
                    </a:lnTo>
                    <a:cubicBezTo>
                      <a:pt x="13645" y="8930"/>
                      <a:pt x="15646" y="6930"/>
                      <a:pt x="15646" y="4465"/>
                    </a:cubicBezTo>
                    <a:cubicBezTo>
                      <a:pt x="15646" y="2001"/>
                      <a:pt x="13645" y="1"/>
                      <a:pt x="11181" y="1"/>
                    </a:cubicBezTo>
                    <a:close/>
                  </a:path>
                </a:pathLst>
              </a:custGeom>
              <a:solidFill>
                <a:srgbClr val="FFFFFF">
                  <a:alpha val="3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1619147" y="4458529"/>
                <a:ext cx="2047161" cy="822364"/>
              </a:xfrm>
              <a:custGeom>
                <a:avLst/>
                <a:gdLst/>
                <a:ahLst/>
                <a:cxnLst/>
                <a:rect l="l" t="t" r="r" b="b"/>
                <a:pathLst>
                  <a:path w="22230" h="8930" extrusionOk="0">
                    <a:moveTo>
                      <a:pt x="4466" y="0"/>
                    </a:moveTo>
                    <a:cubicBezTo>
                      <a:pt x="2001" y="0"/>
                      <a:pt x="1" y="2000"/>
                      <a:pt x="1" y="4465"/>
                    </a:cubicBezTo>
                    <a:cubicBezTo>
                      <a:pt x="1" y="6930"/>
                      <a:pt x="2001" y="8930"/>
                      <a:pt x="4466" y="8930"/>
                    </a:cubicBezTo>
                    <a:lnTo>
                      <a:pt x="17765" y="8930"/>
                    </a:lnTo>
                    <a:cubicBezTo>
                      <a:pt x="20230" y="8930"/>
                      <a:pt x="22230" y="6930"/>
                      <a:pt x="22230" y="4465"/>
                    </a:cubicBezTo>
                    <a:cubicBezTo>
                      <a:pt x="22230" y="2000"/>
                      <a:pt x="20230" y="0"/>
                      <a:pt x="17765" y="0"/>
                    </a:cubicBezTo>
                    <a:close/>
                  </a:path>
                </a:pathLst>
              </a:custGeom>
              <a:solidFill>
                <a:srgbClr val="FFFFFF">
                  <a:alpha val="3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6776575" y="4361450"/>
                <a:ext cx="2182085" cy="822344"/>
              </a:xfrm>
              <a:custGeom>
                <a:avLst/>
                <a:gdLst/>
                <a:ahLst/>
                <a:cxnLst/>
                <a:rect l="l" t="t" r="r" b="b"/>
                <a:pathLst>
                  <a:path w="22218" h="8931" extrusionOk="0">
                    <a:moveTo>
                      <a:pt x="4465" y="1"/>
                    </a:moveTo>
                    <a:cubicBezTo>
                      <a:pt x="1988" y="1"/>
                      <a:pt x="0" y="1989"/>
                      <a:pt x="0" y="4466"/>
                    </a:cubicBezTo>
                    <a:cubicBezTo>
                      <a:pt x="0" y="6942"/>
                      <a:pt x="1988" y="8931"/>
                      <a:pt x="4465" y="8931"/>
                    </a:cubicBezTo>
                    <a:lnTo>
                      <a:pt x="17752" y="8931"/>
                    </a:lnTo>
                    <a:cubicBezTo>
                      <a:pt x="20229" y="8931"/>
                      <a:pt x="22217" y="6942"/>
                      <a:pt x="22217" y="4466"/>
                    </a:cubicBezTo>
                    <a:cubicBezTo>
                      <a:pt x="22217" y="1989"/>
                      <a:pt x="20229" y="1"/>
                      <a:pt x="1775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7576407" y="4361450"/>
                <a:ext cx="2183166" cy="822344"/>
              </a:xfrm>
              <a:custGeom>
                <a:avLst/>
                <a:gdLst/>
                <a:ahLst/>
                <a:cxnLst/>
                <a:rect l="l" t="t" r="r" b="b"/>
                <a:pathLst>
                  <a:path w="22229" h="8931" extrusionOk="0">
                    <a:moveTo>
                      <a:pt x="4465" y="1"/>
                    </a:moveTo>
                    <a:cubicBezTo>
                      <a:pt x="1988" y="1"/>
                      <a:pt x="0" y="1989"/>
                      <a:pt x="0" y="4466"/>
                    </a:cubicBezTo>
                    <a:cubicBezTo>
                      <a:pt x="0" y="6942"/>
                      <a:pt x="1988" y="8931"/>
                      <a:pt x="4465" y="8931"/>
                    </a:cubicBezTo>
                    <a:lnTo>
                      <a:pt x="17764" y="8931"/>
                    </a:lnTo>
                    <a:cubicBezTo>
                      <a:pt x="20229" y="8931"/>
                      <a:pt x="22229" y="6942"/>
                      <a:pt x="22229" y="4466"/>
                    </a:cubicBezTo>
                    <a:cubicBezTo>
                      <a:pt x="22229" y="1989"/>
                      <a:pt x="20229" y="1"/>
                      <a:pt x="177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8299046" y="4361450"/>
                <a:ext cx="2182085" cy="822344"/>
              </a:xfrm>
              <a:custGeom>
                <a:avLst/>
                <a:gdLst/>
                <a:ahLst/>
                <a:cxnLst/>
                <a:rect l="l" t="t" r="r" b="b"/>
                <a:pathLst>
                  <a:path w="22218" h="8931" extrusionOk="0">
                    <a:moveTo>
                      <a:pt x="4465" y="1"/>
                    </a:moveTo>
                    <a:cubicBezTo>
                      <a:pt x="1988" y="1"/>
                      <a:pt x="0" y="1989"/>
                      <a:pt x="0" y="4466"/>
                    </a:cubicBezTo>
                    <a:cubicBezTo>
                      <a:pt x="0" y="6942"/>
                      <a:pt x="1988" y="8931"/>
                      <a:pt x="4465" y="8931"/>
                    </a:cubicBezTo>
                    <a:lnTo>
                      <a:pt x="17752" y="8931"/>
                    </a:lnTo>
                    <a:cubicBezTo>
                      <a:pt x="20229" y="8931"/>
                      <a:pt x="22217" y="6942"/>
                      <a:pt x="22217" y="4466"/>
                    </a:cubicBezTo>
                    <a:cubicBezTo>
                      <a:pt x="22217" y="1989"/>
                      <a:pt x="20229" y="1"/>
                      <a:pt x="17752" y="1"/>
                    </a:cubicBezTo>
                    <a:close/>
                  </a:path>
                </a:pathLst>
              </a:custGeom>
              <a:solidFill>
                <a:srgbClr val="FFFFFF">
                  <a:alpha val="3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8430775" y="3998300"/>
                <a:ext cx="895696" cy="765967"/>
              </a:xfrm>
              <a:custGeom>
                <a:avLst/>
                <a:gdLst/>
                <a:ahLst/>
                <a:cxnLst/>
                <a:rect l="l" t="t" r="r" b="b"/>
                <a:pathLst>
                  <a:path w="10443" h="8931" extrusionOk="0">
                    <a:moveTo>
                      <a:pt x="4465" y="0"/>
                    </a:moveTo>
                    <a:cubicBezTo>
                      <a:pt x="2001" y="0"/>
                      <a:pt x="0" y="2001"/>
                      <a:pt x="0" y="4465"/>
                    </a:cubicBezTo>
                    <a:cubicBezTo>
                      <a:pt x="0" y="6930"/>
                      <a:pt x="2001" y="8930"/>
                      <a:pt x="4465" y="8930"/>
                    </a:cubicBezTo>
                    <a:lnTo>
                      <a:pt x="5977" y="8930"/>
                    </a:lnTo>
                    <a:cubicBezTo>
                      <a:pt x="8442" y="8930"/>
                      <a:pt x="10442" y="6930"/>
                      <a:pt x="10442" y="4465"/>
                    </a:cubicBezTo>
                    <a:cubicBezTo>
                      <a:pt x="10442" y="2001"/>
                      <a:pt x="8442" y="0"/>
                      <a:pt x="5977" y="0"/>
                    </a:cubicBezTo>
                    <a:close/>
                  </a:path>
                </a:pathLst>
              </a:custGeom>
              <a:solidFill>
                <a:srgbClr val="FFFFFF">
                  <a:alpha val="3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"/>
          <p:cNvSpPr txBox="1">
            <a:spLocks noGrp="1"/>
          </p:cNvSpPr>
          <p:nvPr>
            <p:ph type="title"/>
          </p:nvPr>
        </p:nvSpPr>
        <p:spPr>
          <a:xfrm>
            <a:off x="2038200" y="2719200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7" name="Google Shape;37;p3"/>
          <p:cNvSpPr txBox="1">
            <a:spLocks noGrp="1"/>
          </p:cNvSpPr>
          <p:nvPr>
            <p:ph type="title" idx="2" hasCustomPrompt="1"/>
          </p:nvPr>
        </p:nvSpPr>
        <p:spPr>
          <a:xfrm>
            <a:off x="3813150" y="1181775"/>
            <a:ext cx="1517700" cy="984900"/>
          </a:xfrm>
          <a:prstGeom prst="rect">
            <a:avLst/>
          </a:prstGeom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8" name="Google Shape;38;p3"/>
          <p:cNvSpPr txBox="1">
            <a:spLocks noGrp="1"/>
          </p:cNvSpPr>
          <p:nvPr>
            <p:ph type="subTitle" idx="1"/>
          </p:nvPr>
        </p:nvSpPr>
        <p:spPr>
          <a:xfrm>
            <a:off x="2038200" y="3808725"/>
            <a:ext cx="5067600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-2336750" y="-301399"/>
            <a:ext cx="13621145" cy="5546235"/>
            <a:chOff x="-2336750" y="-301399"/>
            <a:chExt cx="13621145" cy="5546235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-1333928" y="-301399"/>
              <a:ext cx="11815059" cy="2109903"/>
              <a:chOff x="-1333928" y="-301399"/>
              <a:chExt cx="11815059" cy="2109903"/>
            </a:xfrm>
          </p:grpSpPr>
          <p:sp>
            <p:nvSpPr>
              <p:cNvPr id="41" name="Google Shape;41;p3"/>
              <p:cNvSpPr/>
              <p:nvPr/>
            </p:nvSpPr>
            <p:spPr>
              <a:xfrm rot="10800000" flipH="1">
                <a:off x="1124175" y="-301399"/>
                <a:ext cx="2515325" cy="822386"/>
              </a:xfrm>
              <a:custGeom>
                <a:avLst/>
                <a:gdLst/>
                <a:ahLst/>
                <a:cxnLst/>
                <a:rect l="l" t="t" r="r" b="b"/>
                <a:pathLst>
                  <a:path w="22230" h="8930" extrusionOk="0">
                    <a:moveTo>
                      <a:pt x="4466" y="0"/>
                    </a:moveTo>
                    <a:cubicBezTo>
                      <a:pt x="2001" y="0"/>
                      <a:pt x="1" y="2000"/>
                      <a:pt x="1" y="4465"/>
                    </a:cubicBezTo>
                    <a:cubicBezTo>
                      <a:pt x="1" y="6930"/>
                      <a:pt x="2001" y="8930"/>
                      <a:pt x="4466" y="8930"/>
                    </a:cubicBezTo>
                    <a:lnTo>
                      <a:pt x="17765" y="8930"/>
                    </a:lnTo>
                    <a:cubicBezTo>
                      <a:pt x="20230" y="8930"/>
                      <a:pt x="22230" y="6930"/>
                      <a:pt x="22230" y="4465"/>
                    </a:cubicBezTo>
                    <a:cubicBezTo>
                      <a:pt x="22230" y="2000"/>
                      <a:pt x="20230" y="0"/>
                      <a:pt x="177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 rot="10800000" flipH="1">
                <a:off x="5244450" y="-11821"/>
                <a:ext cx="2046056" cy="532827"/>
              </a:xfrm>
              <a:custGeom>
                <a:avLst/>
                <a:gdLst/>
                <a:ahLst/>
                <a:cxnLst/>
                <a:rect l="l" t="t" r="r" b="b"/>
                <a:pathLst>
                  <a:path w="22218" h="4466" extrusionOk="0">
                    <a:moveTo>
                      <a:pt x="4465" y="0"/>
                    </a:moveTo>
                    <a:cubicBezTo>
                      <a:pt x="2001" y="0"/>
                      <a:pt x="1" y="2000"/>
                      <a:pt x="1" y="4465"/>
                    </a:cubicBezTo>
                    <a:lnTo>
                      <a:pt x="22218" y="4465"/>
                    </a:lnTo>
                    <a:cubicBezTo>
                      <a:pt x="22218" y="2000"/>
                      <a:pt x="20217" y="0"/>
                      <a:pt x="1775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 rot="10800000" flipH="1">
                <a:off x="-948717" y="986148"/>
                <a:ext cx="2046056" cy="411274"/>
              </a:xfrm>
              <a:custGeom>
                <a:avLst/>
                <a:gdLst/>
                <a:ahLst/>
                <a:cxnLst/>
                <a:rect l="l" t="t" r="r" b="b"/>
                <a:pathLst>
                  <a:path w="22218" h="4466" extrusionOk="0">
                    <a:moveTo>
                      <a:pt x="4465" y="0"/>
                    </a:moveTo>
                    <a:cubicBezTo>
                      <a:pt x="2001" y="0"/>
                      <a:pt x="1" y="2000"/>
                      <a:pt x="1" y="4465"/>
                    </a:cubicBezTo>
                    <a:lnTo>
                      <a:pt x="22218" y="4465"/>
                    </a:lnTo>
                    <a:cubicBezTo>
                      <a:pt x="22218" y="2000"/>
                      <a:pt x="20217" y="0"/>
                      <a:pt x="1775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 rot="10800000" flipH="1">
                <a:off x="-654303" y="173036"/>
                <a:ext cx="2046056" cy="822364"/>
              </a:xfrm>
              <a:custGeom>
                <a:avLst/>
                <a:gdLst/>
                <a:ahLst/>
                <a:cxnLst/>
                <a:rect l="l" t="t" r="r" b="b"/>
                <a:pathLst>
                  <a:path w="22218" h="8930" extrusionOk="0">
                    <a:moveTo>
                      <a:pt x="4466" y="0"/>
                    </a:moveTo>
                    <a:cubicBezTo>
                      <a:pt x="1989" y="0"/>
                      <a:pt x="1" y="1989"/>
                      <a:pt x="1" y="4465"/>
                    </a:cubicBezTo>
                    <a:cubicBezTo>
                      <a:pt x="1" y="6942"/>
                      <a:pt x="1989" y="8930"/>
                      <a:pt x="4466" y="8930"/>
                    </a:cubicBezTo>
                    <a:lnTo>
                      <a:pt x="17753" y="8930"/>
                    </a:lnTo>
                    <a:cubicBezTo>
                      <a:pt x="20230" y="8930"/>
                      <a:pt x="22218" y="6942"/>
                      <a:pt x="22218" y="4465"/>
                    </a:cubicBezTo>
                    <a:cubicBezTo>
                      <a:pt x="22218" y="1989"/>
                      <a:pt x="20230" y="0"/>
                      <a:pt x="1775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3"/>
              <p:cNvSpPr/>
              <p:nvPr/>
            </p:nvSpPr>
            <p:spPr>
              <a:xfrm rot="10800000" flipH="1">
                <a:off x="-761680" y="173036"/>
                <a:ext cx="1440748" cy="822364"/>
              </a:xfrm>
              <a:custGeom>
                <a:avLst/>
                <a:gdLst/>
                <a:ahLst/>
                <a:cxnLst/>
                <a:rect l="l" t="t" r="r" b="b"/>
                <a:pathLst>
                  <a:path w="15645" h="8930" extrusionOk="0">
                    <a:moveTo>
                      <a:pt x="4465" y="0"/>
                    </a:moveTo>
                    <a:cubicBezTo>
                      <a:pt x="1988" y="0"/>
                      <a:pt x="0" y="1989"/>
                      <a:pt x="0" y="4465"/>
                    </a:cubicBezTo>
                    <a:cubicBezTo>
                      <a:pt x="0" y="6942"/>
                      <a:pt x="1988" y="8930"/>
                      <a:pt x="4465" y="8930"/>
                    </a:cubicBezTo>
                    <a:lnTo>
                      <a:pt x="11180" y="8930"/>
                    </a:lnTo>
                    <a:cubicBezTo>
                      <a:pt x="13657" y="8930"/>
                      <a:pt x="15645" y="6942"/>
                      <a:pt x="15645" y="4465"/>
                    </a:cubicBezTo>
                    <a:cubicBezTo>
                      <a:pt x="15645" y="1989"/>
                      <a:pt x="13657" y="0"/>
                      <a:pt x="111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3"/>
              <p:cNvSpPr/>
              <p:nvPr/>
            </p:nvSpPr>
            <p:spPr>
              <a:xfrm rot="10800000" flipH="1">
                <a:off x="-351702" y="-246981"/>
                <a:ext cx="1830386" cy="822456"/>
              </a:xfrm>
              <a:custGeom>
                <a:avLst/>
                <a:gdLst/>
                <a:ahLst/>
                <a:cxnLst/>
                <a:rect l="l" t="t" r="r" b="b"/>
                <a:pathLst>
                  <a:path w="15646" h="8931" extrusionOk="0">
                    <a:moveTo>
                      <a:pt x="4466" y="1"/>
                    </a:moveTo>
                    <a:cubicBezTo>
                      <a:pt x="2001" y="1"/>
                      <a:pt x="1" y="2001"/>
                      <a:pt x="1" y="4465"/>
                    </a:cubicBezTo>
                    <a:cubicBezTo>
                      <a:pt x="1" y="6930"/>
                      <a:pt x="2001" y="8930"/>
                      <a:pt x="4466" y="8930"/>
                    </a:cubicBezTo>
                    <a:lnTo>
                      <a:pt x="11181" y="8930"/>
                    </a:lnTo>
                    <a:cubicBezTo>
                      <a:pt x="13645" y="8930"/>
                      <a:pt x="15646" y="6930"/>
                      <a:pt x="15646" y="4465"/>
                    </a:cubicBezTo>
                    <a:cubicBezTo>
                      <a:pt x="15646" y="2001"/>
                      <a:pt x="13645" y="1"/>
                      <a:pt x="11181" y="1"/>
                    </a:cubicBezTo>
                    <a:close/>
                  </a:path>
                </a:pathLst>
              </a:custGeom>
              <a:solidFill>
                <a:srgbClr val="FFFFFF">
                  <a:alpha val="3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 rot="10800000" flipH="1">
                <a:off x="6776575" y="-144344"/>
                <a:ext cx="2581010" cy="822344"/>
              </a:xfrm>
              <a:custGeom>
                <a:avLst/>
                <a:gdLst/>
                <a:ahLst/>
                <a:cxnLst/>
                <a:rect l="l" t="t" r="r" b="b"/>
                <a:pathLst>
                  <a:path w="22218" h="8931" extrusionOk="0">
                    <a:moveTo>
                      <a:pt x="4465" y="1"/>
                    </a:moveTo>
                    <a:cubicBezTo>
                      <a:pt x="1988" y="1"/>
                      <a:pt x="0" y="1989"/>
                      <a:pt x="0" y="4466"/>
                    </a:cubicBezTo>
                    <a:cubicBezTo>
                      <a:pt x="0" y="6942"/>
                      <a:pt x="1988" y="8931"/>
                      <a:pt x="4465" y="8931"/>
                    </a:cubicBezTo>
                    <a:lnTo>
                      <a:pt x="17752" y="8931"/>
                    </a:lnTo>
                    <a:cubicBezTo>
                      <a:pt x="20229" y="8931"/>
                      <a:pt x="22217" y="6942"/>
                      <a:pt x="22217" y="4466"/>
                    </a:cubicBezTo>
                    <a:cubicBezTo>
                      <a:pt x="22217" y="1989"/>
                      <a:pt x="20229" y="1"/>
                      <a:pt x="1775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3"/>
              <p:cNvSpPr/>
              <p:nvPr/>
            </p:nvSpPr>
            <p:spPr>
              <a:xfrm rot="10800000" flipH="1">
                <a:off x="7576407" y="275175"/>
                <a:ext cx="2183166" cy="822344"/>
              </a:xfrm>
              <a:custGeom>
                <a:avLst/>
                <a:gdLst/>
                <a:ahLst/>
                <a:cxnLst/>
                <a:rect l="l" t="t" r="r" b="b"/>
                <a:pathLst>
                  <a:path w="22229" h="8931" extrusionOk="0">
                    <a:moveTo>
                      <a:pt x="4465" y="1"/>
                    </a:moveTo>
                    <a:cubicBezTo>
                      <a:pt x="1988" y="1"/>
                      <a:pt x="0" y="1989"/>
                      <a:pt x="0" y="4466"/>
                    </a:cubicBezTo>
                    <a:cubicBezTo>
                      <a:pt x="0" y="6942"/>
                      <a:pt x="1988" y="8931"/>
                      <a:pt x="4465" y="8931"/>
                    </a:cubicBezTo>
                    <a:lnTo>
                      <a:pt x="17764" y="8931"/>
                    </a:lnTo>
                    <a:cubicBezTo>
                      <a:pt x="20229" y="8931"/>
                      <a:pt x="22229" y="6942"/>
                      <a:pt x="22229" y="4466"/>
                    </a:cubicBezTo>
                    <a:cubicBezTo>
                      <a:pt x="22229" y="1989"/>
                      <a:pt x="20229" y="1"/>
                      <a:pt x="177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3"/>
              <p:cNvSpPr/>
              <p:nvPr/>
            </p:nvSpPr>
            <p:spPr>
              <a:xfrm rot="10800000" flipH="1">
                <a:off x="8299046" y="-144350"/>
                <a:ext cx="2182085" cy="822344"/>
              </a:xfrm>
              <a:custGeom>
                <a:avLst/>
                <a:gdLst/>
                <a:ahLst/>
                <a:cxnLst/>
                <a:rect l="l" t="t" r="r" b="b"/>
                <a:pathLst>
                  <a:path w="22218" h="8931" extrusionOk="0">
                    <a:moveTo>
                      <a:pt x="4465" y="1"/>
                    </a:moveTo>
                    <a:cubicBezTo>
                      <a:pt x="1988" y="1"/>
                      <a:pt x="0" y="1989"/>
                      <a:pt x="0" y="4466"/>
                    </a:cubicBezTo>
                    <a:cubicBezTo>
                      <a:pt x="0" y="6942"/>
                      <a:pt x="1988" y="8931"/>
                      <a:pt x="4465" y="8931"/>
                    </a:cubicBezTo>
                    <a:lnTo>
                      <a:pt x="17752" y="8931"/>
                    </a:lnTo>
                    <a:cubicBezTo>
                      <a:pt x="20229" y="8931"/>
                      <a:pt x="22217" y="6942"/>
                      <a:pt x="22217" y="4466"/>
                    </a:cubicBezTo>
                    <a:cubicBezTo>
                      <a:pt x="22217" y="1989"/>
                      <a:pt x="20229" y="1"/>
                      <a:pt x="17752" y="1"/>
                    </a:cubicBezTo>
                    <a:close/>
                  </a:path>
                </a:pathLst>
              </a:custGeom>
              <a:solidFill>
                <a:srgbClr val="FFFFFF">
                  <a:alpha val="3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3"/>
              <p:cNvSpPr/>
              <p:nvPr/>
            </p:nvSpPr>
            <p:spPr>
              <a:xfrm rot="10800000" flipH="1">
                <a:off x="8299050" y="818051"/>
                <a:ext cx="895696" cy="765967"/>
              </a:xfrm>
              <a:custGeom>
                <a:avLst/>
                <a:gdLst/>
                <a:ahLst/>
                <a:cxnLst/>
                <a:rect l="l" t="t" r="r" b="b"/>
                <a:pathLst>
                  <a:path w="10443" h="8931" extrusionOk="0">
                    <a:moveTo>
                      <a:pt x="4465" y="0"/>
                    </a:moveTo>
                    <a:cubicBezTo>
                      <a:pt x="2001" y="0"/>
                      <a:pt x="0" y="2001"/>
                      <a:pt x="0" y="4465"/>
                    </a:cubicBezTo>
                    <a:cubicBezTo>
                      <a:pt x="0" y="6930"/>
                      <a:pt x="2001" y="8930"/>
                      <a:pt x="4465" y="8930"/>
                    </a:cubicBezTo>
                    <a:lnTo>
                      <a:pt x="5977" y="8930"/>
                    </a:lnTo>
                    <a:cubicBezTo>
                      <a:pt x="8442" y="8930"/>
                      <a:pt x="10442" y="6930"/>
                      <a:pt x="10442" y="4465"/>
                    </a:cubicBezTo>
                    <a:cubicBezTo>
                      <a:pt x="10442" y="2001"/>
                      <a:pt x="8442" y="0"/>
                      <a:pt x="5977" y="0"/>
                    </a:cubicBezTo>
                    <a:close/>
                  </a:path>
                </a:pathLst>
              </a:custGeom>
              <a:solidFill>
                <a:srgbClr val="FFFFFF">
                  <a:alpha val="3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3"/>
              <p:cNvSpPr/>
              <p:nvPr/>
            </p:nvSpPr>
            <p:spPr>
              <a:xfrm rot="10800000" flipH="1">
                <a:off x="-1333928" y="986140"/>
                <a:ext cx="2047161" cy="822364"/>
              </a:xfrm>
              <a:custGeom>
                <a:avLst/>
                <a:gdLst/>
                <a:ahLst/>
                <a:cxnLst/>
                <a:rect l="l" t="t" r="r" b="b"/>
                <a:pathLst>
                  <a:path w="22230" h="8930" extrusionOk="0">
                    <a:moveTo>
                      <a:pt x="4466" y="0"/>
                    </a:moveTo>
                    <a:cubicBezTo>
                      <a:pt x="2001" y="0"/>
                      <a:pt x="1" y="2000"/>
                      <a:pt x="1" y="4465"/>
                    </a:cubicBezTo>
                    <a:cubicBezTo>
                      <a:pt x="1" y="6930"/>
                      <a:pt x="2001" y="8930"/>
                      <a:pt x="4466" y="8930"/>
                    </a:cubicBezTo>
                    <a:lnTo>
                      <a:pt x="17765" y="8930"/>
                    </a:lnTo>
                    <a:cubicBezTo>
                      <a:pt x="20230" y="8930"/>
                      <a:pt x="22230" y="6930"/>
                      <a:pt x="22230" y="4465"/>
                    </a:cubicBezTo>
                    <a:cubicBezTo>
                      <a:pt x="22230" y="2000"/>
                      <a:pt x="20230" y="0"/>
                      <a:pt x="17765" y="0"/>
                    </a:cubicBezTo>
                    <a:close/>
                  </a:path>
                </a:pathLst>
              </a:custGeom>
              <a:solidFill>
                <a:srgbClr val="FFFFFF">
                  <a:alpha val="3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" name="Google Shape;52;p3"/>
            <p:cNvGrpSpPr/>
            <p:nvPr/>
          </p:nvGrpSpPr>
          <p:grpSpPr>
            <a:xfrm>
              <a:off x="-2336750" y="4106051"/>
              <a:ext cx="13621145" cy="1138786"/>
              <a:chOff x="-2336750" y="4106051"/>
              <a:chExt cx="13621145" cy="1138786"/>
            </a:xfrm>
          </p:grpSpPr>
          <p:sp>
            <p:nvSpPr>
              <p:cNvPr id="53" name="Google Shape;53;p3"/>
              <p:cNvSpPr/>
              <p:nvPr/>
            </p:nvSpPr>
            <p:spPr>
              <a:xfrm rot="10800000" flipH="1">
                <a:off x="8430775" y="4106051"/>
                <a:ext cx="2182085" cy="765967"/>
              </a:xfrm>
              <a:custGeom>
                <a:avLst/>
                <a:gdLst/>
                <a:ahLst/>
                <a:cxnLst/>
                <a:rect l="l" t="t" r="r" b="b"/>
                <a:pathLst>
                  <a:path w="22218" h="8931" extrusionOk="0">
                    <a:moveTo>
                      <a:pt x="4465" y="1"/>
                    </a:moveTo>
                    <a:cubicBezTo>
                      <a:pt x="1988" y="1"/>
                      <a:pt x="0" y="1989"/>
                      <a:pt x="0" y="4466"/>
                    </a:cubicBezTo>
                    <a:cubicBezTo>
                      <a:pt x="0" y="6942"/>
                      <a:pt x="1988" y="8931"/>
                      <a:pt x="4465" y="8931"/>
                    </a:cubicBezTo>
                    <a:lnTo>
                      <a:pt x="17752" y="8931"/>
                    </a:lnTo>
                    <a:cubicBezTo>
                      <a:pt x="20229" y="8931"/>
                      <a:pt x="22217" y="6942"/>
                      <a:pt x="22217" y="4466"/>
                    </a:cubicBezTo>
                    <a:cubicBezTo>
                      <a:pt x="22217" y="1989"/>
                      <a:pt x="20229" y="1"/>
                      <a:pt x="177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 rot="10800000" flipH="1">
                <a:off x="6776578" y="4478955"/>
                <a:ext cx="1474729" cy="765881"/>
              </a:xfrm>
              <a:custGeom>
                <a:avLst/>
                <a:gdLst/>
                <a:ahLst/>
                <a:cxnLst/>
                <a:rect l="l" t="t" r="r" b="b"/>
                <a:pathLst>
                  <a:path w="17194" h="8930" extrusionOk="0">
                    <a:moveTo>
                      <a:pt x="4465" y="0"/>
                    </a:moveTo>
                    <a:cubicBezTo>
                      <a:pt x="1989" y="0"/>
                      <a:pt x="1" y="1989"/>
                      <a:pt x="1" y="4465"/>
                    </a:cubicBezTo>
                    <a:cubicBezTo>
                      <a:pt x="1" y="6930"/>
                      <a:pt x="1989" y="8930"/>
                      <a:pt x="4465" y="8930"/>
                    </a:cubicBezTo>
                    <a:lnTo>
                      <a:pt x="12728" y="8930"/>
                    </a:lnTo>
                    <a:cubicBezTo>
                      <a:pt x="15205" y="8930"/>
                      <a:pt x="17193" y="6930"/>
                      <a:pt x="17193" y="4465"/>
                    </a:cubicBezTo>
                    <a:cubicBezTo>
                      <a:pt x="17193" y="1989"/>
                      <a:pt x="15205" y="0"/>
                      <a:pt x="1272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 rot="10800000">
                <a:off x="-2336750" y="4428751"/>
                <a:ext cx="3221007" cy="765967"/>
              </a:xfrm>
              <a:custGeom>
                <a:avLst/>
                <a:gdLst/>
                <a:ahLst/>
                <a:cxnLst/>
                <a:rect l="l" t="t" r="r" b="b"/>
                <a:pathLst>
                  <a:path w="37554" h="8931" extrusionOk="0">
                    <a:moveTo>
                      <a:pt x="4466" y="0"/>
                    </a:moveTo>
                    <a:cubicBezTo>
                      <a:pt x="2001" y="0"/>
                      <a:pt x="1" y="2001"/>
                      <a:pt x="1" y="4465"/>
                    </a:cubicBezTo>
                    <a:cubicBezTo>
                      <a:pt x="1" y="6930"/>
                      <a:pt x="2001" y="8930"/>
                      <a:pt x="4466" y="8930"/>
                    </a:cubicBezTo>
                    <a:lnTo>
                      <a:pt x="33088" y="8930"/>
                    </a:lnTo>
                    <a:cubicBezTo>
                      <a:pt x="35553" y="8930"/>
                      <a:pt x="37553" y="6930"/>
                      <a:pt x="37553" y="4465"/>
                    </a:cubicBezTo>
                    <a:cubicBezTo>
                      <a:pt x="37553" y="2001"/>
                      <a:pt x="35553" y="0"/>
                      <a:pt x="330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171826" y="4428751"/>
                <a:ext cx="895696" cy="765967"/>
              </a:xfrm>
              <a:custGeom>
                <a:avLst/>
                <a:gdLst/>
                <a:ahLst/>
                <a:cxnLst/>
                <a:rect l="l" t="t" r="r" b="b"/>
                <a:pathLst>
                  <a:path w="10443" h="8931" extrusionOk="0">
                    <a:moveTo>
                      <a:pt x="4465" y="0"/>
                    </a:moveTo>
                    <a:cubicBezTo>
                      <a:pt x="2001" y="0"/>
                      <a:pt x="0" y="2001"/>
                      <a:pt x="0" y="4465"/>
                    </a:cubicBezTo>
                    <a:cubicBezTo>
                      <a:pt x="0" y="6930"/>
                      <a:pt x="2001" y="8930"/>
                      <a:pt x="4465" y="8930"/>
                    </a:cubicBezTo>
                    <a:lnTo>
                      <a:pt x="5977" y="8930"/>
                    </a:lnTo>
                    <a:cubicBezTo>
                      <a:pt x="8442" y="8930"/>
                      <a:pt x="10442" y="6930"/>
                      <a:pt x="10442" y="4465"/>
                    </a:cubicBezTo>
                    <a:cubicBezTo>
                      <a:pt x="10442" y="2001"/>
                      <a:pt x="8442" y="0"/>
                      <a:pt x="5977" y="0"/>
                    </a:cubicBezTo>
                    <a:close/>
                  </a:path>
                </a:pathLst>
              </a:custGeom>
              <a:solidFill>
                <a:srgbClr val="FFFFFF">
                  <a:alpha val="3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 flipH="1">
                <a:off x="7998225" y="4478944"/>
                <a:ext cx="3286169" cy="765881"/>
              </a:xfrm>
              <a:custGeom>
                <a:avLst/>
                <a:gdLst/>
                <a:ahLst/>
                <a:cxnLst/>
                <a:rect l="l" t="t" r="r" b="b"/>
                <a:pathLst>
                  <a:path w="37553" h="8930" extrusionOk="0">
                    <a:moveTo>
                      <a:pt x="4465" y="0"/>
                    </a:moveTo>
                    <a:cubicBezTo>
                      <a:pt x="1989" y="0"/>
                      <a:pt x="0" y="1989"/>
                      <a:pt x="0" y="4465"/>
                    </a:cubicBezTo>
                    <a:cubicBezTo>
                      <a:pt x="0" y="6930"/>
                      <a:pt x="1989" y="8930"/>
                      <a:pt x="4465" y="8930"/>
                    </a:cubicBezTo>
                    <a:lnTo>
                      <a:pt x="33088" y="8930"/>
                    </a:lnTo>
                    <a:cubicBezTo>
                      <a:pt x="35564" y="8930"/>
                      <a:pt x="37553" y="6930"/>
                      <a:pt x="37553" y="4465"/>
                    </a:cubicBezTo>
                    <a:cubicBezTo>
                      <a:pt x="37553" y="1989"/>
                      <a:pt x="35564" y="0"/>
                      <a:pt x="33088" y="0"/>
                    </a:cubicBezTo>
                    <a:close/>
                  </a:path>
                </a:pathLst>
              </a:custGeom>
              <a:solidFill>
                <a:srgbClr val="FFFFFF">
                  <a:alpha val="3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 rot="10800000" flipH="1">
                <a:off x="6053525" y="4377526"/>
                <a:ext cx="895696" cy="765967"/>
              </a:xfrm>
              <a:custGeom>
                <a:avLst/>
                <a:gdLst/>
                <a:ahLst/>
                <a:cxnLst/>
                <a:rect l="l" t="t" r="r" b="b"/>
                <a:pathLst>
                  <a:path w="10443" h="8931" extrusionOk="0">
                    <a:moveTo>
                      <a:pt x="4465" y="0"/>
                    </a:moveTo>
                    <a:cubicBezTo>
                      <a:pt x="2001" y="0"/>
                      <a:pt x="0" y="2001"/>
                      <a:pt x="0" y="4465"/>
                    </a:cubicBezTo>
                    <a:cubicBezTo>
                      <a:pt x="0" y="6930"/>
                      <a:pt x="2001" y="8930"/>
                      <a:pt x="4465" y="8930"/>
                    </a:cubicBezTo>
                    <a:lnTo>
                      <a:pt x="5977" y="8930"/>
                    </a:lnTo>
                    <a:cubicBezTo>
                      <a:pt x="8442" y="8930"/>
                      <a:pt x="10442" y="6930"/>
                      <a:pt x="10442" y="4465"/>
                    </a:cubicBezTo>
                    <a:cubicBezTo>
                      <a:pt x="10442" y="2001"/>
                      <a:pt x="8442" y="0"/>
                      <a:pt x="5977" y="0"/>
                    </a:cubicBezTo>
                    <a:close/>
                  </a:path>
                </a:pathLst>
              </a:custGeom>
              <a:solidFill>
                <a:srgbClr val="FFFFFF">
                  <a:alpha val="3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3"/>
              <p:cNvSpPr/>
              <p:nvPr/>
            </p:nvSpPr>
            <p:spPr>
              <a:xfrm>
                <a:off x="679075" y="4788700"/>
                <a:ext cx="2199765" cy="411274"/>
              </a:xfrm>
              <a:custGeom>
                <a:avLst/>
                <a:gdLst/>
                <a:ahLst/>
                <a:cxnLst/>
                <a:rect l="l" t="t" r="r" b="b"/>
                <a:pathLst>
                  <a:path w="15645" h="4466" extrusionOk="0">
                    <a:moveTo>
                      <a:pt x="4465" y="0"/>
                    </a:moveTo>
                    <a:cubicBezTo>
                      <a:pt x="2000" y="0"/>
                      <a:pt x="0" y="2000"/>
                      <a:pt x="0" y="4465"/>
                    </a:cubicBezTo>
                    <a:lnTo>
                      <a:pt x="15645" y="4465"/>
                    </a:lnTo>
                    <a:cubicBezTo>
                      <a:pt x="15645" y="2000"/>
                      <a:pt x="13645" y="0"/>
                      <a:pt x="1118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"/>
          <p:cNvSpPr txBox="1">
            <a:spLocks noGrp="1"/>
          </p:cNvSpPr>
          <p:nvPr>
            <p:ph type="subTitle" idx="1"/>
          </p:nvPr>
        </p:nvSpPr>
        <p:spPr>
          <a:xfrm>
            <a:off x="4889769" y="2491524"/>
            <a:ext cx="2861100" cy="12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4" name="Google Shape;74;p5"/>
          <p:cNvSpPr txBox="1">
            <a:spLocks noGrp="1"/>
          </p:cNvSpPr>
          <p:nvPr>
            <p:ph type="subTitle" idx="2"/>
          </p:nvPr>
        </p:nvSpPr>
        <p:spPr>
          <a:xfrm>
            <a:off x="1393131" y="2491525"/>
            <a:ext cx="2861100" cy="12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5" name="Google Shape;75;p5"/>
          <p:cNvSpPr txBox="1">
            <a:spLocks noGrp="1"/>
          </p:cNvSpPr>
          <p:nvPr>
            <p:ph type="subTitle" idx="3"/>
          </p:nvPr>
        </p:nvSpPr>
        <p:spPr>
          <a:xfrm>
            <a:off x="4889769" y="2096725"/>
            <a:ext cx="2861100" cy="41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6" name="Google Shape;76;p5"/>
          <p:cNvSpPr txBox="1">
            <a:spLocks noGrp="1"/>
          </p:cNvSpPr>
          <p:nvPr>
            <p:ph type="subTitle" idx="4"/>
          </p:nvPr>
        </p:nvSpPr>
        <p:spPr>
          <a:xfrm>
            <a:off x="1393131" y="2096725"/>
            <a:ext cx="2861100" cy="41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77" name="Google Shape;77;p5"/>
          <p:cNvGrpSpPr/>
          <p:nvPr/>
        </p:nvGrpSpPr>
        <p:grpSpPr>
          <a:xfrm>
            <a:off x="-1890525" y="-246981"/>
            <a:ext cx="12949695" cy="5390485"/>
            <a:chOff x="-1890525" y="-246981"/>
            <a:chExt cx="12949695" cy="5390485"/>
          </a:xfrm>
        </p:grpSpPr>
        <p:sp>
          <p:nvSpPr>
            <p:cNvPr id="78" name="Google Shape;78;p5"/>
            <p:cNvSpPr/>
            <p:nvPr/>
          </p:nvSpPr>
          <p:spPr>
            <a:xfrm rot="10800000" flipH="1">
              <a:off x="8762700" y="3909817"/>
              <a:ext cx="2296470" cy="822408"/>
            </a:xfrm>
            <a:custGeom>
              <a:avLst/>
              <a:gdLst/>
              <a:ahLst/>
              <a:cxnLst/>
              <a:rect l="l" t="t" r="r" b="b"/>
              <a:pathLst>
                <a:path w="22230" h="8930" extrusionOk="0">
                  <a:moveTo>
                    <a:pt x="4466" y="0"/>
                  </a:moveTo>
                  <a:cubicBezTo>
                    <a:pt x="2001" y="0"/>
                    <a:pt x="1" y="2000"/>
                    <a:pt x="1" y="4465"/>
                  </a:cubicBezTo>
                  <a:cubicBezTo>
                    <a:pt x="1" y="6930"/>
                    <a:pt x="2001" y="8930"/>
                    <a:pt x="4466" y="8930"/>
                  </a:cubicBezTo>
                  <a:lnTo>
                    <a:pt x="17765" y="8930"/>
                  </a:lnTo>
                  <a:cubicBezTo>
                    <a:pt x="20230" y="8930"/>
                    <a:pt x="22230" y="6930"/>
                    <a:pt x="22230" y="4465"/>
                  </a:cubicBezTo>
                  <a:cubicBezTo>
                    <a:pt x="22230" y="2000"/>
                    <a:pt x="20230" y="0"/>
                    <a:pt x="177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5"/>
            <p:cNvSpPr/>
            <p:nvPr/>
          </p:nvSpPr>
          <p:spPr>
            <a:xfrm rot="10800000" flipH="1">
              <a:off x="-1890525" y="962567"/>
              <a:ext cx="2296470" cy="822408"/>
            </a:xfrm>
            <a:custGeom>
              <a:avLst/>
              <a:gdLst/>
              <a:ahLst/>
              <a:cxnLst/>
              <a:rect l="l" t="t" r="r" b="b"/>
              <a:pathLst>
                <a:path w="22230" h="8930" extrusionOk="0">
                  <a:moveTo>
                    <a:pt x="4466" y="0"/>
                  </a:moveTo>
                  <a:cubicBezTo>
                    <a:pt x="2001" y="0"/>
                    <a:pt x="1" y="2000"/>
                    <a:pt x="1" y="4465"/>
                  </a:cubicBezTo>
                  <a:cubicBezTo>
                    <a:pt x="1" y="6930"/>
                    <a:pt x="2001" y="8930"/>
                    <a:pt x="4466" y="8930"/>
                  </a:cubicBezTo>
                  <a:lnTo>
                    <a:pt x="17765" y="8930"/>
                  </a:lnTo>
                  <a:cubicBezTo>
                    <a:pt x="20230" y="8930"/>
                    <a:pt x="22230" y="6930"/>
                    <a:pt x="22230" y="4465"/>
                  </a:cubicBezTo>
                  <a:cubicBezTo>
                    <a:pt x="22230" y="2000"/>
                    <a:pt x="20230" y="0"/>
                    <a:pt x="177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5"/>
            <p:cNvSpPr/>
            <p:nvPr/>
          </p:nvSpPr>
          <p:spPr>
            <a:xfrm flipH="1">
              <a:off x="7405022" y="4732223"/>
              <a:ext cx="2046056" cy="411274"/>
            </a:xfrm>
            <a:custGeom>
              <a:avLst/>
              <a:gdLst/>
              <a:ahLst/>
              <a:cxnLst/>
              <a:rect l="l" t="t" r="r" b="b"/>
              <a:pathLst>
                <a:path w="22218" h="4466" extrusionOk="0">
                  <a:moveTo>
                    <a:pt x="4465" y="0"/>
                  </a:moveTo>
                  <a:cubicBezTo>
                    <a:pt x="2001" y="0"/>
                    <a:pt x="1" y="2000"/>
                    <a:pt x="1" y="4465"/>
                  </a:cubicBezTo>
                  <a:lnTo>
                    <a:pt x="22218" y="4465"/>
                  </a:lnTo>
                  <a:cubicBezTo>
                    <a:pt x="22218" y="2000"/>
                    <a:pt x="20217" y="0"/>
                    <a:pt x="177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5"/>
            <p:cNvSpPr/>
            <p:nvPr/>
          </p:nvSpPr>
          <p:spPr>
            <a:xfrm rot="10800000" flipH="1">
              <a:off x="-1284928" y="173036"/>
              <a:ext cx="2046056" cy="822364"/>
            </a:xfrm>
            <a:custGeom>
              <a:avLst/>
              <a:gdLst/>
              <a:ahLst/>
              <a:cxnLst/>
              <a:rect l="l" t="t" r="r" b="b"/>
              <a:pathLst>
                <a:path w="22218" h="8930" extrusionOk="0">
                  <a:moveTo>
                    <a:pt x="4466" y="0"/>
                  </a:moveTo>
                  <a:cubicBezTo>
                    <a:pt x="1989" y="0"/>
                    <a:pt x="1" y="1989"/>
                    <a:pt x="1" y="4465"/>
                  </a:cubicBezTo>
                  <a:cubicBezTo>
                    <a:pt x="1" y="6942"/>
                    <a:pt x="1989" y="8930"/>
                    <a:pt x="4466" y="8930"/>
                  </a:cubicBezTo>
                  <a:lnTo>
                    <a:pt x="17753" y="8930"/>
                  </a:lnTo>
                  <a:cubicBezTo>
                    <a:pt x="20230" y="8930"/>
                    <a:pt x="22218" y="6942"/>
                    <a:pt x="22218" y="4465"/>
                  </a:cubicBezTo>
                  <a:cubicBezTo>
                    <a:pt x="22218" y="1989"/>
                    <a:pt x="20230" y="0"/>
                    <a:pt x="177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5"/>
            <p:cNvSpPr/>
            <p:nvPr/>
          </p:nvSpPr>
          <p:spPr>
            <a:xfrm rot="10800000" flipH="1">
              <a:off x="-1034805" y="173036"/>
              <a:ext cx="1440748" cy="822364"/>
            </a:xfrm>
            <a:custGeom>
              <a:avLst/>
              <a:gdLst/>
              <a:ahLst/>
              <a:cxnLst/>
              <a:rect l="l" t="t" r="r" b="b"/>
              <a:pathLst>
                <a:path w="15645" h="8930" extrusionOk="0">
                  <a:moveTo>
                    <a:pt x="4465" y="0"/>
                  </a:moveTo>
                  <a:cubicBezTo>
                    <a:pt x="1988" y="0"/>
                    <a:pt x="0" y="1989"/>
                    <a:pt x="0" y="4465"/>
                  </a:cubicBezTo>
                  <a:cubicBezTo>
                    <a:pt x="0" y="6942"/>
                    <a:pt x="1988" y="8930"/>
                    <a:pt x="4465" y="8930"/>
                  </a:cubicBezTo>
                  <a:lnTo>
                    <a:pt x="11180" y="8930"/>
                  </a:lnTo>
                  <a:cubicBezTo>
                    <a:pt x="13657" y="8930"/>
                    <a:pt x="15645" y="6942"/>
                    <a:pt x="15645" y="4465"/>
                  </a:cubicBezTo>
                  <a:cubicBezTo>
                    <a:pt x="15645" y="1989"/>
                    <a:pt x="13657" y="0"/>
                    <a:pt x="11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5"/>
            <p:cNvSpPr/>
            <p:nvPr/>
          </p:nvSpPr>
          <p:spPr>
            <a:xfrm rot="10800000" flipH="1">
              <a:off x="-982327" y="-246981"/>
              <a:ext cx="1830386" cy="822456"/>
            </a:xfrm>
            <a:custGeom>
              <a:avLst/>
              <a:gdLst/>
              <a:ahLst/>
              <a:cxnLst/>
              <a:rect l="l" t="t" r="r" b="b"/>
              <a:pathLst>
                <a:path w="15646" h="8931" extrusionOk="0">
                  <a:moveTo>
                    <a:pt x="4466" y="1"/>
                  </a:moveTo>
                  <a:cubicBezTo>
                    <a:pt x="2001" y="1"/>
                    <a:pt x="1" y="2001"/>
                    <a:pt x="1" y="4465"/>
                  </a:cubicBezTo>
                  <a:cubicBezTo>
                    <a:pt x="1" y="6930"/>
                    <a:pt x="2001" y="8930"/>
                    <a:pt x="4466" y="8930"/>
                  </a:cubicBezTo>
                  <a:lnTo>
                    <a:pt x="11181" y="8930"/>
                  </a:lnTo>
                  <a:cubicBezTo>
                    <a:pt x="13645" y="8930"/>
                    <a:pt x="15646" y="6930"/>
                    <a:pt x="15646" y="4465"/>
                  </a:cubicBezTo>
                  <a:cubicBezTo>
                    <a:pt x="15646" y="2001"/>
                    <a:pt x="13645" y="1"/>
                    <a:pt x="11181" y="1"/>
                  </a:cubicBezTo>
                  <a:close/>
                </a:path>
              </a:pathLst>
            </a:custGeom>
            <a:solidFill>
              <a:srgbClr val="FFFFFF">
                <a:alpha val="3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5"/>
            <p:cNvSpPr/>
            <p:nvPr/>
          </p:nvSpPr>
          <p:spPr>
            <a:xfrm flipH="1">
              <a:off x="7789128" y="4321140"/>
              <a:ext cx="2047161" cy="822364"/>
            </a:xfrm>
            <a:custGeom>
              <a:avLst/>
              <a:gdLst/>
              <a:ahLst/>
              <a:cxnLst/>
              <a:rect l="l" t="t" r="r" b="b"/>
              <a:pathLst>
                <a:path w="22230" h="8930" extrusionOk="0">
                  <a:moveTo>
                    <a:pt x="4466" y="0"/>
                  </a:moveTo>
                  <a:cubicBezTo>
                    <a:pt x="2001" y="0"/>
                    <a:pt x="1" y="2000"/>
                    <a:pt x="1" y="4465"/>
                  </a:cubicBezTo>
                  <a:cubicBezTo>
                    <a:pt x="1" y="6930"/>
                    <a:pt x="2001" y="8930"/>
                    <a:pt x="4466" y="8930"/>
                  </a:cubicBezTo>
                  <a:lnTo>
                    <a:pt x="17765" y="8930"/>
                  </a:lnTo>
                  <a:cubicBezTo>
                    <a:pt x="20230" y="8930"/>
                    <a:pt x="22230" y="6930"/>
                    <a:pt x="22230" y="4465"/>
                  </a:cubicBezTo>
                  <a:cubicBezTo>
                    <a:pt x="22230" y="2000"/>
                    <a:pt x="20230" y="0"/>
                    <a:pt x="17765" y="0"/>
                  </a:cubicBezTo>
                  <a:close/>
                </a:path>
              </a:pathLst>
            </a:custGeom>
            <a:solidFill>
              <a:srgbClr val="FFFFFF">
                <a:alpha val="3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87" name="Google Shape;87;p6"/>
          <p:cNvGrpSpPr/>
          <p:nvPr/>
        </p:nvGrpSpPr>
        <p:grpSpPr>
          <a:xfrm>
            <a:off x="-1890525" y="-246981"/>
            <a:ext cx="12949695" cy="5390485"/>
            <a:chOff x="-1890525" y="-246981"/>
            <a:chExt cx="12949695" cy="5390485"/>
          </a:xfrm>
        </p:grpSpPr>
        <p:sp>
          <p:nvSpPr>
            <p:cNvPr id="88" name="Google Shape;88;p6"/>
            <p:cNvSpPr/>
            <p:nvPr/>
          </p:nvSpPr>
          <p:spPr>
            <a:xfrm rot="10800000" flipH="1">
              <a:off x="8762700" y="3909817"/>
              <a:ext cx="2296470" cy="822408"/>
            </a:xfrm>
            <a:custGeom>
              <a:avLst/>
              <a:gdLst/>
              <a:ahLst/>
              <a:cxnLst/>
              <a:rect l="l" t="t" r="r" b="b"/>
              <a:pathLst>
                <a:path w="22230" h="8930" extrusionOk="0">
                  <a:moveTo>
                    <a:pt x="4466" y="0"/>
                  </a:moveTo>
                  <a:cubicBezTo>
                    <a:pt x="2001" y="0"/>
                    <a:pt x="1" y="2000"/>
                    <a:pt x="1" y="4465"/>
                  </a:cubicBezTo>
                  <a:cubicBezTo>
                    <a:pt x="1" y="6930"/>
                    <a:pt x="2001" y="8930"/>
                    <a:pt x="4466" y="8930"/>
                  </a:cubicBezTo>
                  <a:lnTo>
                    <a:pt x="17765" y="8930"/>
                  </a:lnTo>
                  <a:cubicBezTo>
                    <a:pt x="20230" y="8930"/>
                    <a:pt x="22230" y="6930"/>
                    <a:pt x="22230" y="4465"/>
                  </a:cubicBezTo>
                  <a:cubicBezTo>
                    <a:pt x="22230" y="2000"/>
                    <a:pt x="20230" y="0"/>
                    <a:pt x="177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6"/>
            <p:cNvSpPr/>
            <p:nvPr/>
          </p:nvSpPr>
          <p:spPr>
            <a:xfrm rot="10800000" flipH="1">
              <a:off x="-1890525" y="962567"/>
              <a:ext cx="2296470" cy="822408"/>
            </a:xfrm>
            <a:custGeom>
              <a:avLst/>
              <a:gdLst/>
              <a:ahLst/>
              <a:cxnLst/>
              <a:rect l="l" t="t" r="r" b="b"/>
              <a:pathLst>
                <a:path w="22230" h="8930" extrusionOk="0">
                  <a:moveTo>
                    <a:pt x="4466" y="0"/>
                  </a:moveTo>
                  <a:cubicBezTo>
                    <a:pt x="2001" y="0"/>
                    <a:pt x="1" y="2000"/>
                    <a:pt x="1" y="4465"/>
                  </a:cubicBezTo>
                  <a:cubicBezTo>
                    <a:pt x="1" y="6930"/>
                    <a:pt x="2001" y="8930"/>
                    <a:pt x="4466" y="8930"/>
                  </a:cubicBezTo>
                  <a:lnTo>
                    <a:pt x="17765" y="8930"/>
                  </a:lnTo>
                  <a:cubicBezTo>
                    <a:pt x="20230" y="8930"/>
                    <a:pt x="22230" y="6930"/>
                    <a:pt x="22230" y="4465"/>
                  </a:cubicBezTo>
                  <a:cubicBezTo>
                    <a:pt x="22230" y="2000"/>
                    <a:pt x="20230" y="0"/>
                    <a:pt x="177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6"/>
            <p:cNvSpPr/>
            <p:nvPr/>
          </p:nvSpPr>
          <p:spPr>
            <a:xfrm flipH="1">
              <a:off x="7405022" y="4732223"/>
              <a:ext cx="2046056" cy="411274"/>
            </a:xfrm>
            <a:custGeom>
              <a:avLst/>
              <a:gdLst/>
              <a:ahLst/>
              <a:cxnLst/>
              <a:rect l="l" t="t" r="r" b="b"/>
              <a:pathLst>
                <a:path w="22218" h="4466" extrusionOk="0">
                  <a:moveTo>
                    <a:pt x="4465" y="0"/>
                  </a:moveTo>
                  <a:cubicBezTo>
                    <a:pt x="2001" y="0"/>
                    <a:pt x="1" y="2000"/>
                    <a:pt x="1" y="4465"/>
                  </a:cubicBezTo>
                  <a:lnTo>
                    <a:pt x="22218" y="4465"/>
                  </a:lnTo>
                  <a:cubicBezTo>
                    <a:pt x="22218" y="2000"/>
                    <a:pt x="20217" y="0"/>
                    <a:pt x="177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6"/>
            <p:cNvSpPr/>
            <p:nvPr/>
          </p:nvSpPr>
          <p:spPr>
            <a:xfrm rot="10800000" flipH="1">
              <a:off x="-1284928" y="173036"/>
              <a:ext cx="2046056" cy="822364"/>
            </a:xfrm>
            <a:custGeom>
              <a:avLst/>
              <a:gdLst/>
              <a:ahLst/>
              <a:cxnLst/>
              <a:rect l="l" t="t" r="r" b="b"/>
              <a:pathLst>
                <a:path w="22218" h="8930" extrusionOk="0">
                  <a:moveTo>
                    <a:pt x="4466" y="0"/>
                  </a:moveTo>
                  <a:cubicBezTo>
                    <a:pt x="1989" y="0"/>
                    <a:pt x="1" y="1989"/>
                    <a:pt x="1" y="4465"/>
                  </a:cubicBezTo>
                  <a:cubicBezTo>
                    <a:pt x="1" y="6942"/>
                    <a:pt x="1989" y="8930"/>
                    <a:pt x="4466" y="8930"/>
                  </a:cubicBezTo>
                  <a:lnTo>
                    <a:pt x="17753" y="8930"/>
                  </a:lnTo>
                  <a:cubicBezTo>
                    <a:pt x="20230" y="8930"/>
                    <a:pt x="22218" y="6942"/>
                    <a:pt x="22218" y="4465"/>
                  </a:cubicBezTo>
                  <a:cubicBezTo>
                    <a:pt x="22218" y="1989"/>
                    <a:pt x="20230" y="0"/>
                    <a:pt x="177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6"/>
            <p:cNvSpPr/>
            <p:nvPr/>
          </p:nvSpPr>
          <p:spPr>
            <a:xfrm rot="10800000" flipH="1">
              <a:off x="-1034805" y="173036"/>
              <a:ext cx="1440748" cy="822364"/>
            </a:xfrm>
            <a:custGeom>
              <a:avLst/>
              <a:gdLst/>
              <a:ahLst/>
              <a:cxnLst/>
              <a:rect l="l" t="t" r="r" b="b"/>
              <a:pathLst>
                <a:path w="15645" h="8930" extrusionOk="0">
                  <a:moveTo>
                    <a:pt x="4465" y="0"/>
                  </a:moveTo>
                  <a:cubicBezTo>
                    <a:pt x="1988" y="0"/>
                    <a:pt x="0" y="1989"/>
                    <a:pt x="0" y="4465"/>
                  </a:cubicBezTo>
                  <a:cubicBezTo>
                    <a:pt x="0" y="6942"/>
                    <a:pt x="1988" y="8930"/>
                    <a:pt x="4465" y="8930"/>
                  </a:cubicBezTo>
                  <a:lnTo>
                    <a:pt x="11180" y="8930"/>
                  </a:lnTo>
                  <a:cubicBezTo>
                    <a:pt x="13657" y="8930"/>
                    <a:pt x="15645" y="6942"/>
                    <a:pt x="15645" y="4465"/>
                  </a:cubicBezTo>
                  <a:cubicBezTo>
                    <a:pt x="15645" y="1989"/>
                    <a:pt x="13657" y="0"/>
                    <a:pt x="11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6"/>
            <p:cNvSpPr/>
            <p:nvPr/>
          </p:nvSpPr>
          <p:spPr>
            <a:xfrm rot="10800000" flipH="1">
              <a:off x="-982327" y="-246981"/>
              <a:ext cx="1830386" cy="822456"/>
            </a:xfrm>
            <a:custGeom>
              <a:avLst/>
              <a:gdLst/>
              <a:ahLst/>
              <a:cxnLst/>
              <a:rect l="l" t="t" r="r" b="b"/>
              <a:pathLst>
                <a:path w="15646" h="8931" extrusionOk="0">
                  <a:moveTo>
                    <a:pt x="4466" y="1"/>
                  </a:moveTo>
                  <a:cubicBezTo>
                    <a:pt x="2001" y="1"/>
                    <a:pt x="1" y="2001"/>
                    <a:pt x="1" y="4465"/>
                  </a:cubicBezTo>
                  <a:cubicBezTo>
                    <a:pt x="1" y="6930"/>
                    <a:pt x="2001" y="8930"/>
                    <a:pt x="4466" y="8930"/>
                  </a:cubicBezTo>
                  <a:lnTo>
                    <a:pt x="11181" y="8930"/>
                  </a:lnTo>
                  <a:cubicBezTo>
                    <a:pt x="13645" y="8930"/>
                    <a:pt x="15646" y="6930"/>
                    <a:pt x="15646" y="4465"/>
                  </a:cubicBezTo>
                  <a:cubicBezTo>
                    <a:pt x="15646" y="2001"/>
                    <a:pt x="13645" y="1"/>
                    <a:pt x="11181" y="1"/>
                  </a:cubicBezTo>
                  <a:close/>
                </a:path>
              </a:pathLst>
            </a:custGeom>
            <a:solidFill>
              <a:srgbClr val="FFFFFF">
                <a:alpha val="3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6"/>
            <p:cNvSpPr/>
            <p:nvPr/>
          </p:nvSpPr>
          <p:spPr>
            <a:xfrm flipH="1">
              <a:off x="7789128" y="4321140"/>
              <a:ext cx="2047161" cy="822364"/>
            </a:xfrm>
            <a:custGeom>
              <a:avLst/>
              <a:gdLst/>
              <a:ahLst/>
              <a:cxnLst/>
              <a:rect l="l" t="t" r="r" b="b"/>
              <a:pathLst>
                <a:path w="22230" h="8930" extrusionOk="0">
                  <a:moveTo>
                    <a:pt x="4466" y="0"/>
                  </a:moveTo>
                  <a:cubicBezTo>
                    <a:pt x="2001" y="0"/>
                    <a:pt x="1" y="2000"/>
                    <a:pt x="1" y="4465"/>
                  </a:cubicBezTo>
                  <a:cubicBezTo>
                    <a:pt x="1" y="6930"/>
                    <a:pt x="2001" y="8930"/>
                    <a:pt x="4466" y="8930"/>
                  </a:cubicBezTo>
                  <a:lnTo>
                    <a:pt x="17765" y="8930"/>
                  </a:lnTo>
                  <a:cubicBezTo>
                    <a:pt x="20230" y="8930"/>
                    <a:pt x="22230" y="6930"/>
                    <a:pt x="22230" y="4465"/>
                  </a:cubicBezTo>
                  <a:cubicBezTo>
                    <a:pt x="22230" y="2000"/>
                    <a:pt x="20230" y="0"/>
                    <a:pt x="17765" y="0"/>
                  </a:cubicBezTo>
                  <a:close/>
                </a:path>
              </a:pathLst>
            </a:custGeom>
            <a:solidFill>
              <a:srgbClr val="FFFFFF">
                <a:alpha val="3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>
            <a:spLocks noGrp="1"/>
          </p:cNvSpPr>
          <p:nvPr>
            <p:ph type="title"/>
          </p:nvPr>
        </p:nvSpPr>
        <p:spPr>
          <a:xfrm>
            <a:off x="720000" y="1015750"/>
            <a:ext cx="3625500" cy="140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subTitle" idx="1"/>
          </p:nvPr>
        </p:nvSpPr>
        <p:spPr>
          <a:xfrm>
            <a:off x="720000" y="2724350"/>
            <a:ext cx="3625500" cy="14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9"/>
          <p:cNvSpPr>
            <a:spLocks noGrp="1"/>
          </p:cNvSpPr>
          <p:nvPr>
            <p:ph type="pic" idx="2"/>
          </p:nvPr>
        </p:nvSpPr>
        <p:spPr>
          <a:xfrm>
            <a:off x="4572000" y="1078175"/>
            <a:ext cx="6182100" cy="2987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grpSp>
        <p:nvGrpSpPr>
          <p:cNvPr id="135" name="Google Shape;135;p9"/>
          <p:cNvGrpSpPr/>
          <p:nvPr/>
        </p:nvGrpSpPr>
        <p:grpSpPr>
          <a:xfrm>
            <a:off x="-1225540" y="-279963"/>
            <a:ext cx="11706671" cy="5725369"/>
            <a:chOff x="-1225540" y="-279963"/>
            <a:chExt cx="11706671" cy="5725369"/>
          </a:xfrm>
        </p:grpSpPr>
        <p:sp>
          <p:nvSpPr>
            <p:cNvPr id="136" name="Google Shape;136;p9"/>
            <p:cNvSpPr/>
            <p:nvPr/>
          </p:nvSpPr>
          <p:spPr>
            <a:xfrm>
              <a:off x="-359575" y="4608569"/>
              <a:ext cx="2046056" cy="532827"/>
            </a:xfrm>
            <a:custGeom>
              <a:avLst/>
              <a:gdLst/>
              <a:ahLst/>
              <a:cxnLst/>
              <a:rect l="l" t="t" r="r" b="b"/>
              <a:pathLst>
                <a:path w="22218" h="4466" extrusionOk="0">
                  <a:moveTo>
                    <a:pt x="4465" y="0"/>
                  </a:moveTo>
                  <a:cubicBezTo>
                    <a:pt x="2001" y="0"/>
                    <a:pt x="1" y="2000"/>
                    <a:pt x="1" y="4465"/>
                  </a:cubicBezTo>
                  <a:lnTo>
                    <a:pt x="22218" y="4465"/>
                  </a:lnTo>
                  <a:cubicBezTo>
                    <a:pt x="22218" y="2000"/>
                    <a:pt x="20217" y="0"/>
                    <a:pt x="177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9"/>
            <p:cNvSpPr/>
            <p:nvPr/>
          </p:nvSpPr>
          <p:spPr>
            <a:xfrm>
              <a:off x="-1169518" y="4432943"/>
              <a:ext cx="2047161" cy="822364"/>
            </a:xfrm>
            <a:custGeom>
              <a:avLst/>
              <a:gdLst/>
              <a:ahLst/>
              <a:cxnLst/>
              <a:rect l="l" t="t" r="r" b="b"/>
              <a:pathLst>
                <a:path w="22230" h="8930" extrusionOk="0">
                  <a:moveTo>
                    <a:pt x="4465" y="0"/>
                  </a:moveTo>
                  <a:cubicBezTo>
                    <a:pt x="2001" y="0"/>
                    <a:pt x="0" y="2000"/>
                    <a:pt x="0" y="4465"/>
                  </a:cubicBezTo>
                  <a:cubicBezTo>
                    <a:pt x="0" y="6930"/>
                    <a:pt x="2001" y="8930"/>
                    <a:pt x="4465" y="8930"/>
                  </a:cubicBezTo>
                  <a:lnTo>
                    <a:pt x="17765" y="8930"/>
                  </a:lnTo>
                  <a:cubicBezTo>
                    <a:pt x="20229" y="8930"/>
                    <a:pt x="22229" y="6930"/>
                    <a:pt x="22229" y="4465"/>
                  </a:cubicBezTo>
                  <a:cubicBezTo>
                    <a:pt x="22229" y="2000"/>
                    <a:pt x="20229" y="0"/>
                    <a:pt x="177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138" name="Google Shape;138;p9"/>
            <p:cNvSpPr/>
            <p:nvPr/>
          </p:nvSpPr>
          <p:spPr>
            <a:xfrm rot="10800000" flipH="1">
              <a:off x="8430763" y="4622950"/>
              <a:ext cx="1319097" cy="822456"/>
            </a:xfrm>
            <a:custGeom>
              <a:avLst/>
              <a:gdLst/>
              <a:ahLst/>
              <a:cxnLst/>
              <a:rect l="l" t="t" r="r" b="b"/>
              <a:pathLst>
                <a:path w="14324" h="8931" extrusionOk="0">
                  <a:moveTo>
                    <a:pt x="4465" y="0"/>
                  </a:moveTo>
                  <a:cubicBezTo>
                    <a:pt x="2001" y="0"/>
                    <a:pt x="1" y="2001"/>
                    <a:pt x="1" y="4465"/>
                  </a:cubicBezTo>
                  <a:cubicBezTo>
                    <a:pt x="1" y="6930"/>
                    <a:pt x="2001" y="8930"/>
                    <a:pt x="4465" y="8930"/>
                  </a:cubicBezTo>
                  <a:lnTo>
                    <a:pt x="9859" y="8930"/>
                  </a:lnTo>
                  <a:cubicBezTo>
                    <a:pt x="12324" y="8930"/>
                    <a:pt x="14324" y="6930"/>
                    <a:pt x="14324" y="4465"/>
                  </a:cubicBezTo>
                  <a:cubicBezTo>
                    <a:pt x="14324" y="2001"/>
                    <a:pt x="12324" y="0"/>
                    <a:pt x="9859" y="0"/>
                  </a:cubicBezTo>
                  <a:close/>
                </a:path>
              </a:pathLst>
            </a:custGeom>
            <a:solidFill>
              <a:srgbClr val="33B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9"/>
            <p:cNvSpPr/>
            <p:nvPr/>
          </p:nvSpPr>
          <p:spPr>
            <a:xfrm rot="10800000" flipH="1">
              <a:off x="6776575" y="-279957"/>
              <a:ext cx="2581010" cy="822344"/>
            </a:xfrm>
            <a:custGeom>
              <a:avLst/>
              <a:gdLst/>
              <a:ahLst/>
              <a:cxnLst/>
              <a:rect l="l" t="t" r="r" b="b"/>
              <a:pathLst>
                <a:path w="22218" h="8931" extrusionOk="0">
                  <a:moveTo>
                    <a:pt x="4465" y="1"/>
                  </a:moveTo>
                  <a:cubicBezTo>
                    <a:pt x="1988" y="1"/>
                    <a:pt x="0" y="1989"/>
                    <a:pt x="0" y="4466"/>
                  </a:cubicBezTo>
                  <a:cubicBezTo>
                    <a:pt x="0" y="6942"/>
                    <a:pt x="1988" y="8931"/>
                    <a:pt x="4465" y="8931"/>
                  </a:cubicBezTo>
                  <a:lnTo>
                    <a:pt x="17752" y="8931"/>
                  </a:lnTo>
                  <a:cubicBezTo>
                    <a:pt x="20229" y="8931"/>
                    <a:pt x="22217" y="6942"/>
                    <a:pt x="22217" y="4466"/>
                  </a:cubicBezTo>
                  <a:cubicBezTo>
                    <a:pt x="22217" y="1989"/>
                    <a:pt x="20229" y="1"/>
                    <a:pt x="1775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9"/>
            <p:cNvSpPr/>
            <p:nvPr/>
          </p:nvSpPr>
          <p:spPr>
            <a:xfrm rot="10800000" flipH="1">
              <a:off x="7576407" y="139562"/>
              <a:ext cx="2183166" cy="822344"/>
            </a:xfrm>
            <a:custGeom>
              <a:avLst/>
              <a:gdLst/>
              <a:ahLst/>
              <a:cxnLst/>
              <a:rect l="l" t="t" r="r" b="b"/>
              <a:pathLst>
                <a:path w="22229" h="8931" extrusionOk="0">
                  <a:moveTo>
                    <a:pt x="4465" y="1"/>
                  </a:moveTo>
                  <a:cubicBezTo>
                    <a:pt x="1988" y="1"/>
                    <a:pt x="0" y="1989"/>
                    <a:pt x="0" y="4466"/>
                  </a:cubicBezTo>
                  <a:cubicBezTo>
                    <a:pt x="0" y="6942"/>
                    <a:pt x="1988" y="8931"/>
                    <a:pt x="4465" y="8931"/>
                  </a:cubicBezTo>
                  <a:lnTo>
                    <a:pt x="17764" y="8931"/>
                  </a:lnTo>
                  <a:cubicBezTo>
                    <a:pt x="20229" y="8931"/>
                    <a:pt x="22229" y="6942"/>
                    <a:pt x="22229" y="4466"/>
                  </a:cubicBezTo>
                  <a:cubicBezTo>
                    <a:pt x="22229" y="1989"/>
                    <a:pt x="20229" y="1"/>
                    <a:pt x="177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9"/>
            <p:cNvSpPr/>
            <p:nvPr/>
          </p:nvSpPr>
          <p:spPr>
            <a:xfrm rot="10800000" flipH="1">
              <a:off x="8299046" y="-279963"/>
              <a:ext cx="2182085" cy="822344"/>
            </a:xfrm>
            <a:custGeom>
              <a:avLst/>
              <a:gdLst/>
              <a:ahLst/>
              <a:cxnLst/>
              <a:rect l="l" t="t" r="r" b="b"/>
              <a:pathLst>
                <a:path w="22218" h="8931" extrusionOk="0">
                  <a:moveTo>
                    <a:pt x="4465" y="1"/>
                  </a:moveTo>
                  <a:cubicBezTo>
                    <a:pt x="1988" y="1"/>
                    <a:pt x="0" y="1989"/>
                    <a:pt x="0" y="4466"/>
                  </a:cubicBezTo>
                  <a:cubicBezTo>
                    <a:pt x="0" y="6942"/>
                    <a:pt x="1988" y="8931"/>
                    <a:pt x="4465" y="8931"/>
                  </a:cubicBezTo>
                  <a:lnTo>
                    <a:pt x="17752" y="8931"/>
                  </a:lnTo>
                  <a:cubicBezTo>
                    <a:pt x="20229" y="8931"/>
                    <a:pt x="22217" y="6942"/>
                    <a:pt x="22217" y="4466"/>
                  </a:cubicBezTo>
                  <a:cubicBezTo>
                    <a:pt x="22217" y="1989"/>
                    <a:pt x="20229" y="1"/>
                    <a:pt x="17752" y="1"/>
                  </a:cubicBezTo>
                  <a:close/>
                </a:path>
              </a:pathLst>
            </a:custGeom>
            <a:solidFill>
              <a:srgbClr val="FFFFFF">
                <a:alpha val="3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9"/>
            <p:cNvSpPr/>
            <p:nvPr/>
          </p:nvSpPr>
          <p:spPr>
            <a:xfrm rot="10800000" flipH="1">
              <a:off x="8642450" y="4242847"/>
              <a:ext cx="895696" cy="814440"/>
            </a:xfrm>
            <a:custGeom>
              <a:avLst/>
              <a:gdLst/>
              <a:ahLst/>
              <a:cxnLst/>
              <a:rect l="l" t="t" r="r" b="b"/>
              <a:pathLst>
                <a:path w="10443" h="8931" extrusionOk="0">
                  <a:moveTo>
                    <a:pt x="4465" y="0"/>
                  </a:moveTo>
                  <a:cubicBezTo>
                    <a:pt x="2001" y="0"/>
                    <a:pt x="0" y="2001"/>
                    <a:pt x="0" y="4465"/>
                  </a:cubicBezTo>
                  <a:cubicBezTo>
                    <a:pt x="0" y="6930"/>
                    <a:pt x="2001" y="8930"/>
                    <a:pt x="4465" y="8930"/>
                  </a:cubicBezTo>
                  <a:lnTo>
                    <a:pt x="5977" y="8930"/>
                  </a:lnTo>
                  <a:cubicBezTo>
                    <a:pt x="8442" y="8930"/>
                    <a:pt x="10442" y="6930"/>
                    <a:pt x="10442" y="4465"/>
                  </a:cubicBezTo>
                  <a:cubicBezTo>
                    <a:pt x="10442" y="2001"/>
                    <a:pt x="8442" y="0"/>
                    <a:pt x="5977" y="0"/>
                  </a:cubicBezTo>
                  <a:close/>
                </a:path>
              </a:pathLst>
            </a:custGeom>
            <a:solidFill>
              <a:srgbClr val="FFFFFF">
                <a:alpha val="3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9"/>
            <p:cNvSpPr/>
            <p:nvPr/>
          </p:nvSpPr>
          <p:spPr>
            <a:xfrm rot="10800000" flipH="1">
              <a:off x="-1225540" y="4065269"/>
              <a:ext cx="1830386" cy="822456"/>
            </a:xfrm>
            <a:custGeom>
              <a:avLst/>
              <a:gdLst/>
              <a:ahLst/>
              <a:cxnLst/>
              <a:rect l="l" t="t" r="r" b="b"/>
              <a:pathLst>
                <a:path w="15646" h="8931" extrusionOk="0">
                  <a:moveTo>
                    <a:pt x="4466" y="1"/>
                  </a:moveTo>
                  <a:cubicBezTo>
                    <a:pt x="2001" y="1"/>
                    <a:pt x="1" y="2001"/>
                    <a:pt x="1" y="4465"/>
                  </a:cubicBezTo>
                  <a:cubicBezTo>
                    <a:pt x="1" y="6930"/>
                    <a:pt x="2001" y="8930"/>
                    <a:pt x="4466" y="8930"/>
                  </a:cubicBezTo>
                  <a:lnTo>
                    <a:pt x="11181" y="8930"/>
                  </a:lnTo>
                  <a:cubicBezTo>
                    <a:pt x="13645" y="8930"/>
                    <a:pt x="15646" y="6930"/>
                    <a:pt x="15646" y="4465"/>
                  </a:cubicBezTo>
                  <a:cubicBezTo>
                    <a:pt x="15646" y="2001"/>
                    <a:pt x="13645" y="1"/>
                    <a:pt x="11181" y="1"/>
                  </a:cubicBezTo>
                  <a:close/>
                </a:path>
              </a:pathLst>
            </a:custGeom>
            <a:solidFill>
              <a:srgbClr val="FFFFFF">
                <a:alpha val="3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3"/>
          <p:cNvSpPr txBox="1">
            <a:spLocks noGrp="1"/>
          </p:cNvSpPr>
          <p:nvPr>
            <p:ph type="subTitle" idx="1"/>
          </p:nvPr>
        </p:nvSpPr>
        <p:spPr>
          <a:xfrm>
            <a:off x="1827000" y="1572850"/>
            <a:ext cx="4188600" cy="3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3"/>
          <p:cNvSpPr txBox="1">
            <a:spLocks noGrp="1"/>
          </p:cNvSpPr>
          <p:nvPr>
            <p:ph type="subTitle" idx="2"/>
          </p:nvPr>
        </p:nvSpPr>
        <p:spPr>
          <a:xfrm>
            <a:off x="1827000" y="2443125"/>
            <a:ext cx="4188600" cy="3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13"/>
          <p:cNvSpPr txBox="1">
            <a:spLocks noGrp="1"/>
          </p:cNvSpPr>
          <p:nvPr>
            <p:ph type="subTitle" idx="3"/>
          </p:nvPr>
        </p:nvSpPr>
        <p:spPr>
          <a:xfrm>
            <a:off x="1827000" y="3313400"/>
            <a:ext cx="4188600" cy="3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3"/>
          <p:cNvSpPr txBox="1">
            <a:spLocks noGrp="1"/>
          </p:cNvSpPr>
          <p:nvPr>
            <p:ph type="subTitle" idx="4"/>
          </p:nvPr>
        </p:nvSpPr>
        <p:spPr>
          <a:xfrm>
            <a:off x="1827000" y="4183675"/>
            <a:ext cx="4188600" cy="3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13"/>
          <p:cNvSpPr txBox="1">
            <a:spLocks noGrp="1"/>
          </p:cNvSpPr>
          <p:nvPr>
            <p:ph type="title" idx="5" hasCustomPrompt="1"/>
          </p:nvPr>
        </p:nvSpPr>
        <p:spPr>
          <a:xfrm>
            <a:off x="720001" y="1255800"/>
            <a:ext cx="954600" cy="6402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1" name="Google Shape;181;p13"/>
          <p:cNvSpPr txBox="1">
            <a:spLocks noGrp="1"/>
          </p:cNvSpPr>
          <p:nvPr>
            <p:ph type="title" idx="6" hasCustomPrompt="1"/>
          </p:nvPr>
        </p:nvSpPr>
        <p:spPr>
          <a:xfrm>
            <a:off x="720001" y="2996397"/>
            <a:ext cx="954600" cy="6402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2" name="Google Shape;182;p13"/>
          <p:cNvSpPr txBox="1">
            <a:spLocks noGrp="1"/>
          </p:cNvSpPr>
          <p:nvPr>
            <p:ph type="title" idx="7" hasCustomPrompt="1"/>
          </p:nvPr>
        </p:nvSpPr>
        <p:spPr>
          <a:xfrm>
            <a:off x="720001" y="2126099"/>
            <a:ext cx="954600" cy="6402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3" name="Google Shape;183;p13"/>
          <p:cNvSpPr txBox="1">
            <a:spLocks noGrp="1"/>
          </p:cNvSpPr>
          <p:nvPr>
            <p:ph type="title" idx="8" hasCustomPrompt="1"/>
          </p:nvPr>
        </p:nvSpPr>
        <p:spPr>
          <a:xfrm>
            <a:off x="720001" y="3866696"/>
            <a:ext cx="954600" cy="6402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4" name="Google Shape;184;p13"/>
          <p:cNvSpPr txBox="1">
            <a:spLocks noGrp="1"/>
          </p:cNvSpPr>
          <p:nvPr>
            <p:ph type="subTitle" idx="9"/>
          </p:nvPr>
        </p:nvSpPr>
        <p:spPr>
          <a:xfrm>
            <a:off x="1827000" y="1255800"/>
            <a:ext cx="4188600" cy="48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85" name="Google Shape;185;p13"/>
          <p:cNvSpPr txBox="1">
            <a:spLocks noGrp="1"/>
          </p:cNvSpPr>
          <p:nvPr>
            <p:ph type="subTitle" idx="13"/>
          </p:nvPr>
        </p:nvSpPr>
        <p:spPr>
          <a:xfrm>
            <a:off x="1827000" y="2126100"/>
            <a:ext cx="4188600" cy="48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86" name="Google Shape;186;p13"/>
          <p:cNvSpPr txBox="1">
            <a:spLocks noGrp="1"/>
          </p:cNvSpPr>
          <p:nvPr>
            <p:ph type="subTitle" idx="14"/>
          </p:nvPr>
        </p:nvSpPr>
        <p:spPr>
          <a:xfrm>
            <a:off x="1827000" y="2996400"/>
            <a:ext cx="4188600" cy="48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subTitle" idx="15"/>
          </p:nvPr>
        </p:nvSpPr>
        <p:spPr>
          <a:xfrm>
            <a:off x="1827000" y="3866700"/>
            <a:ext cx="4188600" cy="48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88" name="Google Shape;188;p13"/>
          <p:cNvGrpSpPr/>
          <p:nvPr/>
        </p:nvGrpSpPr>
        <p:grpSpPr>
          <a:xfrm>
            <a:off x="6939308" y="-33495"/>
            <a:ext cx="4590678" cy="5258844"/>
            <a:chOff x="6939308" y="-33495"/>
            <a:chExt cx="4590678" cy="5258844"/>
          </a:xfrm>
        </p:grpSpPr>
        <p:sp>
          <p:nvSpPr>
            <p:cNvPr id="189" name="Google Shape;189;p13"/>
            <p:cNvSpPr/>
            <p:nvPr/>
          </p:nvSpPr>
          <p:spPr>
            <a:xfrm>
              <a:off x="8313975" y="3220150"/>
              <a:ext cx="1905638" cy="778205"/>
            </a:xfrm>
            <a:custGeom>
              <a:avLst/>
              <a:gdLst/>
              <a:ahLst/>
              <a:cxnLst/>
              <a:rect l="l" t="t" r="r" b="b"/>
              <a:pathLst>
                <a:path w="22218" h="8930" extrusionOk="0">
                  <a:moveTo>
                    <a:pt x="4465" y="0"/>
                  </a:moveTo>
                  <a:cubicBezTo>
                    <a:pt x="1989" y="0"/>
                    <a:pt x="0" y="1988"/>
                    <a:pt x="0" y="4465"/>
                  </a:cubicBezTo>
                  <a:cubicBezTo>
                    <a:pt x="0" y="6929"/>
                    <a:pt x="1989" y="8930"/>
                    <a:pt x="4465" y="8930"/>
                  </a:cubicBezTo>
                  <a:lnTo>
                    <a:pt x="17752" y="8930"/>
                  </a:lnTo>
                  <a:cubicBezTo>
                    <a:pt x="20229" y="8930"/>
                    <a:pt x="22217" y="6929"/>
                    <a:pt x="22217" y="4465"/>
                  </a:cubicBezTo>
                  <a:cubicBezTo>
                    <a:pt x="22217" y="1988"/>
                    <a:pt x="20229" y="0"/>
                    <a:pt x="177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3"/>
            <p:cNvSpPr/>
            <p:nvPr/>
          </p:nvSpPr>
          <p:spPr>
            <a:xfrm>
              <a:off x="8313975" y="1399200"/>
              <a:ext cx="1905638" cy="822386"/>
            </a:xfrm>
            <a:custGeom>
              <a:avLst/>
              <a:gdLst/>
              <a:ahLst/>
              <a:cxnLst/>
              <a:rect l="l" t="t" r="r" b="b"/>
              <a:pathLst>
                <a:path w="22218" h="8930" extrusionOk="0">
                  <a:moveTo>
                    <a:pt x="4465" y="0"/>
                  </a:moveTo>
                  <a:cubicBezTo>
                    <a:pt x="1989" y="0"/>
                    <a:pt x="0" y="1988"/>
                    <a:pt x="0" y="4465"/>
                  </a:cubicBezTo>
                  <a:cubicBezTo>
                    <a:pt x="0" y="6929"/>
                    <a:pt x="1989" y="8930"/>
                    <a:pt x="4465" y="8930"/>
                  </a:cubicBezTo>
                  <a:lnTo>
                    <a:pt x="17752" y="8930"/>
                  </a:lnTo>
                  <a:cubicBezTo>
                    <a:pt x="20229" y="8930"/>
                    <a:pt x="22217" y="6929"/>
                    <a:pt x="22217" y="4465"/>
                  </a:cubicBezTo>
                  <a:cubicBezTo>
                    <a:pt x="22217" y="1988"/>
                    <a:pt x="20229" y="0"/>
                    <a:pt x="177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3"/>
            <p:cNvSpPr/>
            <p:nvPr/>
          </p:nvSpPr>
          <p:spPr>
            <a:xfrm>
              <a:off x="8108351" y="2176758"/>
              <a:ext cx="2484671" cy="765881"/>
            </a:xfrm>
            <a:custGeom>
              <a:avLst/>
              <a:gdLst/>
              <a:ahLst/>
              <a:cxnLst/>
              <a:rect l="l" t="t" r="r" b="b"/>
              <a:pathLst>
                <a:path w="28969" h="8930" extrusionOk="0">
                  <a:moveTo>
                    <a:pt x="4465" y="0"/>
                  </a:moveTo>
                  <a:cubicBezTo>
                    <a:pt x="1989" y="0"/>
                    <a:pt x="0" y="1988"/>
                    <a:pt x="0" y="4465"/>
                  </a:cubicBezTo>
                  <a:cubicBezTo>
                    <a:pt x="0" y="6929"/>
                    <a:pt x="1989" y="8930"/>
                    <a:pt x="4465" y="8930"/>
                  </a:cubicBezTo>
                  <a:lnTo>
                    <a:pt x="24503" y="8930"/>
                  </a:lnTo>
                  <a:cubicBezTo>
                    <a:pt x="26980" y="8930"/>
                    <a:pt x="28968" y="6929"/>
                    <a:pt x="28968" y="4465"/>
                  </a:cubicBezTo>
                  <a:cubicBezTo>
                    <a:pt x="28968" y="1988"/>
                    <a:pt x="26980" y="0"/>
                    <a:pt x="245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3"/>
            <p:cNvSpPr/>
            <p:nvPr/>
          </p:nvSpPr>
          <p:spPr>
            <a:xfrm>
              <a:off x="8309065" y="-33495"/>
              <a:ext cx="3220921" cy="765881"/>
            </a:xfrm>
            <a:custGeom>
              <a:avLst/>
              <a:gdLst/>
              <a:ahLst/>
              <a:cxnLst/>
              <a:rect l="l" t="t" r="r" b="b"/>
              <a:pathLst>
                <a:path w="37553" h="8930" extrusionOk="0">
                  <a:moveTo>
                    <a:pt x="4465" y="0"/>
                  </a:moveTo>
                  <a:cubicBezTo>
                    <a:pt x="1988" y="0"/>
                    <a:pt x="0" y="1989"/>
                    <a:pt x="0" y="4465"/>
                  </a:cubicBezTo>
                  <a:cubicBezTo>
                    <a:pt x="0" y="6942"/>
                    <a:pt x="1988" y="8930"/>
                    <a:pt x="4465" y="8930"/>
                  </a:cubicBezTo>
                  <a:lnTo>
                    <a:pt x="33088" y="8930"/>
                  </a:lnTo>
                  <a:cubicBezTo>
                    <a:pt x="35564" y="8930"/>
                    <a:pt x="37552" y="6942"/>
                    <a:pt x="37552" y="4465"/>
                  </a:cubicBezTo>
                  <a:cubicBezTo>
                    <a:pt x="37552" y="1989"/>
                    <a:pt x="35564" y="0"/>
                    <a:pt x="330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3"/>
            <p:cNvSpPr/>
            <p:nvPr/>
          </p:nvSpPr>
          <p:spPr>
            <a:xfrm>
              <a:off x="8080342" y="2545385"/>
              <a:ext cx="1906667" cy="765881"/>
            </a:xfrm>
            <a:custGeom>
              <a:avLst/>
              <a:gdLst/>
              <a:ahLst/>
              <a:cxnLst/>
              <a:rect l="l" t="t" r="r" b="b"/>
              <a:pathLst>
                <a:path w="22230" h="8930" extrusionOk="0">
                  <a:moveTo>
                    <a:pt x="4466" y="0"/>
                  </a:moveTo>
                  <a:cubicBezTo>
                    <a:pt x="2001" y="0"/>
                    <a:pt x="1" y="2000"/>
                    <a:pt x="1" y="4465"/>
                  </a:cubicBezTo>
                  <a:cubicBezTo>
                    <a:pt x="1" y="6930"/>
                    <a:pt x="2001" y="8930"/>
                    <a:pt x="4466" y="8930"/>
                  </a:cubicBezTo>
                  <a:lnTo>
                    <a:pt x="17765" y="8930"/>
                  </a:lnTo>
                  <a:cubicBezTo>
                    <a:pt x="20229" y="8930"/>
                    <a:pt x="22230" y="6930"/>
                    <a:pt x="22230" y="4465"/>
                  </a:cubicBezTo>
                  <a:cubicBezTo>
                    <a:pt x="22230" y="2000"/>
                    <a:pt x="20229" y="0"/>
                    <a:pt x="177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3"/>
            <p:cNvSpPr/>
            <p:nvPr/>
          </p:nvSpPr>
          <p:spPr>
            <a:xfrm>
              <a:off x="8108351" y="2176758"/>
              <a:ext cx="1905638" cy="765881"/>
            </a:xfrm>
            <a:custGeom>
              <a:avLst/>
              <a:gdLst/>
              <a:ahLst/>
              <a:cxnLst/>
              <a:rect l="l" t="t" r="r" b="b"/>
              <a:pathLst>
                <a:path w="22218" h="8930" extrusionOk="0">
                  <a:moveTo>
                    <a:pt x="4465" y="0"/>
                  </a:moveTo>
                  <a:cubicBezTo>
                    <a:pt x="1989" y="0"/>
                    <a:pt x="0" y="1988"/>
                    <a:pt x="0" y="4465"/>
                  </a:cubicBezTo>
                  <a:cubicBezTo>
                    <a:pt x="0" y="6929"/>
                    <a:pt x="1989" y="8930"/>
                    <a:pt x="4465" y="8930"/>
                  </a:cubicBezTo>
                  <a:lnTo>
                    <a:pt x="17752" y="8930"/>
                  </a:lnTo>
                  <a:cubicBezTo>
                    <a:pt x="20229" y="8930"/>
                    <a:pt x="22217" y="6929"/>
                    <a:pt x="22217" y="4465"/>
                  </a:cubicBezTo>
                  <a:cubicBezTo>
                    <a:pt x="22217" y="1988"/>
                    <a:pt x="20229" y="0"/>
                    <a:pt x="17752" y="0"/>
                  </a:cubicBezTo>
                  <a:close/>
                </a:path>
              </a:pathLst>
            </a:custGeom>
            <a:solidFill>
              <a:srgbClr val="FFFFFF">
                <a:alpha val="3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3"/>
            <p:cNvSpPr/>
            <p:nvPr/>
          </p:nvSpPr>
          <p:spPr>
            <a:xfrm>
              <a:off x="8401238" y="730348"/>
              <a:ext cx="1906667" cy="765881"/>
            </a:xfrm>
            <a:custGeom>
              <a:avLst/>
              <a:gdLst/>
              <a:ahLst/>
              <a:cxnLst/>
              <a:rect l="l" t="t" r="r" b="b"/>
              <a:pathLst>
                <a:path w="22230" h="8930" extrusionOk="0">
                  <a:moveTo>
                    <a:pt x="4465" y="0"/>
                  </a:moveTo>
                  <a:cubicBezTo>
                    <a:pt x="2000" y="0"/>
                    <a:pt x="0" y="2000"/>
                    <a:pt x="0" y="4465"/>
                  </a:cubicBezTo>
                  <a:cubicBezTo>
                    <a:pt x="0" y="6930"/>
                    <a:pt x="2000" y="8930"/>
                    <a:pt x="4465" y="8930"/>
                  </a:cubicBezTo>
                  <a:lnTo>
                    <a:pt x="17764" y="8930"/>
                  </a:lnTo>
                  <a:cubicBezTo>
                    <a:pt x="20229" y="8930"/>
                    <a:pt x="22229" y="6930"/>
                    <a:pt x="22229" y="4465"/>
                  </a:cubicBezTo>
                  <a:cubicBezTo>
                    <a:pt x="22229" y="2000"/>
                    <a:pt x="20229" y="0"/>
                    <a:pt x="177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3"/>
            <p:cNvSpPr/>
            <p:nvPr/>
          </p:nvSpPr>
          <p:spPr>
            <a:xfrm>
              <a:off x="9096256" y="730348"/>
              <a:ext cx="1905638" cy="765881"/>
            </a:xfrm>
            <a:custGeom>
              <a:avLst/>
              <a:gdLst/>
              <a:ahLst/>
              <a:cxnLst/>
              <a:rect l="l" t="t" r="r" b="b"/>
              <a:pathLst>
                <a:path w="22218" h="8930" extrusionOk="0">
                  <a:moveTo>
                    <a:pt x="4465" y="0"/>
                  </a:moveTo>
                  <a:cubicBezTo>
                    <a:pt x="2001" y="0"/>
                    <a:pt x="0" y="2000"/>
                    <a:pt x="0" y="4465"/>
                  </a:cubicBezTo>
                  <a:cubicBezTo>
                    <a:pt x="0" y="6930"/>
                    <a:pt x="2001" y="8930"/>
                    <a:pt x="4465" y="8930"/>
                  </a:cubicBezTo>
                  <a:lnTo>
                    <a:pt x="17752" y="8930"/>
                  </a:lnTo>
                  <a:cubicBezTo>
                    <a:pt x="20217" y="8930"/>
                    <a:pt x="22217" y="6930"/>
                    <a:pt x="22217" y="4465"/>
                  </a:cubicBezTo>
                  <a:cubicBezTo>
                    <a:pt x="22217" y="2000"/>
                    <a:pt x="20217" y="0"/>
                    <a:pt x="177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3"/>
            <p:cNvSpPr/>
            <p:nvPr/>
          </p:nvSpPr>
          <p:spPr>
            <a:xfrm>
              <a:off x="8559192" y="730348"/>
              <a:ext cx="1906667" cy="765881"/>
            </a:xfrm>
            <a:custGeom>
              <a:avLst/>
              <a:gdLst/>
              <a:ahLst/>
              <a:cxnLst/>
              <a:rect l="l" t="t" r="r" b="b"/>
              <a:pathLst>
                <a:path w="22230" h="8930" extrusionOk="0">
                  <a:moveTo>
                    <a:pt x="4465" y="0"/>
                  </a:moveTo>
                  <a:cubicBezTo>
                    <a:pt x="2001" y="0"/>
                    <a:pt x="1" y="2000"/>
                    <a:pt x="1" y="4465"/>
                  </a:cubicBezTo>
                  <a:cubicBezTo>
                    <a:pt x="1" y="6930"/>
                    <a:pt x="2001" y="8930"/>
                    <a:pt x="4465" y="8930"/>
                  </a:cubicBezTo>
                  <a:lnTo>
                    <a:pt x="17765" y="8930"/>
                  </a:lnTo>
                  <a:cubicBezTo>
                    <a:pt x="20229" y="8930"/>
                    <a:pt x="22230" y="6930"/>
                    <a:pt x="22230" y="4465"/>
                  </a:cubicBezTo>
                  <a:cubicBezTo>
                    <a:pt x="22230" y="2000"/>
                    <a:pt x="20229" y="0"/>
                    <a:pt x="17765" y="0"/>
                  </a:cubicBezTo>
                  <a:close/>
                </a:path>
              </a:pathLst>
            </a:custGeom>
            <a:solidFill>
              <a:srgbClr val="FFFFFF">
                <a:alpha val="3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3"/>
            <p:cNvSpPr/>
            <p:nvPr/>
          </p:nvSpPr>
          <p:spPr>
            <a:xfrm>
              <a:off x="6939308" y="4810849"/>
              <a:ext cx="2046056" cy="411274"/>
            </a:xfrm>
            <a:custGeom>
              <a:avLst/>
              <a:gdLst/>
              <a:ahLst/>
              <a:cxnLst/>
              <a:rect l="l" t="t" r="r" b="b"/>
              <a:pathLst>
                <a:path w="22218" h="4466" extrusionOk="0">
                  <a:moveTo>
                    <a:pt x="4465" y="0"/>
                  </a:moveTo>
                  <a:cubicBezTo>
                    <a:pt x="2001" y="0"/>
                    <a:pt x="1" y="2000"/>
                    <a:pt x="1" y="4465"/>
                  </a:cubicBezTo>
                  <a:lnTo>
                    <a:pt x="22218" y="4465"/>
                  </a:lnTo>
                  <a:cubicBezTo>
                    <a:pt x="22218" y="2000"/>
                    <a:pt x="20217" y="0"/>
                    <a:pt x="177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3"/>
            <p:cNvSpPr/>
            <p:nvPr/>
          </p:nvSpPr>
          <p:spPr>
            <a:xfrm>
              <a:off x="7660747" y="4402979"/>
              <a:ext cx="2047161" cy="822364"/>
            </a:xfrm>
            <a:custGeom>
              <a:avLst/>
              <a:gdLst/>
              <a:ahLst/>
              <a:cxnLst/>
              <a:rect l="l" t="t" r="r" b="b"/>
              <a:pathLst>
                <a:path w="22230" h="8930" extrusionOk="0">
                  <a:moveTo>
                    <a:pt x="4466" y="0"/>
                  </a:moveTo>
                  <a:cubicBezTo>
                    <a:pt x="2001" y="0"/>
                    <a:pt x="1" y="2000"/>
                    <a:pt x="1" y="4465"/>
                  </a:cubicBezTo>
                  <a:cubicBezTo>
                    <a:pt x="1" y="6930"/>
                    <a:pt x="2001" y="8930"/>
                    <a:pt x="4466" y="8930"/>
                  </a:cubicBezTo>
                  <a:lnTo>
                    <a:pt x="17765" y="8930"/>
                  </a:lnTo>
                  <a:cubicBezTo>
                    <a:pt x="20230" y="8930"/>
                    <a:pt x="22230" y="6930"/>
                    <a:pt x="22230" y="4465"/>
                  </a:cubicBezTo>
                  <a:cubicBezTo>
                    <a:pt x="22230" y="2000"/>
                    <a:pt x="20230" y="0"/>
                    <a:pt x="17765" y="0"/>
                  </a:cubicBezTo>
                  <a:close/>
                </a:path>
              </a:pathLst>
            </a:custGeom>
            <a:solidFill>
              <a:srgbClr val="FFFFFF">
                <a:alpha val="3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3"/>
            <p:cNvSpPr/>
            <p:nvPr/>
          </p:nvSpPr>
          <p:spPr>
            <a:xfrm>
              <a:off x="8459070" y="3998390"/>
              <a:ext cx="2047161" cy="822364"/>
            </a:xfrm>
            <a:custGeom>
              <a:avLst/>
              <a:gdLst/>
              <a:ahLst/>
              <a:cxnLst/>
              <a:rect l="l" t="t" r="r" b="b"/>
              <a:pathLst>
                <a:path w="22230" h="8930" extrusionOk="0">
                  <a:moveTo>
                    <a:pt x="4465" y="0"/>
                  </a:moveTo>
                  <a:cubicBezTo>
                    <a:pt x="2001" y="0"/>
                    <a:pt x="0" y="2000"/>
                    <a:pt x="0" y="4465"/>
                  </a:cubicBezTo>
                  <a:cubicBezTo>
                    <a:pt x="0" y="6930"/>
                    <a:pt x="2001" y="8930"/>
                    <a:pt x="4465" y="8930"/>
                  </a:cubicBezTo>
                  <a:lnTo>
                    <a:pt x="17765" y="8930"/>
                  </a:lnTo>
                  <a:cubicBezTo>
                    <a:pt x="20229" y="8930"/>
                    <a:pt x="22229" y="6930"/>
                    <a:pt x="22229" y="4465"/>
                  </a:cubicBezTo>
                  <a:cubicBezTo>
                    <a:pt x="22229" y="2000"/>
                    <a:pt x="20229" y="0"/>
                    <a:pt x="17765" y="0"/>
                  </a:cubicBezTo>
                  <a:close/>
                </a:path>
              </a:pathLst>
            </a:custGeom>
            <a:solidFill>
              <a:srgbClr val="164195">
                <a:alpha val="23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201" name="Google Shape;201;p13"/>
            <p:cNvSpPr/>
            <p:nvPr/>
          </p:nvSpPr>
          <p:spPr>
            <a:xfrm>
              <a:off x="8459070" y="4402985"/>
              <a:ext cx="2047161" cy="822364"/>
            </a:xfrm>
            <a:custGeom>
              <a:avLst/>
              <a:gdLst/>
              <a:ahLst/>
              <a:cxnLst/>
              <a:rect l="l" t="t" r="r" b="b"/>
              <a:pathLst>
                <a:path w="22230" h="8930" extrusionOk="0">
                  <a:moveTo>
                    <a:pt x="4465" y="0"/>
                  </a:moveTo>
                  <a:cubicBezTo>
                    <a:pt x="2001" y="0"/>
                    <a:pt x="0" y="2000"/>
                    <a:pt x="0" y="4465"/>
                  </a:cubicBezTo>
                  <a:cubicBezTo>
                    <a:pt x="0" y="6930"/>
                    <a:pt x="2001" y="8930"/>
                    <a:pt x="4465" y="8930"/>
                  </a:cubicBezTo>
                  <a:lnTo>
                    <a:pt x="17765" y="8930"/>
                  </a:lnTo>
                  <a:cubicBezTo>
                    <a:pt x="20229" y="8930"/>
                    <a:pt x="22229" y="6930"/>
                    <a:pt x="22229" y="4465"/>
                  </a:cubicBezTo>
                  <a:cubicBezTo>
                    <a:pt x="22229" y="2000"/>
                    <a:pt x="20229" y="0"/>
                    <a:pt x="177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202" name="Google Shape;202;p13"/>
            <p:cNvSpPr/>
            <p:nvPr/>
          </p:nvSpPr>
          <p:spPr>
            <a:xfrm>
              <a:off x="8024775" y="3991800"/>
              <a:ext cx="1319097" cy="822456"/>
            </a:xfrm>
            <a:custGeom>
              <a:avLst/>
              <a:gdLst/>
              <a:ahLst/>
              <a:cxnLst/>
              <a:rect l="l" t="t" r="r" b="b"/>
              <a:pathLst>
                <a:path w="14324" h="8931" extrusionOk="0">
                  <a:moveTo>
                    <a:pt x="4465" y="0"/>
                  </a:moveTo>
                  <a:cubicBezTo>
                    <a:pt x="2001" y="0"/>
                    <a:pt x="1" y="2001"/>
                    <a:pt x="1" y="4465"/>
                  </a:cubicBezTo>
                  <a:cubicBezTo>
                    <a:pt x="1" y="6930"/>
                    <a:pt x="2001" y="8930"/>
                    <a:pt x="4465" y="8930"/>
                  </a:cubicBezTo>
                  <a:lnTo>
                    <a:pt x="9859" y="8930"/>
                  </a:lnTo>
                  <a:cubicBezTo>
                    <a:pt x="12324" y="8930"/>
                    <a:pt x="14324" y="6930"/>
                    <a:pt x="14324" y="4465"/>
                  </a:cubicBezTo>
                  <a:cubicBezTo>
                    <a:pt x="14324" y="2001"/>
                    <a:pt x="12324" y="0"/>
                    <a:pt x="9859" y="0"/>
                  </a:cubicBezTo>
                  <a:close/>
                </a:path>
              </a:pathLst>
            </a:custGeom>
            <a:solidFill>
              <a:srgbClr val="33B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3"/>
            <p:cNvSpPr/>
            <p:nvPr/>
          </p:nvSpPr>
          <p:spPr>
            <a:xfrm>
              <a:off x="8424010" y="3998338"/>
              <a:ext cx="2046056" cy="822456"/>
            </a:xfrm>
            <a:custGeom>
              <a:avLst/>
              <a:gdLst/>
              <a:ahLst/>
              <a:cxnLst/>
              <a:rect l="l" t="t" r="r" b="b"/>
              <a:pathLst>
                <a:path w="22218" h="8931" extrusionOk="0">
                  <a:moveTo>
                    <a:pt x="4465" y="1"/>
                  </a:moveTo>
                  <a:cubicBezTo>
                    <a:pt x="2000" y="1"/>
                    <a:pt x="0" y="2001"/>
                    <a:pt x="0" y="4466"/>
                  </a:cubicBezTo>
                  <a:cubicBezTo>
                    <a:pt x="0" y="6930"/>
                    <a:pt x="2000" y="8930"/>
                    <a:pt x="4465" y="8930"/>
                  </a:cubicBezTo>
                  <a:lnTo>
                    <a:pt x="17752" y="8930"/>
                  </a:lnTo>
                  <a:cubicBezTo>
                    <a:pt x="20217" y="8930"/>
                    <a:pt x="22217" y="6930"/>
                    <a:pt x="22217" y="4466"/>
                  </a:cubicBezTo>
                  <a:cubicBezTo>
                    <a:pt x="22217" y="2001"/>
                    <a:pt x="20217" y="1"/>
                    <a:pt x="17752" y="1"/>
                  </a:cubicBezTo>
                  <a:close/>
                </a:path>
              </a:pathLst>
            </a:custGeom>
            <a:solidFill>
              <a:srgbClr val="FFFFFF">
                <a:alpha val="3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4" name="Google Shape;204;p13"/>
          <p:cNvGrpSpPr/>
          <p:nvPr/>
        </p:nvGrpSpPr>
        <p:grpSpPr>
          <a:xfrm>
            <a:off x="-1853724" y="539508"/>
            <a:ext cx="2484671" cy="765881"/>
            <a:chOff x="-1853724" y="539508"/>
            <a:chExt cx="2484671" cy="765881"/>
          </a:xfrm>
        </p:grpSpPr>
        <p:sp>
          <p:nvSpPr>
            <p:cNvPr id="205" name="Google Shape;205;p13"/>
            <p:cNvSpPr/>
            <p:nvPr/>
          </p:nvSpPr>
          <p:spPr>
            <a:xfrm>
              <a:off x="-1853724" y="539508"/>
              <a:ext cx="2484671" cy="765881"/>
            </a:xfrm>
            <a:custGeom>
              <a:avLst/>
              <a:gdLst/>
              <a:ahLst/>
              <a:cxnLst/>
              <a:rect l="l" t="t" r="r" b="b"/>
              <a:pathLst>
                <a:path w="28969" h="8930" extrusionOk="0">
                  <a:moveTo>
                    <a:pt x="4465" y="0"/>
                  </a:moveTo>
                  <a:cubicBezTo>
                    <a:pt x="1989" y="0"/>
                    <a:pt x="0" y="1988"/>
                    <a:pt x="0" y="4465"/>
                  </a:cubicBezTo>
                  <a:cubicBezTo>
                    <a:pt x="0" y="6929"/>
                    <a:pt x="1989" y="8930"/>
                    <a:pt x="4465" y="8930"/>
                  </a:cubicBezTo>
                  <a:lnTo>
                    <a:pt x="24503" y="8930"/>
                  </a:lnTo>
                  <a:cubicBezTo>
                    <a:pt x="26980" y="8930"/>
                    <a:pt x="28968" y="6929"/>
                    <a:pt x="28968" y="4465"/>
                  </a:cubicBezTo>
                  <a:cubicBezTo>
                    <a:pt x="28968" y="1988"/>
                    <a:pt x="26980" y="0"/>
                    <a:pt x="245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3"/>
            <p:cNvSpPr/>
            <p:nvPr/>
          </p:nvSpPr>
          <p:spPr>
            <a:xfrm>
              <a:off x="-1406924" y="539508"/>
              <a:ext cx="1905638" cy="765881"/>
            </a:xfrm>
            <a:custGeom>
              <a:avLst/>
              <a:gdLst/>
              <a:ahLst/>
              <a:cxnLst/>
              <a:rect l="l" t="t" r="r" b="b"/>
              <a:pathLst>
                <a:path w="22218" h="8930" extrusionOk="0">
                  <a:moveTo>
                    <a:pt x="4465" y="0"/>
                  </a:moveTo>
                  <a:cubicBezTo>
                    <a:pt x="1989" y="0"/>
                    <a:pt x="0" y="1988"/>
                    <a:pt x="0" y="4465"/>
                  </a:cubicBezTo>
                  <a:cubicBezTo>
                    <a:pt x="0" y="6929"/>
                    <a:pt x="1989" y="8930"/>
                    <a:pt x="4465" y="8930"/>
                  </a:cubicBezTo>
                  <a:lnTo>
                    <a:pt x="17752" y="8930"/>
                  </a:lnTo>
                  <a:cubicBezTo>
                    <a:pt x="20229" y="8930"/>
                    <a:pt x="22217" y="6929"/>
                    <a:pt x="22217" y="4465"/>
                  </a:cubicBezTo>
                  <a:cubicBezTo>
                    <a:pt x="22217" y="1988"/>
                    <a:pt x="20229" y="0"/>
                    <a:pt x="17752" y="0"/>
                  </a:cubicBezTo>
                  <a:close/>
                </a:path>
              </a:pathLst>
            </a:custGeom>
            <a:solidFill>
              <a:srgbClr val="FFFFFF">
                <a:alpha val="3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bg>
      <p:bgPr>
        <a:solidFill>
          <a:schemeClr val="dk1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4"/>
          <p:cNvSpPr txBox="1">
            <a:spLocks noGrp="1"/>
          </p:cNvSpPr>
          <p:nvPr>
            <p:ph type="title"/>
          </p:nvPr>
        </p:nvSpPr>
        <p:spPr>
          <a:xfrm>
            <a:off x="713225" y="3375938"/>
            <a:ext cx="4737300" cy="632100"/>
          </a:xfrm>
          <a:prstGeom prst="rect">
            <a:avLst/>
          </a:prstGeom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09" name="Google Shape;209;p14"/>
          <p:cNvSpPr txBox="1">
            <a:spLocks noGrp="1"/>
          </p:cNvSpPr>
          <p:nvPr>
            <p:ph type="subTitle" idx="1"/>
          </p:nvPr>
        </p:nvSpPr>
        <p:spPr>
          <a:xfrm>
            <a:off x="713225" y="1302603"/>
            <a:ext cx="6691200" cy="179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210" name="Google Shape;210;p14"/>
          <p:cNvGrpSpPr/>
          <p:nvPr/>
        </p:nvGrpSpPr>
        <p:grpSpPr>
          <a:xfrm>
            <a:off x="8359748" y="620138"/>
            <a:ext cx="2047161" cy="822456"/>
            <a:chOff x="8359748" y="620138"/>
            <a:chExt cx="2047161" cy="822456"/>
          </a:xfrm>
        </p:grpSpPr>
        <p:sp>
          <p:nvSpPr>
            <p:cNvPr id="211" name="Google Shape;211;p14"/>
            <p:cNvSpPr/>
            <p:nvPr/>
          </p:nvSpPr>
          <p:spPr>
            <a:xfrm rot="10800000">
              <a:off x="8359748" y="620194"/>
              <a:ext cx="2047161" cy="822364"/>
            </a:xfrm>
            <a:custGeom>
              <a:avLst/>
              <a:gdLst/>
              <a:ahLst/>
              <a:cxnLst/>
              <a:rect l="l" t="t" r="r" b="b"/>
              <a:pathLst>
                <a:path w="22230" h="8930" extrusionOk="0">
                  <a:moveTo>
                    <a:pt x="4465" y="0"/>
                  </a:moveTo>
                  <a:cubicBezTo>
                    <a:pt x="2001" y="0"/>
                    <a:pt x="0" y="2000"/>
                    <a:pt x="0" y="4465"/>
                  </a:cubicBezTo>
                  <a:cubicBezTo>
                    <a:pt x="0" y="6930"/>
                    <a:pt x="2001" y="8930"/>
                    <a:pt x="4465" y="8930"/>
                  </a:cubicBezTo>
                  <a:lnTo>
                    <a:pt x="17765" y="8930"/>
                  </a:lnTo>
                  <a:cubicBezTo>
                    <a:pt x="20229" y="8930"/>
                    <a:pt x="22229" y="6930"/>
                    <a:pt x="22229" y="4465"/>
                  </a:cubicBezTo>
                  <a:cubicBezTo>
                    <a:pt x="22229" y="2000"/>
                    <a:pt x="20229" y="0"/>
                    <a:pt x="177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212" name="Google Shape;212;p14"/>
            <p:cNvSpPr/>
            <p:nvPr/>
          </p:nvSpPr>
          <p:spPr>
            <a:xfrm rot="10800000">
              <a:off x="8528956" y="620138"/>
              <a:ext cx="1319097" cy="822456"/>
            </a:xfrm>
            <a:custGeom>
              <a:avLst/>
              <a:gdLst/>
              <a:ahLst/>
              <a:cxnLst/>
              <a:rect l="l" t="t" r="r" b="b"/>
              <a:pathLst>
                <a:path w="14324" h="8931" extrusionOk="0">
                  <a:moveTo>
                    <a:pt x="4465" y="0"/>
                  </a:moveTo>
                  <a:cubicBezTo>
                    <a:pt x="2001" y="0"/>
                    <a:pt x="1" y="2001"/>
                    <a:pt x="1" y="4465"/>
                  </a:cubicBezTo>
                  <a:cubicBezTo>
                    <a:pt x="1" y="6930"/>
                    <a:pt x="2001" y="8930"/>
                    <a:pt x="4465" y="8930"/>
                  </a:cubicBezTo>
                  <a:lnTo>
                    <a:pt x="9859" y="8930"/>
                  </a:lnTo>
                  <a:cubicBezTo>
                    <a:pt x="12324" y="8930"/>
                    <a:pt x="14324" y="6930"/>
                    <a:pt x="14324" y="4465"/>
                  </a:cubicBezTo>
                  <a:cubicBezTo>
                    <a:pt x="14324" y="2001"/>
                    <a:pt x="12324" y="0"/>
                    <a:pt x="9859" y="0"/>
                  </a:cubicBezTo>
                  <a:close/>
                </a:path>
              </a:pathLst>
            </a:custGeom>
            <a:solidFill>
              <a:srgbClr val="FFFFFF">
                <a:alpha val="3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3" name="Google Shape;213;p14"/>
          <p:cNvGrpSpPr/>
          <p:nvPr/>
        </p:nvGrpSpPr>
        <p:grpSpPr>
          <a:xfrm>
            <a:off x="-1333928" y="-144350"/>
            <a:ext cx="5236678" cy="1728369"/>
            <a:chOff x="-1333928" y="-144350"/>
            <a:chExt cx="5236678" cy="1728369"/>
          </a:xfrm>
        </p:grpSpPr>
        <p:sp>
          <p:nvSpPr>
            <p:cNvPr id="214" name="Google Shape;214;p14"/>
            <p:cNvSpPr/>
            <p:nvPr/>
          </p:nvSpPr>
          <p:spPr>
            <a:xfrm rot="10800000">
              <a:off x="1856694" y="-11819"/>
              <a:ext cx="2046056" cy="405870"/>
            </a:xfrm>
            <a:custGeom>
              <a:avLst/>
              <a:gdLst/>
              <a:ahLst/>
              <a:cxnLst/>
              <a:rect l="l" t="t" r="r" b="b"/>
              <a:pathLst>
                <a:path w="22218" h="4466" extrusionOk="0">
                  <a:moveTo>
                    <a:pt x="4465" y="0"/>
                  </a:moveTo>
                  <a:cubicBezTo>
                    <a:pt x="2001" y="0"/>
                    <a:pt x="1" y="2000"/>
                    <a:pt x="1" y="4465"/>
                  </a:cubicBezTo>
                  <a:lnTo>
                    <a:pt x="22218" y="4465"/>
                  </a:lnTo>
                  <a:cubicBezTo>
                    <a:pt x="22218" y="2000"/>
                    <a:pt x="20217" y="0"/>
                    <a:pt x="177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14"/>
            <p:cNvSpPr/>
            <p:nvPr/>
          </p:nvSpPr>
          <p:spPr>
            <a:xfrm rot="10800000">
              <a:off x="-210381" y="-144344"/>
              <a:ext cx="2581010" cy="822344"/>
            </a:xfrm>
            <a:custGeom>
              <a:avLst/>
              <a:gdLst/>
              <a:ahLst/>
              <a:cxnLst/>
              <a:rect l="l" t="t" r="r" b="b"/>
              <a:pathLst>
                <a:path w="22218" h="8931" extrusionOk="0">
                  <a:moveTo>
                    <a:pt x="4465" y="1"/>
                  </a:moveTo>
                  <a:cubicBezTo>
                    <a:pt x="1988" y="1"/>
                    <a:pt x="0" y="1989"/>
                    <a:pt x="0" y="4466"/>
                  </a:cubicBezTo>
                  <a:cubicBezTo>
                    <a:pt x="0" y="6942"/>
                    <a:pt x="1988" y="8931"/>
                    <a:pt x="4465" y="8931"/>
                  </a:cubicBezTo>
                  <a:lnTo>
                    <a:pt x="17752" y="8931"/>
                  </a:lnTo>
                  <a:cubicBezTo>
                    <a:pt x="20229" y="8931"/>
                    <a:pt x="22217" y="6942"/>
                    <a:pt x="22217" y="4466"/>
                  </a:cubicBezTo>
                  <a:cubicBezTo>
                    <a:pt x="22217" y="1989"/>
                    <a:pt x="20229" y="1"/>
                    <a:pt x="1775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4"/>
            <p:cNvSpPr/>
            <p:nvPr/>
          </p:nvSpPr>
          <p:spPr>
            <a:xfrm rot="10800000">
              <a:off x="-612370" y="275175"/>
              <a:ext cx="2183166" cy="822344"/>
            </a:xfrm>
            <a:custGeom>
              <a:avLst/>
              <a:gdLst/>
              <a:ahLst/>
              <a:cxnLst/>
              <a:rect l="l" t="t" r="r" b="b"/>
              <a:pathLst>
                <a:path w="22229" h="8931" extrusionOk="0">
                  <a:moveTo>
                    <a:pt x="4465" y="1"/>
                  </a:moveTo>
                  <a:cubicBezTo>
                    <a:pt x="1988" y="1"/>
                    <a:pt x="0" y="1989"/>
                    <a:pt x="0" y="4466"/>
                  </a:cubicBezTo>
                  <a:cubicBezTo>
                    <a:pt x="0" y="6942"/>
                    <a:pt x="1988" y="8931"/>
                    <a:pt x="4465" y="8931"/>
                  </a:cubicBezTo>
                  <a:lnTo>
                    <a:pt x="17764" y="8931"/>
                  </a:lnTo>
                  <a:cubicBezTo>
                    <a:pt x="20229" y="8931"/>
                    <a:pt x="22229" y="6942"/>
                    <a:pt x="22229" y="4466"/>
                  </a:cubicBezTo>
                  <a:cubicBezTo>
                    <a:pt x="22229" y="1989"/>
                    <a:pt x="20229" y="1"/>
                    <a:pt x="177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4"/>
            <p:cNvSpPr/>
            <p:nvPr/>
          </p:nvSpPr>
          <p:spPr>
            <a:xfrm rot="10800000">
              <a:off x="-1333928" y="-144350"/>
              <a:ext cx="2182085" cy="822344"/>
            </a:xfrm>
            <a:custGeom>
              <a:avLst/>
              <a:gdLst/>
              <a:ahLst/>
              <a:cxnLst/>
              <a:rect l="l" t="t" r="r" b="b"/>
              <a:pathLst>
                <a:path w="22218" h="8931" extrusionOk="0">
                  <a:moveTo>
                    <a:pt x="4465" y="1"/>
                  </a:moveTo>
                  <a:cubicBezTo>
                    <a:pt x="1988" y="1"/>
                    <a:pt x="0" y="1989"/>
                    <a:pt x="0" y="4466"/>
                  </a:cubicBezTo>
                  <a:cubicBezTo>
                    <a:pt x="0" y="6942"/>
                    <a:pt x="1988" y="8931"/>
                    <a:pt x="4465" y="8931"/>
                  </a:cubicBezTo>
                  <a:lnTo>
                    <a:pt x="17752" y="8931"/>
                  </a:lnTo>
                  <a:cubicBezTo>
                    <a:pt x="20229" y="8931"/>
                    <a:pt x="22217" y="6942"/>
                    <a:pt x="22217" y="4466"/>
                  </a:cubicBezTo>
                  <a:cubicBezTo>
                    <a:pt x="22217" y="1989"/>
                    <a:pt x="20229" y="1"/>
                    <a:pt x="17752" y="1"/>
                  </a:cubicBezTo>
                  <a:close/>
                </a:path>
              </a:pathLst>
            </a:custGeom>
            <a:solidFill>
              <a:srgbClr val="FFFFFF">
                <a:alpha val="3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4"/>
            <p:cNvSpPr/>
            <p:nvPr/>
          </p:nvSpPr>
          <p:spPr>
            <a:xfrm rot="10800000">
              <a:off x="-47543" y="818051"/>
              <a:ext cx="895696" cy="765967"/>
            </a:xfrm>
            <a:custGeom>
              <a:avLst/>
              <a:gdLst/>
              <a:ahLst/>
              <a:cxnLst/>
              <a:rect l="l" t="t" r="r" b="b"/>
              <a:pathLst>
                <a:path w="10443" h="8931" extrusionOk="0">
                  <a:moveTo>
                    <a:pt x="4465" y="0"/>
                  </a:moveTo>
                  <a:cubicBezTo>
                    <a:pt x="2001" y="0"/>
                    <a:pt x="0" y="2001"/>
                    <a:pt x="0" y="4465"/>
                  </a:cubicBezTo>
                  <a:cubicBezTo>
                    <a:pt x="0" y="6930"/>
                    <a:pt x="2001" y="8930"/>
                    <a:pt x="4465" y="8930"/>
                  </a:cubicBezTo>
                  <a:lnTo>
                    <a:pt x="5977" y="8930"/>
                  </a:lnTo>
                  <a:cubicBezTo>
                    <a:pt x="8442" y="8930"/>
                    <a:pt x="10442" y="6930"/>
                    <a:pt x="10442" y="4465"/>
                  </a:cubicBezTo>
                  <a:cubicBezTo>
                    <a:pt x="10442" y="2001"/>
                    <a:pt x="8442" y="0"/>
                    <a:pt x="5977" y="0"/>
                  </a:cubicBezTo>
                  <a:close/>
                </a:path>
              </a:pathLst>
            </a:custGeom>
            <a:solidFill>
              <a:srgbClr val="FFFFFF">
                <a:alpha val="3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9" name="Google Shape;219;p14"/>
          <p:cNvGrpSpPr/>
          <p:nvPr/>
        </p:nvGrpSpPr>
        <p:grpSpPr>
          <a:xfrm>
            <a:off x="6501364" y="3547476"/>
            <a:ext cx="3797136" cy="2052528"/>
            <a:chOff x="6501364" y="3547476"/>
            <a:chExt cx="3797136" cy="2052528"/>
          </a:xfrm>
        </p:grpSpPr>
        <p:sp>
          <p:nvSpPr>
            <p:cNvPr id="220" name="Google Shape;220;p14"/>
            <p:cNvSpPr/>
            <p:nvPr/>
          </p:nvSpPr>
          <p:spPr>
            <a:xfrm>
              <a:off x="6501364" y="4777652"/>
              <a:ext cx="2046056" cy="411274"/>
            </a:xfrm>
            <a:custGeom>
              <a:avLst/>
              <a:gdLst/>
              <a:ahLst/>
              <a:cxnLst/>
              <a:rect l="l" t="t" r="r" b="b"/>
              <a:pathLst>
                <a:path w="22218" h="4466" extrusionOk="0">
                  <a:moveTo>
                    <a:pt x="4465" y="0"/>
                  </a:moveTo>
                  <a:cubicBezTo>
                    <a:pt x="2001" y="0"/>
                    <a:pt x="1" y="2000"/>
                    <a:pt x="1" y="4465"/>
                  </a:cubicBezTo>
                  <a:lnTo>
                    <a:pt x="22218" y="4465"/>
                  </a:lnTo>
                  <a:cubicBezTo>
                    <a:pt x="22218" y="2000"/>
                    <a:pt x="20217" y="0"/>
                    <a:pt x="177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4"/>
            <p:cNvSpPr/>
            <p:nvPr/>
          </p:nvSpPr>
          <p:spPr>
            <a:xfrm rot="10800000">
              <a:off x="7755450" y="4169622"/>
              <a:ext cx="2046056" cy="822364"/>
            </a:xfrm>
            <a:custGeom>
              <a:avLst/>
              <a:gdLst/>
              <a:ahLst/>
              <a:cxnLst/>
              <a:rect l="l" t="t" r="r" b="b"/>
              <a:pathLst>
                <a:path w="22218" h="8930" extrusionOk="0">
                  <a:moveTo>
                    <a:pt x="4466" y="0"/>
                  </a:moveTo>
                  <a:cubicBezTo>
                    <a:pt x="1989" y="0"/>
                    <a:pt x="1" y="1989"/>
                    <a:pt x="1" y="4465"/>
                  </a:cubicBezTo>
                  <a:cubicBezTo>
                    <a:pt x="1" y="6942"/>
                    <a:pt x="1989" y="8930"/>
                    <a:pt x="4466" y="8930"/>
                  </a:cubicBezTo>
                  <a:lnTo>
                    <a:pt x="17753" y="8930"/>
                  </a:lnTo>
                  <a:cubicBezTo>
                    <a:pt x="20230" y="8930"/>
                    <a:pt x="22218" y="6942"/>
                    <a:pt x="22218" y="4465"/>
                  </a:cubicBezTo>
                  <a:cubicBezTo>
                    <a:pt x="22218" y="1989"/>
                    <a:pt x="20230" y="0"/>
                    <a:pt x="177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4"/>
            <p:cNvSpPr/>
            <p:nvPr/>
          </p:nvSpPr>
          <p:spPr>
            <a:xfrm rot="10800000">
              <a:off x="8468135" y="4509324"/>
              <a:ext cx="1440748" cy="822364"/>
            </a:xfrm>
            <a:custGeom>
              <a:avLst/>
              <a:gdLst/>
              <a:ahLst/>
              <a:cxnLst/>
              <a:rect l="l" t="t" r="r" b="b"/>
              <a:pathLst>
                <a:path w="15645" h="8930" extrusionOk="0">
                  <a:moveTo>
                    <a:pt x="4465" y="0"/>
                  </a:moveTo>
                  <a:cubicBezTo>
                    <a:pt x="1988" y="0"/>
                    <a:pt x="0" y="1989"/>
                    <a:pt x="0" y="4465"/>
                  </a:cubicBezTo>
                  <a:cubicBezTo>
                    <a:pt x="0" y="6942"/>
                    <a:pt x="1988" y="8930"/>
                    <a:pt x="4465" y="8930"/>
                  </a:cubicBezTo>
                  <a:lnTo>
                    <a:pt x="11180" y="8930"/>
                  </a:lnTo>
                  <a:cubicBezTo>
                    <a:pt x="13657" y="8930"/>
                    <a:pt x="15645" y="6942"/>
                    <a:pt x="15645" y="4465"/>
                  </a:cubicBezTo>
                  <a:cubicBezTo>
                    <a:pt x="15645" y="1989"/>
                    <a:pt x="13657" y="0"/>
                    <a:pt x="11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4"/>
            <p:cNvSpPr/>
            <p:nvPr/>
          </p:nvSpPr>
          <p:spPr>
            <a:xfrm rot="10800000">
              <a:off x="8468114" y="3547476"/>
              <a:ext cx="1830386" cy="818124"/>
            </a:xfrm>
            <a:custGeom>
              <a:avLst/>
              <a:gdLst/>
              <a:ahLst/>
              <a:cxnLst/>
              <a:rect l="l" t="t" r="r" b="b"/>
              <a:pathLst>
                <a:path w="15646" h="8931" extrusionOk="0">
                  <a:moveTo>
                    <a:pt x="4466" y="1"/>
                  </a:moveTo>
                  <a:cubicBezTo>
                    <a:pt x="2001" y="1"/>
                    <a:pt x="1" y="2001"/>
                    <a:pt x="1" y="4465"/>
                  </a:cubicBezTo>
                  <a:cubicBezTo>
                    <a:pt x="1" y="6930"/>
                    <a:pt x="2001" y="8930"/>
                    <a:pt x="4466" y="8930"/>
                  </a:cubicBezTo>
                  <a:lnTo>
                    <a:pt x="11181" y="8930"/>
                  </a:lnTo>
                  <a:cubicBezTo>
                    <a:pt x="13645" y="8930"/>
                    <a:pt x="15646" y="6930"/>
                    <a:pt x="15646" y="4465"/>
                  </a:cubicBezTo>
                  <a:cubicBezTo>
                    <a:pt x="15646" y="2001"/>
                    <a:pt x="13645" y="1"/>
                    <a:pt x="11181" y="1"/>
                  </a:cubicBezTo>
                  <a:close/>
                </a:path>
              </a:pathLst>
            </a:custGeom>
            <a:solidFill>
              <a:srgbClr val="FFFFFF">
                <a:alpha val="3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4"/>
            <p:cNvSpPr/>
            <p:nvPr/>
          </p:nvSpPr>
          <p:spPr>
            <a:xfrm rot="10800000">
              <a:off x="7754895" y="4777640"/>
              <a:ext cx="2047161" cy="822364"/>
            </a:xfrm>
            <a:custGeom>
              <a:avLst/>
              <a:gdLst/>
              <a:ahLst/>
              <a:cxnLst/>
              <a:rect l="l" t="t" r="r" b="b"/>
              <a:pathLst>
                <a:path w="22230" h="8930" extrusionOk="0">
                  <a:moveTo>
                    <a:pt x="4466" y="0"/>
                  </a:moveTo>
                  <a:cubicBezTo>
                    <a:pt x="2001" y="0"/>
                    <a:pt x="1" y="2000"/>
                    <a:pt x="1" y="4465"/>
                  </a:cubicBezTo>
                  <a:cubicBezTo>
                    <a:pt x="1" y="6930"/>
                    <a:pt x="2001" y="8930"/>
                    <a:pt x="4466" y="8930"/>
                  </a:cubicBezTo>
                  <a:lnTo>
                    <a:pt x="17765" y="8930"/>
                  </a:lnTo>
                  <a:cubicBezTo>
                    <a:pt x="20230" y="8930"/>
                    <a:pt x="22230" y="6930"/>
                    <a:pt x="22230" y="4465"/>
                  </a:cubicBezTo>
                  <a:cubicBezTo>
                    <a:pt x="22230" y="2000"/>
                    <a:pt x="20230" y="0"/>
                    <a:pt x="17765" y="0"/>
                  </a:cubicBezTo>
                  <a:close/>
                </a:path>
              </a:pathLst>
            </a:custGeom>
            <a:solidFill>
              <a:srgbClr val="FFFFFF">
                <a:alpha val="3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subTitle" idx="1"/>
          </p:nvPr>
        </p:nvSpPr>
        <p:spPr>
          <a:xfrm>
            <a:off x="2017538" y="2918675"/>
            <a:ext cx="5785800" cy="12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15"/>
          <p:cNvSpPr txBox="1">
            <a:spLocks noGrp="1"/>
          </p:cNvSpPr>
          <p:nvPr>
            <p:ph type="subTitle" idx="2"/>
          </p:nvPr>
        </p:nvSpPr>
        <p:spPr>
          <a:xfrm>
            <a:off x="2017538" y="1565925"/>
            <a:ext cx="5785800" cy="12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29" name="Google Shape;229;p15"/>
          <p:cNvGrpSpPr/>
          <p:nvPr/>
        </p:nvGrpSpPr>
        <p:grpSpPr>
          <a:xfrm>
            <a:off x="-1594585" y="22475"/>
            <a:ext cx="12497207" cy="5350967"/>
            <a:chOff x="-1594585" y="22475"/>
            <a:chExt cx="12497207" cy="5350967"/>
          </a:xfrm>
        </p:grpSpPr>
        <p:grpSp>
          <p:nvGrpSpPr>
            <p:cNvPr id="230" name="Google Shape;230;p15"/>
            <p:cNvGrpSpPr/>
            <p:nvPr/>
          </p:nvGrpSpPr>
          <p:grpSpPr>
            <a:xfrm>
              <a:off x="-1594585" y="3843718"/>
              <a:ext cx="3302429" cy="1529724"/>
              <a:chOff x="-1594585" y="3843718"/>
              <a:chExt cx="3302429" cy="1529724"/>
            </a:xfrm>
          </p:grpSpPr>
          <p:sp>
            <p:nvSpPr>
              <p:cNvPr id="231" name="Google Shape;231;p15"/>
              <p:cNvSpPr/>
              <p:nvPr/>
            </p:nvSpPr>
            <p:spPr>
              <a:xfrm rot="10800000">
                <a:off x="-1513077" y="4607560"/>
                <a:ext cx="3220921" cy="765881"/>
              </a:xfrm>
              <a:custGeom>
                <a:avLst/>
                <a:gdLst/>
                <a:ahLst/>
                <a:cxnLst/>
                <a:rect l="l" t="t" r="r" b="b"/>
                <a:pathLst>
                  <a:path w="37553" h="8930" extrusionOk="0">
                    <a:moveTo>
                      <a:pt x="4465" y="0"/>
                    </a:moveTo>
                    <a:cubicBezTo>
                      <a:pt x="1988" y="0"/>
                      <a:pt x="0" y="1989"/>
                      <a:pt x="0" y="4465"/>
                    </a:cubicBezTo>
                    <a:cubicBezTo>
                      <a:pt x="0" y="6942"/>
                      <a:pt x="1988" y="8930"/>
                      <a:pt x="4465" y="8930"/>
                    </a:cubicBezTo>
                    <a:lnTo>
                      <a:pt x="33088" y="8930"/>
                    </a:lnTo>
                    <a:cubicBezTo>
                      <a:pt x="35564" y="8930"/>
                      <a:pt x="37552" y="6942"/>
                      <a:pt x="37552" y="4465"/>
                    </a:cubicBezTo>
                    <a:cubicBezTo>
                      <a:pt x="37552" y="1989"/>
                      <a:pt x="35564" y="0"/>
                      <a:pt x="3308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5"/>
              <p:cNvSpPr/>
              <p:nvPr/>
            </p:nvSpPr>
            <p:spPr>
              <a:xfrm rot="10800000">
                <a:off x="-976796" y="3843718"/>
                <a:ext cx="1906667" cy="765881"/>
              </a:xfrm>
              <a:custGeom>
                <a:avLst/>
                <a:gdLst/>
                <a:ahLst/>
                <a:cxnLst/>
                <a:rect l="l" t="t" r="r" b="b"/>
                <a:pathLst>
                  <a:path w="22230" h="8930" extrusionOk="0">
                    <a:moveTo>
                      <a:pt x="4465" y="0"/>
                    </a:moveTo>
                    <a:cubicBezTo>
                      <a:pt x="2000" y="0"/>
                      <a:pt x="0" y="2000"/>
                      <a:pt x="0" y="4465"/>
                    </a:cubicBezTo>
                    <a:cubicBezTo>
                      <a:pt x="0" y="6930"/>
                      <a:pt x="2000" y="8930"/>
                      <a:pt x="4465" y="8930"/>
                    </a:cubicBezTo>
                    <a:lnTo>
                      <a:pt x="17764" y="8930"/>
                    </a:lnTo>
                    <a:cubicBezTo>
                      <a:pt x="20229" y="8930"/>
                      <a:pt x="22229" y="6930"/>
                      <a:pt x="22229" y="4465"/>
                    </a:cubicBezTo>
                    <a:cubicBezTo>
                      <a:pt x="22229" y="2000"/>
                      <a:pt x="20229" y="0"/>
                      <a:pt x="1776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5"/>
              <p:cNvSpPr/>
              <p:nvPr/>
            </p:nvSpPr>
            <p:spPr>
              <a:xfrm rot="10800000">
                <a:off x="-1594585" y="3843718"/>
                <a:ext cx="1905638" cy="765881"/>
              </a:xfrm>
              <a:custGeom>
                <a:avLst/>
                <a:gdLst/>
                <a:ahLst/>
                <a:cxnLst/>
                <a:rect l="l" t="t" r="r" b="b"/>
                <a:pathLst>
                  <a:path w="22218" h="8930" extrusionOk="0">
                    <a:moveTo>
                      <a:pt x="4465" y="0"/>
                    </a:moveTo>
                    <a:cubicBezTo>
                      <a:pt x="2001" y="0"/>
                      <a:pt x="0" y="2000"/>
                      <a:pt x="0" y="4465"/>
                    </a:cubicBezTo>
                    <a:cubicBezTo>
                      <a:pt x="0" y="6930"/>
                      <a:pt x="2001" y="8930"/>
                      <a:pt x="4465" y="8930"/>
                    </a:cubicBezTo>
                    <a:lnTo>
                      <a:pt x="17752" y="8930"/>
                    </a:lnTo>
                    <a:cubicBezTo>
                      <a:pt x="20217" y="8930"/>
                      <a:pt x="22217" y="6930"/>
                      <a:pt x="22217" y="4465"/>
                    </a:cubicBezTo>
                    <a:cubicBezTo>
                      <a:pt x="22217" y="2000"/>
                      <a:pt x="20217" y="0"/>
                      <a:pt x="177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15"/>
              <p:cNvSpPr/>
              <p:nvPr/>
            </p:nvSpPr>
            <p:spPr>
              <a:xfrm rot="10800000">
                <a:off x="-677550" y="3843718"/>
                <a:ext cx="1906667" cy="765881"/>
              </a:xfrm>
              <a:custGeom>
                <a:avLst/>
                <a:gdLst/>
                <a:ahLst/>
                <a:cxnLst/>
                <a:rect l="l" t="t" r="r" b="b"/>
                <a:pathLst>
                  <a:path w="22230" h="8930" extrusionOk="0">
                    <a:moveTo>
                      <a:pt x="4465" y="0"/>
                    </a:moveTo>
                    <a:cubicBezTo>
                      <a:pt x="2001" y="0"/>
                      <a:pt x="1" y="2000"/>
                      <a:pt x="1" y="4465"/>
                    </a:cubicBezTo>
                    <a:cubicBezTo>
                      <a:pt x="1" y="6930"/>
                      <a:pt x="2001" y="8930"/>
                      <a:pt x="4465" y="8930"/>
                    </a:cubicBezTo>
                    <a:lnTo>
                      <a:pt x="17765" y="8930"/>
                    </a:lnTo>
                    <a:cubicBezTo>
                      <a:pt x="20229" y="8930"/>
                      <a:pt x="22230" y="6930"/>
                      <a:pt x="22230" y="4465"/>
                    </a:cubicBezTo>
                    <a:cubicBezTo>
                      <a:pt x="22230" y="2000"/>
                      <a:pt x="20229" y="0"/>
                      <a:pt x="17765" y="0"/>
                    </a:cubicBezTo>
                    <a:close/>
                  </a:path>
                </a:pathLst>
              </a:custGeom>
              <a:solidFill>
                <a:srgbClr val="FFFFFF">
                  <a:alpha val="3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5" name="Google Shape;235;p15"/>
            <p:cNvGrpSpPr/>
            <p:nvPr/>
          </p:nvGrpSpPr>
          <p:grpSpPr>
            <a:xfrm>
              <a:off x="8417951" y="22475"/>
              <a:ext cx="2484671" cy="1543439"/>
              <a:chOff x="8417951" y="22475"/>
              <a:chExt cx="2484671" cy="1543439"/>
            </a:xfrm>
          </p:grpSpPr>
          <p:sp>
            <p:nvSpPr>
              <p:cNvPr id="236" name="Google Shape;236;p15"/>
              <p:cNvSpPr/>
              <p:nvPr/>
            </p:nvSpPr>
            <p:spPr>
              <a:xfrm rot="10800000">
                <a:off x="8638960" y="743528"/>
                <a:ext cx="1905638" cy="822386"/>
              </a:xfrm>
              <a:custGeom>
                <a:avLst/>
                <a:gdLst/>
                <a:ahLst/>
                <a:cxnLst/>
                <a:rect l="l" t="t" r="r" b="b"/>
                <a:pathLst>
                  <a:path w="22218" h="8930" extrusionOk="0">
                    <a:moveTo>
                      <a:pt x="4465" y="0"/>
                    </a:moveTo>
                    <a:cubicBezTo>
                      <a:pt x="1989" y="0"/>
                      <a:pt x="0" y="1988"/>
                      <a:pt x="0" y="4465"/>
                    </a:cubicBezTo>
                    <a:cubicBezTo>
                      <a:pt x="0" y="6929"/>
                      <a:pt x="1989" y="8930"/>
                      <a:pt x="4465" y="8930"/>
                    </a:cubicBezTo>
                    <a:lnTo>
                      <a:pt x="17752" y="8930"/>
                    </a:lnTo>
                    <a:cubicBezTo>
                      <a:pt x="20229" y="8930"/>
                      <a:pt x="22217" y="6929"/>
                      <a:pt x="22217" y="4465"/>
                    </a:cubicBezTo>
                    <a:cubicBezTo>
                      <a:pt x="22217" y="1988"/>
                      <a:pt x="20229" y="0"/>
                      <a:pt x="1775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5"/>
              <p:cNvSpPr/>
              <p:nvPr/>
            </p:nvSpPr>
            <p:spPr>
              <a:xfrm rot="10800000">
                <a:off x="8417951" y="22475"/>
                <a:ext cx="2484671" cy="765881"/>
              </a:xfrm>
              <a:custGeom>
                <a:avLst/>
                <a:gdLst/>
                <a:ahLst/>
                <a:cxnLst/>
                <a:rect l="l" t="t" r="r" b="b"/>
                <a:pathLst>
                  <a:path w="28969" h="8930" extrusionOk="0">
                    <a:moveTo>
                      <a:pt x="4465" y="0"/>
                    </a:moveTo>
                    <a:cubicBezTo>
                      <a:pt x="1989" y="0"/>
                      <a:pt x="0" y="1988"/>
                      <a:pt x="0" y="4465"/>
                    </a:cubicBezTo>
                    <a:cubicBezTo>
                      <a:pt x="0" y="6929"/>
                      <a:pt x="1989" y="8930"/>
                      <a:pt x="4465" y="8930"/>
                    </a:cubicBezTo>
                    <a:lnTo>
                      <a:pt x="24503" y="8930"/>
                    </a:lnTo>
                    <a:cubicBezTo>
                      <a:pt x="26980" y="8930"/>
                      <a:pt x="28968" y="6929"/>
                      <a:pt x="28968" y="4465"/>
                    </a:cubicBezTo>
                    <a:cubicBezTo>
                      <a:pt x="28968" y="1988"/>
                      <a:pt x="26980" y="0"/>
                      <a:pt x="2450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5"/>
              <p:cNvSpPr/>
              <p:nvPr/>
            </p:nvSpPr>
            <p:spPr>
              <a:xfrm rot="10800000">
                <a:off x="8615984" y="22475"/>
                <a:ext cx="1905638" cy="765881"/>
              </a:xfrm>
              <a:custGeom>
                <a:avLst/>
                <a:gdLst/>
                <a:ahLst/>
                <a:cxnLst/>
                <a:rect l="l" t="t" r="r" b="b"/>
                <a:pathLst>
                  <a:path w="22218" h="8930" extrusionOk="0">
                    <a:moveTo>
                      <a:pt x="4465" y="0"/>
                    </a:moveTo>
                    <a:cubicBezTo>
                      <a:pt x="1989" y="0"/>
                      <a:pt x="0" y="1988"/>
                      <a:pt x="0" y="4465"/>
                    </a:cubicBezTo>
                    <a:cubicBezTo>
                      <a:pt x="0" y="6929"/>
                      <a:pt x="1989" y="8930"/>
                      <a:pt x="4465" y="8930"/>
                    </a:cubicBezTo>
                    <a:lnTo>
                      <a:pt x="17752" y="8930"/>
                    </a:lnTo>
                    <a:cubicBezTo>
                      <a:pt x="20229" y="8930"/>
                      <a:pt x="22217" y="6929"/>
                      <a:pt x="22217" y="4465"/>
                    </a:cubicBezTo>
                    <a:cubicBezTo>
                      <a:pt x="22217" y="1988"/>
                      <a:pt x="20229" y="0"/>
                      <a:pt x="17752" y="0"/>
                    </a:cubicBezTo>
                    <a:close/>
                  </a:path>
                </a:pathLst>
              </a:custGeom>
              <a:solidFill>
                <a:srgbClr val="FFFFFF">
                  <a:alpha val="3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oogle Shape;429;p27"/>
          <p:cNvGrpSpPr/>
          <p:nvPr/>
        </p:nvGrpSpPr>
        <p:grpSpPr>
          <a:xfrm>
            <a:off x="-2336750" y="4106051"/>
            <a:ext cx="13621145" cy="1370950"/>
            <a:chOff x="-2336750" y="4106051"/>
            <a:chExt cx="13621145" cy="1370950"/>
          </a:xfrm>
        </p:grpSpPr>
        <p:sp>
          <p:nvSpPr>
            <p:cNvPr id="430" name="Google Shape;430;p27"/>
            <p:cNvSpPr/>
            <p:nvPr/>
          </p:nvSpPr>
          <p:spPr>
            <a:xfrm>
              <a:off x="4903171" y="4788694"/>
              <a:ext cx="2046056" cy="411274"/>
            </a:xfrm>
            <a:custGeom>
              <a:avLst/>
              <a:gdLst/>
              <a:ahLst/>
              <a:cxnLst/>
              <a:rect l="l" t="t" r="r" b="b"/>
              <a:pathLst>
                <a:path w="22218" h="4466" extrusionOk="0">
                  <a:moveTo>
                    <a:pt x="4465" y="0"/>
                  </a:moveTo>
                  <a:cubicBezTo>
                    <a:pt x="2001" y="0"/>
                    <a:pt x="1" y="2000"/>
                    <a:pt x="1" y="4465"/>
                  </a:cubicBezTo>
                  <a:lnTo>
                    <a:pt x="22218" y="4465"/>
                  </a:lnTo>
                  <a:cubicBezTo>
                    <a:pt x="22218" y="2000"/>
                    <a:pt x="20217" y="0"/>
                    <a:pt x="177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7"/>
            <p:cNvSpPr/>
            <p:nvPr/>
          </p:nvSpPr>
          <p:spPr>
            <a:xfrm>
              <a:off x="679075" y="4788700"/>
              <a:ext cx="2199765" cy="411274"/>
            </a:xfrm>
            <a:custGeom>
              <a:avLst/>
              <a:gdLst/>
              <a:ahLst/>
              <a:cxnLst/>
              <a:rect l="l" t="t" r="r" b="b"/>
              <a:pathLst>
                <a:path w="15645" h="4466" extrusionOk="0">
                  <a:moveTo>
                    <a:pt x="4465" y="0"/>
                  </a:moveTo>
                  <a:cubicBezTo>
                    <a:pt x="2000" y="0"/>
                    <a:pt x="0" y="2000"/>
                    <a:pt x="0" y="4465"/>
                  </a:cubicBezTo>
                  <a:lnTo>
                    <a:pt x="15645" y="4465"/>
                  </a:lnTo>
                  <a:cubicBezTo>
                    <a:pt x="15645" y="2000"/>
                    <a:pt x="13645" y="0"/>
                    <a:pt x="111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7"/>
            <p:cNvSpPr/>
            <p:nvPr/>
          </p:nvSpPr>
          <p:spPr>
            <a:xfrm rot="10800000" flipH="1">
              <a:off x="8430775" y="4106051"/>
              <a:ext cx="2182085" cy="765967"/>
            </a:xfrm>
            <a:custGeom>
              <a:avLst/>
              <a:gdLst/>
              <a:ahLst/>
              <a:cxnLst/>
              <a:rect l="l" t="t" r="r" b="b"/>
              <a:pathLst>
                <a:path w="22218" h="8931" extrusionOk="0">
                  <a:moveTo>
                    <a:pt x="4465" y="1"/>
                  </a:moveTo>
                  <a:cubicBezTo>
                    <a:pt x="1988" y="1"/>
                    <a:pt x="0" y="1989"/>
                    <a:pt x="0" y="4466"/>
                  </a:cubicBezTo>
                  <a:cubicBezTo>
                    <a:pt x="0" y="6942"/>
                    <a:pt x="1988" y="8931"/>
                    <a:pt x="4465" y="8931"/>
                  </a:cubicBezTo>
                  <a:lnTo>
                    <a:pt x="17752" y="8931"/>
                  </a:lnTo>
                  <a:cubicBezTo>
                    <a:pt x="20229" y="8931"/>
                    <a:pt x="22217" y="6942"/>
                    <a:pt x="22217" y="4466"/>
                  </a:cubicBezTo>
                  <a:cubicBezTo>
                    <a:pt x="22217" y="1989"/>
                    <a:pt x="20229" y="1"/>
                    <a:pt x="177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7"/>
            <p:cNvSpPr/>
            <p:nvPr/>
          </p:nvSpPr>
          <p:spPr>
            <a:xfrm rot="10800000" flipH="1">
              <a:off x="6776578" y="4611405"/>
              <a:ext cx="1474729" cy="765881"/>
            </a:xfrm>
            <a:custGeom>
              <a:avLst/>
              <a:gdLst/>
              <a:ahLst/>
              <a:cxnLst/>
              <a:rect l="l" t="t" r="r" b="b"/>
              <a:pathLst>
                <a:path w="17194" h="8930" extrusionOk="0">
                  <a:moveTo>
                    <a:pt x="4465" y="0"/>
                  </a:moveTo>
                  <a:cubicBezTo>
                    <a:pt x="1989" y="0"/>
                    <a:pt x="1" y="1989"/>
                    <a:pt x="1" y="4465"/>
                  </a:cubicBezTo>
                  <a:cubicBezTo>
                    <a:pt x="1" y="6930"/>
                    <a:pt x="1989" y="8930"/>
                    <a:pt x="4465" y="8930"/>
                  </a:cubicBezTo>
                  <a:lnTo>
                    <a:pt x="12728" y="8930"/>
                  </a:lnTo>
                  <a:cubicBezTo>
                    <a:pt x="15205" y="8930"/>
                    <a:pt x="17193" y="6930"/>
                    <a:pt x="17193" y="4465"/>
                  </a:cubicBezTo>
                  <a:cubicBezTo>
                    <a:pt x="17193" y="1989"/>
                    <a:pt x="15205" y="0"/>
                    <a:pt x="127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7"/>
            <p:cNvSpPr/>
            <p:nvPr/>
          </p:nvSpPr>
          <p:spPr>
            <a:xfrm rot="10800000">
              <a:off x="-2336750" y="4428751"/>
              <a:ext cx="3221007" cy="765967"/>
            </a:xfrm>
            <a:custGeom>
              <a:avLst/>
              <a:gdLst/>
              <a:ahLst/>
              <a:cxnLst/>
              <a:rect l="l" t="t" r="r" b="b"/>
              <a:pathLst>
                <a:path w="37554" h="8931" extrusionOk="0">
                  <a:moveTo>
                    <a:pt x="4466" y="0"/>
                  </a:moveTo>
                  <a:cubicBezTo>
                    <a:pt x="2001" y="0"/>
                    <a:pt x="1" y="2001"/>
                    <a:pt x="1" y="4465"/>
                  </a:cubicBezTo>
                  <a:cubicBezTo>
                    <a:pt x="1" y="6930"/>
                    <a:pt x="2001" y="8930"/>
                    <a:pt x="4466" y="8930"/>
                  </a:cubicBezTo>
                  <a:lnTo>
                    <a:pt x="33088" y="8930"/>
                  </a:lnTo>
                  <a:cubicBezTo>
                    <a:pt x="35553" y="8930"/>
                    <a:pt x="37553" y="6930"/>
                    <a:pt x="37553" y="4465"/>
                  </a:cubicBezTo>
                  <a:cubicBezTo>
                    <a:pt x="37553" y="2001"/>
                    <a:pt x="35553" y="0"/>
                    <a:pt x="330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7"/>
            <p:cNvSpPr/>
            <p:nvPr/>
          </p:nvSpPr>
          <p:spPr>
            <a:xfrm rot="10800000">
              <a:off x="171826" y="4428751"/>
              <a:ext cx="895696" cy="765967"/>
            </a:xfrm>
            <a:custGeom>
              <a:avLst/>
              <a:gdLst/>
              <a:ahLst/>
              <a:cxnLst/>
              <a:rect l="l" t="t" r="r" b="b"/>
              <a:pathLst>
                <a:path w="10443" h="8931" extrusionOk="0">
                  <a:moveTo>
                    <a:pt x="4465" y="0"/>
                  </a:moveTo>
                  <a:cubicBezTo>
                    <a:pt x="2001" y="0"/>
                    <a:pt x="0" y="2001"/>
                    <a:pt x="0" y="4465"/>
                  </a:cubicBezTo>
                  <a:cubicBezTo>
                    <a:pt x="0" y="6930"/>
                    <a:pt x="2001" y="8930"/>
                    <a:pt x="4465" y="8930"/>
                  </a:cubicBezTo>
                  <a:lnTo>
                    <a:pt x="5977" y="8930"/>
                  </a:lnTo>
                  <a:cubicBezTo>
                    <a:pt x="8442" y="8930"/>
                    <a:pt x="10442" y="6930"/>
                    <a:pt x="10442" y="4465"/>
                  </a:cubicBezTo>
                  <a:cubicBezTo>
                    <a:pt x="10442" y="2001"/>
                    <a:pt x="8442" y="0"/>
                    <a:pt x="5977" y="0"/>
                  </a:cubicBezTo>
                  <a:close/>
                </a:path>
              </a:pathLst>
            </a:custGeom>
            <a:solidFill>
              <a:srgbClr val="FFFFFF">
                <a:alpha val="3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7"/>
            <p:cNvSpPr/>
            <p:nvPr/>
          </p:nvSpPr>
          <p:spPr>
            <a:xfrm rot="10800000" flipH="1">
              <a:off x="7998225" y="4478944"/>
              <a:ext cx="3286169" cy="765881"/>
            </a:xfrm>
            <a:custGeom>
              <a:avLst/>
              <a:gdLst/>
              <a:ahLst/>
              <a:cxnLst/>
              <a:rect l="l" t="t" r="r" b="b"/>
              <a:pathLst>
                <a:path w="37553" h="8930" extrusionOk="0">
                  <a:moveTo>
                    <a:pt x="4465" y="0"/>
                  </a:moveTo>
                  <a:cubicBezTo>
                    <a:pt x="1989" y="0"/>
                    <a:pt x="0" y="1989"/>
                    <a:pt x="0" y="4465"/>
                  </a:cubicBezTo>
                  <a:cubicBezTo>
                    <a:pt x="0" y="6930"/>
                    <a:pt x="1989" y="8930"/>
                    <a:pt x="4465" y="8930"/>
                  </a:cubicBezTo>
                  <a:lnTo>
                    <a:pt x="33088" y="8930"/>
                  </a:lnTo>
                  <a:cubicBezTo>
                    <a:pt x="35564" y="8930"/>
                    <a:pt x="37553" y="6930"/>
                    <a:pt x="37553" y="4465"/>
                  </a:cubicBezTo>
                  <a:cubicBezTo>
                    <a:pt x="37553" y="1989"/>
                    <a:pt x="35564" y="0"/>
                    <a:pt x="33088" y="0"/>
                  </a:cubicBezTo>
                  <a:close/>
                </a:path>
              </a:pathLst>
            </a:custGeom>
            <a:solidFill>
              <a:srgbClr val="FFFFFF">
                <a:alpha val="3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7"/>
            <p:cNvSpPr/>
            <p:nvPr/>
          </p:nvSpPr>
          <p:spPr>
            <a:xfrm rot="10800000" flipH="1">
              <a:off x="3279275" y="4631594"/>
              <a:ext cx="1886104" cy="822386"/>
            </a:xfrm>
            <a:custGeom>
              <a:avLst/>
              <a:gdLst/>
              <a:ahLst/>
              <a:cxnLst/>
              <a:rect l="l" t="t" r="r" b="b"/>
              <a:pathLst>
                <a:path w="22230" h="8930" extrusionOk="0">
                  <a:moveTo>
                    <a:pt x="4466" y="0"/>
                  </a:moveTo>
                  <a:cubicBezTo>
                    <a:pt x="2001" y="0"/>
                    <a:pt x="1" y="2000"/>
                    <a:pt x="1" y="4465"/>
                  </a:cubicBezTo>
                  <a:cubicBezTo>
                    <a:pt x="1" y="6930"/>
                    <a:pt x="2001" y="8930"/>
                    <a:pt x="4466" y="8930"/>
                  </a:cubicBezTo>
                  <a:lnTo>
                    <a:pt x="17765" y="8930"/>
                  </a:lnTo>
                  <a:cubicBezTo>
                    <a:pt x="20230" y="8930"/>
                    <a:pt x="22230" y="6930"/>
                    <a:pt x="22230" y="4465"/>
                  </a:cubicBezTo>
                  <a:cubicBezTo>
                    <a:pt x="22230" y="2000"/>
                    <a:pt x="20230" y="0"/>
                    <a:pt x="177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7"/>
            <p:cNvSpPr/>
            <p:nvPr/>
          </p:nvSpPr>
          <p:spPr>
            <a:xfrm rot="10800000" flipH="1">
              <a:off x="2141400" y="4608573"/>
              <a:ext cx="1319061" cy="868428"/>
            </a:xfrm>
            <a:custGeom>
              <a:avLst/>
              <a:gdLst/>
              <a:ahLst/>
              <a:cxnLst/>
              <a:rect l="l" t="t" r="r" b="b"/>
              <a:pathLst>
                <a:path w="14324" h="8931" extrusionOk="0">
                  <a:moveTo>
                    <a:pt x="4465" y="0"/>
                  </a:moveTo>
                  <a:cubicBezTo>
                    <a:pt x="2001" y="0"/>
                    <a:pt x="1" y="2001"/>
                    <a:pt x="1" y="4465"/>
                  </a:cubicBezTo>
                  <a:cubicBezTo>
                    <a:pt x="1" y="6930"/>
                    <a:pt x="2001" y="8930"/>
                    <a:pt x="4465" y="8930"/>
                  </a:cubicBezTo>
                  <a:lnTo>
                    <a:pt x="9859" y="8930"/>
                  </a:lnTo>
                  <a:cubicBezTo>
                    <a:pt x="12324" y="8930"/>
                    <a:pt x="14324" y="6930"/>
                    <a:pt x="14324" y="4465"/>
                  </a:cubicBezTo>
                  <a:cubicBezTo>
                    <a:pt x="14324" y="2001"/>
                    <a:pt x="12324" y="0"/>
                    <a:pt x="98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7"/>
            <p:cNvSpPr/>
            <p:nvPr/>
          </p:nvSpPr>
          <p:spPr>
            <a:xfrm rot="10800000" flipH="1">
              <a:off x="6053525" y="4377526"/>
              <a:ext cx="895696" cy="765967"/>
            </a:xfrm>
            <a:custGeom>
              <a:avLst/>
              <a:gdLst/>
              <a:ahLst/>
              <a:cxnLst/>
              <a:rect l="l" t="t" r="r" b="b"/>
              <a:pathLst>
                <a:path w="10443" h="8931" extrusionOk="0">
                  <a:moveTo>
                    <a:pt x="4465" y="0"/>
                  </a:moveTo>
                  <a:cubicBezTo>
                    <a:pt x="2001" y="0"/>
                    <a:pt x="0" y="2001"/>
                    <a:pt x="0" y="4465"/>
                  </a:cubicBezTo>
                  <a:cubicBezTo>
                    <a:pt x="0" y="6930"/>
                    <a:pt x="2001" y="8930"/>
                    <a:pt x="4465" y="8930"/>
                  </a:cubicBezTo>
                  <a:lnTo>
                    <a:pt x="5977" y="8930"/>
                  </a:lnTo>
                  <a:cubicBezTo>
                    <a:pt x="8442" y="8930"/>
                    <a:pt x="10442" y="6930"/>
                    <a:pt x="10442" y="4465"/>
                  </a:cubicBezTo>
                  <a:cubicBezTo>
                    <a:pt x="10442" y="2001"/>
                    <a:pt x="8442" y="0"/>
                    <a:pt x="5977" y="0"/>
                  </a:cubicBezTo>
                  <a:close/>
                </a:path>
              </a:pathLst>
            </a:custGeom>
            <a:solidFill>
              <a:srgbClr val="FFFFFF">
                <a:alpha val="3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Google Shape;441;p28"/>
          <p:cNvGrpSpPr/>
          <p:nvPr/>
        </p:nvGrpSpPr>
        <p:grpSpPr>
          <a:xfrm flipH="1">
            <a:off x="-1594585" y="22475"/>
            <a:ext cx="12497207" cy="5350967"/>
            <a:chOff x="-1594585" y="22475"/>
            <a:chExt cx="12497207" cy="5350967"/>
          </a:xfrm>
        </p:grpSpPr>
        <p:grpSp>
          <p:nvGrpSpPr>
            <p:cNvPr id="442" name="Google Shape;442;p28"/>
            <p:cNvGrpSpPr/>
            <p:nvPr/>
          </p:nvGrpSpPr>
          <p:grpSpPr>
            <a:xfrm>
              <a:off x="-1594585" y="3843718"/>
              <a:ext cx="3302429" cy="1529724"/>
              <a:chOff x="-1594585" y="3843718"/>
              <a:chExt cx="3302429" cy="1529724"/>
            </a:xfrm>
          </p:grpSpPr>
          <p:sp>
            <p:nvSpPr>
              <p:cNvPr id="443" name="Google Shape;443;p28"/>
              <p:cNvSpPr/>
              <p:nvPr/>
            </p:nvSpPr>
            <p:spPr>
              <a:xfrm rot="10800000">
                <a:off x="-1513077" y="4607560"/>
                <a:ext cx="3220921" cy="765881"/>
              </a:xfrm>
              <a:custGeom>
                <a:avLst/>
                <a:gdLst/>
                <a:ahLst/>
                <a:cxnLst/>
                <a:rect l="l" t="t" r="r" b="b"/>
                <a:pathLst>
                  <a:path w="37553" h="8930" extrusionOk="0">
                    <a:moveTo>
                      <a:pt x="4465" y="0"/>
                    </a:moveTo>
                    <a:cubicBezTo>
                      <a:pt x="1988" y="0"/>
                      <a:pt x="0" y="1989"/>
                      <a:pt x="0" y="4465"/>
                    </a:cubicBezTo>
                    <a:cubicBezTo>
                      <a:pt x="0" y="6942"/>
                      <a:pt x="1988" y="8930"/>
                      <a:pt x="4465" y="8930"/>
                    </a:cubicBezTo>
                    <a:lnTo>
                      <a:pt x="33088" y="8930"/>
                    </a:lnTo>
                    <a:cubicBezTo>
                      <a:pt x="35564" y="8930"/>
                      <a:pt x="37552" y="6942"/>
                      <a:pt x="37552" y="4465"/>
                    </a:cubicBezTo>
                    <a:cubicBezTo>
                      <a:pt x="37552" y="1989"/>
                      <a:pt x="35564" y="0"/>
                      <a:pt x="3308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28"/>
              <p:cNvSpPr/>
              <p:nvPr/>
            </p:nvSpPr>
            <p:spPr>
              <a:xfrm rot="10800000">
                <a:off x="-976796" y="3843718"/>
                <a:ext cx="1906667" cy="765881"/>
              </a:xfrm>
              <a:custGeom>
                <a:avLst/>
                <a:gdLst/>
                <a:ahLst/>
                <a:cxnLst/>
                <a:rect l="l" t="t" r="r" b="b"/>
                <a:pathLst>
                  <a:path w="22230" h="8930" extrusionOk="0">
                    <a:moveTo>
                      <a:pt x="4465" y="0"/>
                    </a:moveTo>
                    <a:cubicBezTo>
                      <a:pt x="2000" y="0"/>
                      <a:pt x="0" y="2000"/>
                      <a:pt x="0" y="4465"/>
                    </a:cubicBezTo>
                    <a:cubicBezTo>
                      <a:pt x="0" y="6930"/>
                      <a:pt x="2000" y="8930"/>
                      <a:pt x="4465" y="8930"/>
                    </a:cubicBezTo>
                    <a:lnTo>
                      <a:pt x="17764" y="8930"/>
                    </a:lnTo>
                    <a:cubicBezTo>
                      <a:pt x="20229" y="8930"/>
                      <a:pt x="22229" y="6930"/>
                      <a:pt x="22229" y="4465"/>
                    </a:cubicBezTo>
                    <a:cubicBezTo>
                      <a:pt x="22229" y="2000"/>
                      <a:pt x="20229" y="0"/>
                      <a:pt x="1776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28"/>
              <p:cNvSpPr/>
              <p:nvPr/>
            </p:nvSpPr>
            <p:spPr>
              <a:xfrm rot="10800000">
                <a:off x="-1594585" y="3843718"/>
                <a:ext cx="1905638" cy="765881"/>
              </a:xfrm>
              <a:custGeom>
                <a:avLst/>
                <a:gdLst/>
                <a:ahLst/>
                <a:cxnLst/>
                <a:rect l="l" t="t" r="r" b="b"/>
                <a:pathLst>
                  <a:path w="22218" h="8930" extrusionOk="0">
                    <a:moveTo>
                      <a:pt x="4465" y="0"/>
                    </a:moveTo>
                    <a:cubicBezTo>
                      <a:pt x="2001" y="0"/>
                      <a:pt x="0" y="2000"/>
                      <a:pt x="0" y="4465"/>
                    </a:cubicBezTo>
                    <a:cubicBezTo>
                      <a:pt x="0" y="6930"/>
                      <a:pt x="2001" y="8930"/>
                      <a:pt x="4465" y="8930"/>
                    </a:cubicBezTo>
                    <a:lnTo>
                      <a:pt x="17752" y="8930"/>
                    </a:lnTo>
                    <a:cubicBezTo>
                      <a:pt x="20217" y="8930"/>
                      <a:pt x="22217" y="6930"/>
                      <a:pt x="22217" y="4465"/>
                    </a:cubicBezTo>
                    <a:cubicBezTo>
                      <a:pt x="22217" y="2000"/>
                      <a:pt x="20217" y="0"/>
                      <a:pt x="177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28"/>
              <p:cNvSpPr/>
              <p:nvPr/>
            </p:nvSpPr>
            <p:spPr>
              <a:xfrm rot="10800000">
                <a:off x="-677550" y="3843718"/>
                <a:ext cx="1906667" cy="765881"/>
              </a:xfrm>
              <a:custGeom>
                <a:avLst/>
                <a:gdLst/>
                <a:ahLst/>
                <a:cxnLst/>
                <a:rect l="l" t="t" r="r" b="b"/>
                <a:pathLst>
                  <a:path w="22230" h="8930" extrusionOk="0">
                    <a:moveTo>
                      <a:pt x="4465" y="0"/>
                    </a:moveTo>
                    <a:cubicBezTo>
                      <a:pt x="2001" y="0"/>
                      <a:pt x="1" y="2000"/>
                      <a:pt x="1" y="4465"/>
                    </a:cubicBezTo>
                    <a:cubicBezTo>
                      <a:pt x="1" y="6930"/>
                      <a:pt x="2001" y="8930"/>
                      <a:pt x="4465" y="8930"/>
                    </a:cubicBezTo>
                    <a:lnTo>
                      <a:pt x="17765" y="8930"/>
                    </a:lnTo>
                    <a:cubicBezTo>
                      <a:pt x="20229" y="8930"/>
                      <a:pt x="22230" y="6930"/>
                      <a:pt x="22230" y="4465"/>
                    </a:cubicBezTo>
                    <a:cubicBezTo>
                      <a:pt x="22230" y="2000"/>
                      <a:pt x="20229" y="0"/>
                      <a:pt x="17765" y="0"/>
                    </a:cubicBezTo>
                    <a:close/>
                  </a:path>
                </a:pathLst>
              </a:custGeom>
              <a:solidFill>
                <a:srgbClr val="FFFFFF">
                  <a:alpha val="3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7" name="Google Shape;447;p28"/>
            <p:cNvGrpSpPr/>
            <p:nvPr/>
          </p:nvGrpSpPr>
          <p:grpSpPr>
            <a:xfrm>
              <a:off x="8417951" y="22475"/>
              <a:ext cx="2484671" cy="1543439"/>
              <a:chOff x="8417951" y="22475"/>
              <a:chExt cx="2484671" cy="1543439"/>
            </a:xfrm>
          </p:grpSpPr>
          <p:sp>
            <p:nvSpPr>
              <p:cNvPr id="448" name="Google Shape;448;p28"/>
              <p:cNvSpPr/>
              <p:nvPr/>
            </p:nvSpPr>
            <p:spPr>
              <a:xfrm rot="10800000">
                <a:off x="8638960" y="743528"/>
                <a:ext cx="1905638" cy="822386"/>
              </a:xfrm>
              <a:custGeom>
                <a:avLst/>
                <a:gdLst/>
                <a:ahLst/>
                <a:cxnLst/>
                <a:rect l="l" t="t" r="r" b="b"/>
                <a:pathLst>
                  <a:path w="22218" h="8930" extrusionOk="0">
                    <a:moveTo>
                      <a:pt x="4465" y="0"/>
                    </a:moveTo>
                    <a:cubicBezTo>
                      <a:pt x="1989" y="0"/>
                      <a:pt x="0" y="1988"/>
                      <a:pt x="0" y="4465"/>
                    </a:cubicBezTo>
                    <a:cubicBezTo>
                      <a:pt x="0" y="6929"/>
                      <a:pt x="1989" y="8930"/>
                      <a:pt x="4465" y="8930"/>
                    </a:cubicBezTo>
                    <a:lnTo>
                      <a:pt x="17752" y="8930"/>
                    </a:lnTo>
                    <a:cubicBezTo>
                      <a:pt x="20229" y="8930"/>
                      <a:pt x="22217" y="6929"/>
                      <a:pt x="22217" y="4465"/>
                    </a:cubicBezTo>
                    <a:cubicBezTo>
                      <a:pt x="22217" y="1988"/>
                      <a:pt x="20229" y="0"/>
                      <a:pt x="1775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28"/>
              <p:cNvSpPr/>
              <p:nvPr/>
            </p:nvSpPr>
            <p:spPr>
              <a:xfrm rot="10800000">
                <a:off x="8417951" y="22475"/>
                <a:ext cx="2484671" cy="765881"/>
              </a:xfrm>
              <a:custGeom>
                <a:avLst/>
                <a:gdLst/>
                <a:ahLst/>
                <a:cxnLst/>
                <a:rect l="l" t="t" r="r" b="b"/>
                <a:pathLst>
                  <a:path w="28969" h="8930" extrusionOk="0">
                    <a:moveTo>
                      <a:pt x="4465" y="0"/>
                    </a:moveTo>
                    <a:cubicBezTo>
                      <a:pt x="1989" y="0"/>
                      <a:pt x="0" y="1988"/>
                      <a:pt x="0" y="4465"/>
                    </a:cubicBezTo>
                    <a:cubicBezTo>
                      <a:pt x="0" y="6929"/>
                      <a:pt x="1989" y="8930"/>
                      <a:pt x="4465" y="8930"/>
                    </a:cubicBezTo>
                    <a:lnTo>
                      <a:pt x="24503" y="8930"/>
                    </a:lnTo>
                    <a:cubicBezTo>
                      <a:pt x="26980" y="8930"/>
                      <a:pt x="28968" y="6929"/>
                      <a:pt x="28968" y="4465"/>
                    </a:cubicBezTo>
                    <a:cubicBezTo>
                      <a:pt x="28968" y="1988"/>
                      <a:pt x="26980" y="0"/>
                      <a:pt x="2450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28"/>
              <p:cNvSpPr/>
              <p:nvPr/>
            </p:nvSpPr>
            <p:spPr>
              <a:xfrm rot="10800000">
                <a:off x="8615984" y="22475"/>
                <a:ext cx="1905638" cy="765881"/>
              </a:xfrm>
              <a:custGeom>
                <a:avLst/>
                <a:gdLst/>
                <a:ahLst/>
                <a:cxnLst/>
                <a:rect l="l" t="t" r="r" b="b"/>
                <a:pathLst>
                  <a:path w="22218" h="8930" extrusionOk="0">
                    <a:moveTo>
                      <a:pt x="4465" y="0"/>
                    </a:moveTo>
                    <a:cubicBezTo>
                      <a:pt x="1989" y="0"/>
                      <a:pt x="0" y="1988"/>
                      <a:pt x="0" y="4465"/>
                    </a:cubicBezTo>
                    <a:cubicBezTo>
                      <a:pt x="0" y="6929"/>
                      <a:pt x="1989" y="8930"/>
                      <a:pt x="4465" y="8930"/>
                    </a:cubicBezTo>
                    <a:lnTo>
                      <a:pt x="17752" y="8930"/>
                    </a:lnTo>
                    <a:cubicBezTo>
                      <a:pt x="20229" y="8930"/>
                      <a:pt x="22217" y="6929"/>
                      <a:pt x="22217" y="4465"/>
                    </a:cubicBezTo>
                    <a:cubicBezTo>
                      <a:pt x="22217" y="1988"/>
                      <a:pt x="20229" y="0"/>
                      <a:pt x="17752" y="0"/>
                    </a:cubicBezTo>
                    <a:close/>
                  </a:path>
                </a:pathLst>
              </a:custGeom>
              <a:solidFill>
                <a:srgbClr val="FFFFFF">
                  <a:alpha val="3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5" r:id="rId5"/>
    <p:sldLayoutId id="2147483658" r:id="rId6"/>
    <p:sldLayoutId id="2147483659" r:id="rId7"/>
    <p:sldLayoutId id="2147483660" r:id="rId8"/>
    <p:sldLayoutId id="2147483661" r:id="rId9"/>
    <p:sldLayoutId id="2147483673" r:id="rId10"/>
    <p:sldLayoutId id="2147483674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lms.inacap.cl/pluginfile.php/15252140/mod_resource/content/1/FGIE01_U01S00_TOOLKIT_U01.pdf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2"/>
          <p:cNvSpPr txBox="1">
            <a:spLocks noGrp="1"/>
          </p:cNvSpPr>
          <p:nvPr>
            <p:ph type="ctrTitle"/>
          </p:nvPr>
        </p:nvSpPr>
        <p:spPr>
          <a:xfrm>
            <a:off x="577773" y="1277295"/>
            <a:ext cx="6010800" cy="180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Clase 6</a:t>
            </a:r>
            <a:br>
              <a:rPr lang="en" dirty="0"/>
            </a:br>
            <a:r>
              <a:rPr lang="en" sz="4000" dirty="0"/>
              <a:t>Detección de oportunidades.</a:t>
            </a:r>
            <a:endParaRPr dirty="0"/>
          </a:p>
        </p:txBody>
      </p:sp>
      <p:sp>
        <p:nvSpPr>
          <p:cNvPr id="462" name="Google Shape;462;p32"/>
          <p:cNvSpPr txBox="1">
            <a:spLocks noGrp="1"/>
          </p:cNvSpPr>
          <p:nvPr>
            <p:ph type="subTitle" idx="1"/>
          </p:nvPr>
        </p:nvSpPr>
        <p:spPr>
          <a:xfrm>
            <a:off x="577772" y="3079994"/>
            <a:ext cx="5769865" cy="6520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s-MX" dirty="0"/>
              <a:t>Docente Formación Integral: Estefanía González C.</a:t>
            </a:r>
          </a:p>
          <a:p>
            <a:pPr marL="0" indent="0" algn="l"/>
            <a:r>
              <a:rPr lang="es-ES" dirty="0"/>
              <a:t>Innovación y Emprendimiento 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3"/>
          <p:cNvSpPr txBox="1">
            <a:spLocks noGrp="1"/>
          </p:cNvSpPr>
          <p:nvPr>
            <p:ph type="title"/>
          </p:nvPr>
        </p:nvSpPr>
        <p:spPr>
          <a:xfrm>
            <a:off x="0" y="1072346"/>
            <a:ext cx="578712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Objetivo de aprendizaje.</a:t>
            </a:r>
            <a:endParaRPr dirty="0"/>
          </a:p>
        </p:txBody>
      </p:sp>
      <p:sp>
        <p:nvSpPr>
          <p:cNvPr id="469" name="Google Shape;469;p33"/>
          <p:cNvSpPr txBox="1"/>
          <p:nvPr/>
        </p:nvSpPr>
        <p:spPr>
          <a:xfrm>
            <a:off x="432920" y="1978124"/>
            <a:ext cx="77040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sz="1600" dirty="0"/>
              <a:t>Priorizar y abordar los desafíos clave identificados a través de un análisis detallado de </a:t>
            </a:r>
            <a:r>
              <a:rPr lang="es-MX" sz="1600" dirty="0" err="1"/>
              <a:t>insights</a:t>
            </a:r>
            <a:r>
              <a:rPr lang="es-MX" sz="1600" dirty="0"/>
              <a:t> complejos y de alto impacto, desarrollando e implementando un plan estratégico integral que optimice recursos y enfoques.</a:t>
            </a:r>
            <a:endParaRPr sz="1600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35"/>
          <p:cNvSpPr txBox="1">
            <a:spLocks noGrp="1"/>
          </p:cNvSpPr>
          <p:nvPr>
            <p:ph type="title"/>
          </p:nvPr>
        </p:nvSpPr>
        <p:spPr>
          <a:xfrm>
            <a:off x="1272015" y="901848"/>
            <a:ext cx="6564180" cy="80150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 dirty="0"/>
              <a:t>Recuerda nuestro desafío.</a:t>
            </a:r>
            <a:endParaRPr sz="3600" dirty="0"/>
          </a:p>
        </p:txBody>
      </p:sp>
      <p:sp>
        <p:nvSpPr>
          <p:cNvPr id="496" name="Google Shape;496;p35"/>
          <p:cNvSpPr/>
          <p:nvPr/>
        </p:nvSpPr>
        <p:spPr>
          <a:xfrm rot="10800000" flipH="1">
            <a:off x="-2267827" y="995394"/>
            <a:ext cx="1994581" cy="411274"/>
          </a:xfrm>
          <a:custGeom>
            <a:avLst/>
            <a:gdLst/>
            <a:ahLst/>
            <a:cxnLst/>
            <a:rect l="l" t="t" r="r" b="b"/>
            <a:pathLst>
              <a:path w="15645" h="4466" extrusionOk="0">
                <a:moveTo>
                  <a:pt x="4465" y="0"/>
                </a:moveTo>
                <a:cubicBezTo>
                  <a:pt x="2000" y="0"/>
                  <a:pt x="0" y="2000"/>
                  <a:pt x="0" y="4465"/>
                </a:cubicBezTo>
                <a:lnTo>
                  <a:pt x="15645" y="4465"/>
                </a:lnTo>
                <a:cubicBezTo>
                  <a:pt x="15645" y="2000"/>
                  <a:pt x="13645" y="0"/>
                  <a:pt x="1118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Pergamino: horizontal 6"/>
          <p:cNvSpPr/>
          <p:nvPr/>
        </p:nvSpPr>
        <p:spPr>
          <a:xfrm>
            <a:off x="1456018" y="1594883"/>
            <a:ext cx="6124995" cy="2073349"/>
          </a:xfrm>
          <a:prstGeom prst="horizontalScroll">
            <a:avLst/>
          </a:prstGeom>
          <a:solidFill>
            <a:sysClr val="window" lastClr="FFFFFF"/>
          </a:solidFill>
          <a:ln w="12700" cap="flat" cmpd="sng" algn="ctr">
            <a:solidFill>
              <a:srgbClr val="4EA72E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400" dirty="0">
                <a:solidFill>
                  <a:schemeClr val="bg2">
                    <a:lumMod val="50000"/>
                  </a:schemeClr>
                </a:solidFill>
              </a:rPr>
              <a:t>¿Cómo podríamos fortalecer la gestión de datos en las instituciones públicas de la región del Ñuble, garantizando mayor seguridad y transparencia, durante el semestre otoño 2025?</a:t>
            </a:r>
            <a:endParaRPr lang="es-CL" b="1">
              <a:solidFill>
                <a:schemeClr val="bg2">
                  <a:lumMod val="50000"/>
                </a:schemeClr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s-CL" b="1" kern="100" dirty="0">
              <a:solidFill>
                <a:schemeClr val="accent4">
                  <a:lumMod val="10000"/>
                </a:schemeClr>
              </a:solidFill>
              <a:effectLst/>
              <a:latin typeface="Aptos"/>
              <a:ea typeface="Aptos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4"/>
          <p:cNvSpPr txBox="1">
            <a:spLocks noGrp="1"/>
          </p:cNvSpPr>
          <p:nvPr>
            <p:ph type="title"/>
          </p:nvPr>
        </p:nvSpPr>
        <p:spPr>
          <a:xfrm>
            <a:off x="720001" y="83518"/>
            <a:ext cx="434109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Redefinición de.</a:t>
            </a:r>
            <a:endParaRPr dirty="0"/>
          </a:p>
        </p:txBody>
      </p:sp>
      <p:sp>
        <p:nvSpPr>
          <p:cNvPr id="479" name="Google Shape;479;p34"/>
          <p:cNvSpPr txBox="1">
            <a:spLocks noGrp="1"/>
          </p:cNvSpPr>
          <p:nvPr>
            <p:ph type="subTitle" idx="2"/>
          </p:nvPr>
        </p:nvSpPr>
        <p:spPr>
          <a:xfrm>
            <a:off x="3983783" y="1117879"/>
            <a:ext cx="4188600" cy="3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Permite precisar o priorizar el desafío en función de los </a:t>
            </a:r>
            <a:r>
              <a:rPr lang="es-MX" dirty="0" err="1"/>
              <a:t>insights</a:t>
            </a:r>
            <a:r>
              <a:rPr lang="es-MX" dirty="0"/>
              <a:t> de mayor complejidad e impacto.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Es por esto que es importante redactar diferentes opciones.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42" y="1440979"/>
            <a:ext cx="3328824" cy="3031608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0132" y="2177062"/>
            <a:ext cx="4200525" cy="22955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36"/>
          <p:cNvSpPr txBox="1">
            <a:spLocks noGrp="1"/>
          </p:cNvSpPr>
          <p:nvPr>
            <p:ph type="title"/>
          </p:nvPr>
        </p:nvSpPr>
        <p:spPr>
          <a:xfrm>
            <a:off x="199005" y="20748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¿Cómo se estructura un desafio?</a:t>
            </a:r>
            <a:endParaRPr sz="2000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89" y="901331"/>
            <a:ext cx="7200900" cy="3638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8"/>
          <p:cNvSpPr txBox="1">
            <a:spLocks noGrp="1"/>
          </p:cNvSpPr>
          <p:nvPr>
            <p:ph type="title"/>
          </p:nvPr>
        </p:nvSpPr>
        <p:spPr>
          <a:xfrm>
            <a:off x="688102" y="1586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Ejemplo.</a:t>
            </a:r>
            <a:endParaRPr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51" y="1312124"/>
            <a:ext cx="6915150" cy="31146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-255181" y="1114877"/>
            <a:ext cx="3288474" cy="572700"/>
          </a:xfrm>
        </p:spPr>
        <p:txBody>
          <a:bodyPr/>
          <a:lstStyle/>
          <a:p>
            <a:r>
              <a:rPr lang="es-MX" dirty="0"/>
              <a:t>Ejemplo.</a:t>
            </a:r>
            <a:endParaRPr lang="es-CL" dirty="0"/>
          </a:p>
        </p:txBody>
      </p:sp>
      <p:graphicFrame>
        <p:nvGraphicFramePr>
          <p:cNvPr id="7" name="Tab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717702"/>
              </p:ext>
            </p:extLst>
          </p:nvPr>
        </p:nvGraphicFramePr>
        <p:xfrm>
          <a:off x="2778014" y="989407"/>
          <a:ext cx="4508390" cy="3620710"/>
        </p:xfrm>
        <a:graphic>
          <a:graphicData uri="http://schemas.openxmlformats.org/drawingml/2006/table">
            <a:tbl>
              <a:tblPr firstRow="1" firstCol="1" bandRow="1">
                <a:tableStyleId>{DB7F1000-25C0-49D3-97E0-466F675CA3D1}</a:tableStyleId>
              </a:tblPr>
              <a:tblGrid>
                <a:gridCol w="904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7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2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73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73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3789680" algn="l"/>
                        </a:tabLst>
                      </a:pPr>
                      <a:r>
                        <a:rPr lang="es-ES" sz="900" kern="100" dirty="0">
                          <a:effectLst/>
                        </a:rPr>
                        <a:t>¿Cómo podríamos?</a:t>
                      </a:r>
                      <a:endParaRPr lang="es-CL" sz="9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3789680" algn="l"/>
                        </a:tabLst>
                      </a:pPr>
                      <a:r>
                        <a:rPr lang="es-ES" sz="900" kern="100">
                          <a:effectLst/>
                        </a:rPr>
                        <a:t>Propósito (verbo+ tema de interés)</a:t>
                      </a:r>
                      <a:endParaRPr lang="es-CL" sz="9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3789680" algn="l"/>
                        </a:tabLst>
                      </a:pPr>
                      <a:r>
                        <a:rPr lang="es-ES" sz="900" kern="100">
                          <a:effectLst/>
                        </a:rPr>
                        <a:t>Usuario Principal</a:t>
                      </a:r>
                      <a:endParaRPr lang="es-CL" sz="9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3789680" algn="l"/>
                        </a:tabLst>
                      </a:pPr>
                      <a:r>
                        <a:rPr lang="es-ES" sz="900" kern="100">
                          <a:effectLst/>
                        </a:rPr>
                        <a:t>Impacto (medible verificable)</a:t>
                      </a:r>
                      <a:endParaRPr lang="es-CL" sz="9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3789680" algn="l"/>
                        </a:tabLst>
                      </a:pPr>
                      <a:r>
                        <a:rPr lang="es-ES" sz="900" kern="100">
                          <a:effectLst/>
                        </a:rPr>
                        <a:t>Territorio</a:t>
                      </a:r>
                      <a:endParaRPr lang="es-CL" sz="9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100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3789680" algn="l"/>
                        </a:tabLst>
                      </a:pPr>
                      <a:r>
                        <a:rPr lang="es-ES" sz="900" kern="100">
                          <a:effectLst/>
                        </a:rPr>
                        <a:t>1.</a:t>
                      </a:r>
                      <a:r>
                        <a:rPr lang="es-CL" sz="900" kern="100">
                          <a:effectLst/>
                        </a:rPr>
                        <a:t> ¿Cómo podríamos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3789680" algn="l"/>
                        </a:tabLst>
                      </a:pPr>
                      <a:r>
                        <a:rPr lang="es-CL" sz="900" kern="10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3789680" algn="l"/>
                        </a:tabLst>
                      </a:pPr>
                      <a:r>
                        <a:rPr lang="es-CL" sz="900" kern="100">
                          <a:effectLst/>
                        </a:rPr>
                        <a:t> </a:t>
                      </a:r>
                      <a:endParaRPr lang="es-CL" sz="9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3789680" algn="l"/>
                        </a:tabLst>
                      </a:pPr>
                      <a:r>
                        <a:rPr lang="es-CL" sz="900" kern="100">
                          <a:effectLst/>
                        </a:rPr>
                        <a:t> Promover la participación de </a:t>
                      </a:r>
                      <a:endParaRPr lang="es-CL" sz="9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3789680" algn="l"/>
                        </a:tabLst>
                      </a:pPr>
                      <a:r>
                        <a:rPr lang="es-CL" sz="900" kern="100">
                          <a:effectLst/>
                        </a:rPr>
                        <a:t> Los vecinos de la comuna de Maipú del sector X</a:t>
                      </a:r>
                      <a:endParaRPr lang="es-CL" sz="9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3789680" algn="l"/>
                        </a:tabLst>
                      </a:pPr>
                      <a:r>
                        <a:rPr lang="es-CL" sz="900" kern="100">
                          <a:effectLst/>
                        </a:rPr>
                        <a:t> Para incorporar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3789680" algn="l"/>
                        </a:tabLst>
                      </a:pPr>
                      <a:r>
                        <a:rPr lang="es-CL" sz="900" kern="100">
                          <a:effectLst/>
                        </a:rPr>
                        <a:t>Con el fin de aumentar </a:t>
                      </a:r>
                      <a:endParaRPr lang="es-CL" sz="9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3789680" algn="l"/>
                        </a:tabLst>
                      </a:pPr>
                      <a:r>
                        <a:rPr lang="es-CL" sz="900" kern="100">
                          <a:effectLst/>
                        </a:rPr>
                        <a:t> la zona X de la comuna</a:t>
                      </a:r>
                      <a:endParaRPr lang="es-CL" sz="9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9916">
                <a:tc gridSpan="5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3789680" algn="l"/>
                        </a:tabLst>
                      </a:pPr>
                      <a:r>
                        <a:rPr lang="es-ES" sz="900" kern="100" dirty="0">
                          <a:effectLst/>
                        </a:rPr>
                        <a:t>2.</a:t>
                      </a:r>
                      <a:r>
                        <a:rPr lang="es-CL" sz="900" kern="100" dirty="0">
                          <a:effectLst/>
                        </a:rPr>
                        <a:t>   </a:t>
                      </a:r>
                      <a:r>
                        <a:rPr lang="es-CL" sz="900" kern="100" dirty="0">
                          <a:effectLst/>
                          <a:highlight>
                            <a:srgbClr val="FFFF00"/>
                          </a:highlight>
                        </a:rPr>
                        <a:t>¿Cómo podríamos  promover la participación de los vecinos de la comuna de Maipú del sector X con el fin de aumentar en un 20% el nivel de satisfacción con la gestión de residuos en la zona X de la comuna?</a:t>
                      </a:r>
                      <a:endParaRPr lang="es-CL" sz="900" kern="1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3789680" algn="l"/>
                        </a:tabLst>
                      </a:pPr>
                      <a:r>
                        <a:rPr lang="es-CL" sz="900" kern="1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3789680" algn="l"/>
                        </a:tabLst>
                      </a:pPr>
                      <a:r>
                        <a:rPr lang="es-CL" sz="900" kern="1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3789680" algn="l"/>
                        </a:tabLst>
                      </a:pPr>
                      <a:r>
                        <a:rPr lang="es-CL" sz="900" kern="1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3789680" algn="l"/>
                        </a:tabLst>
                      </a:pPr>
                      <a:r>
                        <a:rPr lang="es-CL" sz="900" kern="1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3789680" algn="l"/>
                        </a:tabLst>
                      </a:pPr>
                      <a:r>
                        <a:rPr lang="es-CL" sz="900" kern="1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3789680" algn="l"/>
                        </a:tabLst>
                      </a:pPr>
                      <a:r>
                        <a:rPr lang="es-CL" sz="900" kern="100" dirty="0">
                          <a:effectLst/>
                        </a:rPr>
                        <a:t> </a:t>
                      </a:r>
                      <a:endParaRPr lang="es-CL" sz="9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663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3789680" algn="l"/>
                        </a:tabLst>
                      </a:pPr>
                      <a:r>
                        <a:rPr lang="es-ES" sz="900" kern="100">
                          <a:effectLst/>
                        </a:rPr>
                        <a:t>3.</a:t>
                      </a:r>
                      <a:r>
                        <a:rPr lang="es-CL" sz="900" kern="10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3789680" algn="l"/>
                        </a:tabLst>
                      </a:pPr>
                      <a:r>
                        <a:rPr lang="es-CL" sz="900" kern="10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3789680" algn="l"/>
                        </a:tabLst>
                      </a:pPr>
                      <a:r>
                        <a:rPr lang="es-CL" sz="900" kern="100">
                          <a:effectLst/>
                        </a:rPr>
                        <a:t> </a:t>
                      </a:r>
                      <a:endParaRPr lang="es-CL" sz="9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3789680" algn="l"/>
                        </a:tabLst>
                      </a:pPr>
                      <a:r>
                        <a:rPr lang="es-CL" sz="900" kern="100">
                          <a:effectLst/>
                        </a:rPr>
                        <a:t> </a:t>
                      </a:r>
                      <a:endParaRPr lang="es-CL" sz="9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3789680" algn="l"/>
                        </a:tabLst>
                      </a:pPr>
                      <a:r>
                        <a:rPr lang="es-CL" sz="900" kern="100">
                          <a:effectLst/>
                        </a:rPr>
                        <a:t> </a:t>
                      </a:r>
                      <a:endParaRPr lang="es-CL" sz="9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3789680" algn="l"/>
                        </a:tabLst>
                      </a:pPr>
                      <a:r>
                        <a:rPr lang="es-CL" sz="900" kern="100">
                          <a:effectLst/>
                        </a:rPr>
                        <a:t> </a:t>
                      </a:r>
                      <a:endParaRPr lang="es-CL" sz="9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3789680" algn="l"/>
                        </a:tabLst>
                      </a:pPr>
                      <a:r>
                        <a:rPr lang="es-CL" sz="900" kern="100" dirty="0">
                          <a:effectLst/>
                        </a:rPr>
                        <a:t> </a:t>
                      </a:r>
                      <a:endParaRPr lang="es-CL" sz="9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844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7"/>
          <p:cNvSpPr txBox="1">
            <a:spLocks noGrp="1"/>
          </p:cNvSpPr>
          <p:nvPr>
            <p:ph type="title"/>
          </p:nvPr>
        </p:nvSpPr>
        <p:spPr>
          <a:xfrm>
            <a:off x="1999765" y="644022"/>
            <a:ext cx="4737300" cy="63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</a:t>
            </a:r>
            <a:r>
              <a:rPr lang="es-CL" dirty="0"/>
              <a:t>e</a:t>
            </a:r>
            <a:r>
              <a:rPr lang="en" dirty="0"/>
              <a:t>definición del desafio.</a:t>
            </a:r>
            <a:endParaRPr dirty="0"/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419738"/>
              </p:ext>
            </p:extLst>
          </p:nvPr>
        </p:nvGraphicFramePr>
        <p:xfrm>
          <a:off x="1401884" y="2183015"/>
          <a:ext cx="6561903" cy="1793562"/>
        </p:xfrm>
        <a:graphic>
          <a:graphicData uri="http://schemas.openxmlformats.org/drawingml/2006/table">
            <a:tbl>
              <a:tblPr firstRow="1" firstCol="1" bandRow="1">
                <a:tableStyleId>{DB7F1000-25C0-49D3-97E0-466F675CA3D1}</a:tableStyleId>
              </a:tblPr>
              <a:tblGrid>
                <a:gridCol w="1317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1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83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58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91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735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3789680" algn="l"/>
                        </a:tabLst>
                      </a:pPr>
                      <a:r>
                        <a:rPr lang="es-ES" sz="1100" kern="100">
                          <a:effectLst/>
                        </a:rPr>
                        <a:t>¿Cómo podríamos?</a:t>
                      </a:r>
                      <a:endParaRPr lang="es-CL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3789680" algn="l"/>
                        </a:tabLst>
                      </a:pPr>
                      <a:r>
                        <a:rPr lang="es-ES" sz="1100" kern="100">
                          <a:effectLst/>
                        </a:rPr>
                        <a:t>Propósito (verbo+ tema de interés)</a:t>
                      </a:r>
                      <a:endParaRPr lang="es-CL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3789680" algn="l"/>
                        </a:tabLst>
                      </a:pPr>
                      <a:r>
                        <a:rPr lang="es-ES" sz="1100" kern="100">
                          <a:effectLst/>
                        </a:rPr>
                        <a:t>Usuario Principal</a:t>
                      </a:r>
                      <a:endParaRPr lang="es-CL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3789680" algn="l"/>
                        </a:tabLst>
                      </a:pPr>
                      <a:r>
                        <a:rPr lang="es-ES" sz="1100" kern="100">
                          <a:effectLst/>
                        </a:rPr>
                        <a:t>Impacto (medible verificable)</a:t>
                      </a:r>
                      <a:endParaRPr lang="es-CL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3789680" algn="l"/>
                        </a:tabLst>
                      </a:pPr>
                      <a:r>
                        <a:rPr lang="es-ES" sz="1100" kern="100">
                          <a:effectLst/>
                        </a:rPr>
                        <a:t>Territorio</a:t>
                      </a:r>
                      <a:endParaRPr lang="es-CL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620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3789680" algn="l"/>
                        </a:tabLst>
                      </a:pPr>
                      <a:r>
                        <a:rPr lang="es-ES" sz="1100" kern="100">
                          <a:effectLst/>
                        </a:rPr>
                        <a:t>1.</a:t>
                      </a:r>
                      <a:r>
                        <a:rPr lang="es-CL" sz="1100" kern="10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3789680" algn="l"/>
                        </a:tabLst>
                      </a:pPr>
                      <a:r>
                        <a:rPr lang="es-CL" sz="1100" kern="10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3789680" algn="l"/>
                        </a:tabLst>
                      </a:pPr>
                      <a:r>
                        <a:rPr lang="es-CL" sz="1100" kern="100">
                          <a:effectLst/>
                        </a:rPr>
                        <a:t> </a:t>
                      </a:r>
                      <a:endParaRPr lang="es-CL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3789680" algn="l"/>
                        </a:tabLst>
                      </a:pPr>
                      <a:r>
                        <a:rPr lang="es-CL" sz="1100" kern="100">
                          <a:effectLst/>
                        </a:rPr>
                        <a:t> </a:t>
                      </a:r>
                      <a:endParaRPr lang="es-CL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3789680" algn="l"/>
                        </a:tabLst>
                      </a:pPr>
                      <a:r>
                        <a:rPr lang="es-CL" sz="1100" kern="100">
                          <a:effectLst/>
                        </a:rPr>
                        <a:t> </a:t>
                      </a:r>
                      <a:endParaRPr lang="es-CL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3789680" algn="l"/>
                        </a:tabLst>
                      </a:pPr>
                      <a:r>
                        <a:rPr lang="es-CL" sz="1100" kern="100">
                          <a:effectLst/>
                        </a:rPr>
                        <a:t> </a:t>
                      </a:r>
                      <a:endParaRPr lang="es-CL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3789680" algn="l"/>
                        </a:tabLst>
                      </a:pPr>
                      <a:r>
                        <a:rPr lang="es-CL" sz="1100" kern="100" dirty="0">
                          <a:effectLst/>
                        </a:rPr>
                        <a:t> </a:t>
                      </a:r>
                      <a:endParaRPr lang="es-CL" sz="11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43"/>
          <p:cNvSpPr txBox="1">
            <a:spLocks noGrp="1"/>
          </p:cNvSpPr>
          <p:nvPr>
            <p:ph type="title"/>
          </p:nvPr>
        </p:nvSpPr>
        <p:spPr>
          <a:xfrm>
            <a:off x="560512" y="292736"/>
            <a:ext cx="3625500" cy="140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Referencias.</a:t>
            </a:r>
            <a:endParaRPr dirty="0"/>
          </a:p>
        </p:txBody>
      </p:sp>
      <p:sp>
        <p:nvSpPr>
          <p:cNvPr id="647" name="Google Shape;647;p43"/>
          <p:cNvSpPr txBox="1">
            <a:spLocks noGrp="1"/>
          </p:cNvSpPr>
          <p:nvPr>
            <p:ph type="subTitle" idx="1"/>
          </p:nvPr>
        </p:nvSpPr>
        <p:spPr>
          <a:xfrm>
            <a:off x="560512" y="1870025"/>
            <a:ext cx="3625500" cy="14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s-MX" dirty="0"/>
              <a:t>INACAP. (</a:t>
            </a:r>
            <a:r>
              <a:rPr lang="es-MX" dirty="0" err="1"/>
              <a:t>n.d</a:t>
            </a:r>
            <a:r>
              <a:rPr lang="es-MX" dirty="0"/>
              <a:t>.). </a:t>
            </a:r>
            <a:r>
              <a:rPr lang="es-MX" i="1" dirty="0" err="1"/>
              <a:t>Toolkit</a:t>
            </a:r>
            <a:r>
              <a:rPr lang="es-MX" i="1" dirty="0"/>
              <a:t>: Guía de introducción a la educación</a:t>
            </a:r>
            <a:r>
              <a:rPr lang="es-MX" dirty="0"/>
              <a:t> [PDF]. INACAP. </a:t>
            </a:r>
            <a:r>
              <a:rPr lang="es-MX" dirty="0">
                <a:hlinkClick r:id="rId3"/>
              </a:rPr>
              <a:t>https://lms.inacap.cl/pluginfile.php/15252140/mod_resource/content/1/FGIE01_U01S00_TOOLKIT_U01.pdf</a:t>
            </a:r>
            <a:endParaRPr lang="es-MX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648" name="Google Shape;648;p43"/>
          <p:cNvPicPr preferRelativeResize="0">
            <a:picLocks noGrp="1"/>
          </p:cNvPicPr>
          <p:nvPr>
            <p:ph type="pic" idx="2"/>
          </p:nvPr>
        </p:nvPicPr>
        <p:blipFill rotWithShape="1">
          <a:blip r:embed="rId4">
            <a:alphaModFix/>
          </a:blip>
          <a:srcRect t="13763" b="13756"/>
          <a:stretch/>
        </p:blipFill>
        <p:spPr>
          <a:xfrm>
            <a:off x="4572000" y="1078175"/>
            <a:ext cx="6182100" cy="2987100"/>
          </a:xfrm>
          <a:prstGeom prst="roundRect">
            <a:avLst>
              <a:gd name="adj" fmla="val 50000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nnovation Skills Workshop by Slidesgo">
  <a:themeElements>
    <a:clrScheme name="Simple Light">
      <a:dk1>
        <a:srgbClr val="133273"/>
      </a:dk1>
      <a:lt1>
        <a:srgbClr val="FFFFFF"/>
      </a:lt1>
      <a:dk2>
        <a:srgbClr val="164195"/>
      </a:dk2>
      <a:lt2>
        <a:srgbClr val="34B7C7"/>
      </a:lt2>
      <a:accent1>
        <a:srgbClr val="4DDCE4"/>
      </a:accent1>
      <a:accent2>
        <a:srgbClr val="EBC71A"/>
      </a:accent2>
      <a:accent3>
        <a:srgbClr val="F0D724"/>
      </a:accent3>
      <a:accent4>
        <a:srgbClr val="D7D8DE"/>
      </a:accent4>
      <a:accent5>
        <a:srgbClr val="FFFFFF"/>
      </a:accent5>
      <a:accent6>
        <a:srgbClr val="FFFFFF"/>
      </a:accent6>
      <a:hlink>
        <a:srgbClr val="13327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336</Words>
  <Application>Microsoft Office PowerPoint</Application>
  <PresentationFormat>Presentación en pantalla (16:9)</PresentationFormat>
  <Paragraphs>55</Paragraphs>
  <Slides>9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7" baseType="lpstr">
      <vt:lpstr>Montserrat</vt:lpstr>
      <vt:lpstr>Open Sans</vt:lpstr>
      <vt:lpstr>Arial</vt:lpstr>
      <vt:lpstr>Aptos</vt:lpstr>
      <vt:lpstr>Open Sans Light</vt:lpstr>
      <vt:lpstr>Albert Sans</vt:lpstr>
      <vt:lpstr>DM Sans</vt:lpstr>
      <vt:lpstr>Innovation Skills Workshop by Slidesgo</vt:lpstr>
      <vt:lpstr>Clase 6 Detección de oportunidades.</vt:lpstr>
      <vt:lpstr>Objetivo de aprendizaje.</vt:lpstr>
      <vt:lpstr>Recuerda nuestro desafío.</vt:lpstr>
      <vt:lpstr>Redefinición de.</vt:lpstr>
      <vt:lpstr>¿Cómo se estructura un desafio?</vt:lpstr>
      <vt:lpstr>Ejemplo.</vt:lpstr>
      <vt:lpstr>Ejemplo.</vt:lpstr>
      <vt:lpstr>Redefinición del desafio.</vt:lpstr>
      <vt:lpstr>Referencias.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Innovation Skills Workshop</dc:title>
  <dc:creator>Estefania González</dc:creator>
  <cp:lastModifiedBy>ESTEFANIA SALOME GONZALEZ CACERES</cp:lastModifiedBy>
  <cp:revision>15</cp:revision>
  <dcterms:modified xsi:type="dcterms:W3CDTF">2025-05-27T00:41:22Z</dcterms:modified>
</cp:coreProperties>
</file>