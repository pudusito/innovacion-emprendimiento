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58" r:id="rId4"/>
    <p:sldId id="261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0202"/>
    <a:srgbClr val="F4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940" autoAdjust="0"/>
  </p:normalViewPr>
  <p:slideViewPr>
    <p:cSldViewPr snapToGrid="0" snapToObjects="1">
      <p:cViewPr>
        <p:scale>
          <a:sx n="100" d="100"/>
          <a:sy n="100" d="100"/>
        </p:scale>
        <p:origin x="516" y="-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9601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296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273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914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1468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416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2391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236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7468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1105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352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FFDA3-703B-5A46-AEFC-E14C30159CAC}" type="datetimeFigureOut">
              <a:rPr lang="es-ES" smtClean="0"/>
              <a:t>03/07/2025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1022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ctrTitle"/>
          </p:nvPr>
        </p:nvSpPr>
        <p:spPr>
          <a:xfrm>
            <a:off x="611560" y="2947566"/>
            <a:ext cx="7772400" cy="685347"/>
          </a:xfrm>
        </p:spPr>
        <p:txBody>
          <a:bodyPr>
            <a:normAutofit fontScale="90000"/>
          </a:bodyPr>
          <a:lstStyle/>
          <a:p>
            <a:r>
              <a:rPr lang="es-ES" sz="3600" b="1" dirty="0">
                <a:solidFill>
                  <a:srgbClr val="D40202"/>
                </a:solidFill>
                <a:latin typeface="Myriad Pro"/>
                <a:cs typeface="Myriad Pro"/>
              </a:rPr>
              <a:t>M</a:t>
            </a:r>
            <a:r>
              <a:rPr lang="es-CL" sz="3600" b="1" dirty="0" err="1">
                <a:solidFill>
                  <a:srgbClr val="D40202"/>
                </a:solidFill>
                <a:latin typeface="Myriad Pro"/>
                <a:cs typeface="Myriad Pro"/>
              </a:rPr>
              <a:t>odelo</a:t>
            </a:r>
            <a:r>
              <a:rPr lang="es-CL" sz="3600" b="1" dirty="0">
                <a:solidFill>
                  <a:srgbClr val="D40202"/>
                </a:solidFill>
                <a:latin typeface="Myriad Pro"/>
                <a:cs typeface="Myriad Pro"/>
              </a:rPr>
              <a:t> de negocio y </a:t>
            </a:r>
            <a:r>
              <a:rPr lang="es-CL" sz="3600" b="1" dirty="0" err="1">
                <a:solidFill>
                  <a:srgbClr val="D40202"/>
                </a:solidFill>
                <a:latin typeface="Myriad Pro"/>
                <a:cs typeface="Myriad Pro"/>
              </a:rPr>
              <a:t>experimentacion</a:t>
            </a:r>
            <a:endParaRPr lang="es-CL" sz="3600" b="1" dirty="0">
              <a:solidFill>
                <a:srgbClr val="D40202"/>
              </a:solidFill>
              <a:latin typeface="Myriad Pro"/>
              <a:cs typeface="Myriad Pro"/>
            </a:endParaRPr>
          </a:p>
        </p:txBody>
      </p:sp>
      <p:sp>
        <p:nvSpPr>
          <p:cNvPr id="15" name="Subtítulo 2"/>
          <p:cNvSpPr>
            <a:spLocks noGrp="1"/>
          </p:cNvSpPr>
          <p:nvPr>
            <p:ph type="subTitle" idx="1"/>
          </p:nvPr>
        </p:nvSpPr>
        <p:spPr>
          <a:xfrm>
            <a:off x="1297360" y="3712724"/>
            <a:ext cx="6400800" cy="36219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dirty="0">
                <a:latin typeface="Myriad Pro"/>
                <a:cs typeface="Myriad Pro"/>
              </a:rPr>
              <a:t>Software pedido de horas.</a:t>
            </a:r>
            <a:endParaRPr lang="es-CL" dirty="0">
              <a:latin typeface="Myriad Pro"/>
              <a:cs typeface="Myriad Pro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469608" y="1"/>
            <a:ext cx="1867756" cy="186775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469607" y="160081"/>
            <a:ext cx="1867757" cy="757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kern="1400" dirty="0">
                <a:solidFill>
                  <a:schemeClr val="bg1"/>
                </a:solidFill>
                <a:latin typeface="Myriad Pro Light"/>
                <a:cs typeface="Myriad Pro Light"/>
              </a:rPr>
              <a:t>T</a:t>
            </a:r>
            <a:r>
              <a:rPr lang="es-CL" sz="1400" kern="1400" dirty="0">
                <a:solidFill>
                  <a:schemeClr val="bg1"/>
                </a:solidFill>
                <a:latin typeface="Myriad Pro Light"/>
                <a:cs typeface="Myriad Pro Light"/>
              </a:rPr>
              <a:t>ECNOLOGIAS</a:t>
            </a:r>
          </a:p>
          <a:p>
            <a:r>
              <a:rPr lang="es-CL" sz="1400" kern="1400" dirty="0">
                <a:solidFill>
                  <a:schemeClr val="bg1"/>
                </a:solidFill>
                <a:latin typeface="Myriad Pro Light"/>
                <a:cs typeface="Myriad Pro Light"/>
              </a:rPr>
              <a:t> DE INFORMACION Y CIBERSEGURIDAD</a:t>
            </a:r>
          </a:p>
        </p:txBody>
      </p:sp>
      <p:pic>
        <p:nvPicPr>
          <p:cNvPr id="12" name="Imagen 11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47" y="1332361"/>
            <a:ext cx="1270076" cy="342346"/>
          </a:xfrm>
          <a:prstGeom prst="rect">
            <a:avLst/>
          </a:prstGeom>
        </p:spPr>
      </p:pic>
      <p:cxnSp>
        <p:nvCxnSpPr>
          <p:cNvPr id="14" name="Conector recto 13"/>
          <p:cNvCxnSpPr/>
          <p:nvPr/>
        </p:nvCxnSpPr>
        <p:spPr>
          <a:xfrm>
            <a:off x="615294" y="1077855"/>
            <a:ext cx="1576383" cy="0"/>
          </a:xfrm>
          <a:prstGeom prst="line">
            <a:avLst/>
          </a:prstGeom>
          <a:ln w="952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469608" y="4715866"/>
            <a:ext cx="3901324" cy="16195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s-CL" sz="1400" dirty="0">
                <a:latin typeface="Myriad Pro"/>
                <a:cs typeface="Myriad Pro"/>
              </a:rPr>
              <a:t>NOMBRE: -Benjamin </a:t>
            </a:r>
            <a:r>
              <a:rPr lang="es-CL" sz="1400" dirty="0" err="1">
                <a:latin typeface="Myriad Pro"/>
                <a:cs typeface="Myriad Pro"/>
              </a:rPr>
              <a:t>Ivan</a:t>
            </a:r>
            <a:r>
              <a:rPr lang="es-CL" sz="1400" dirty="0">
                <a:latin typeface="Myriad Pro"/>
                <a:cs typeface="Myriad Pro"/>
              </a:rPr>
              <a:t> Maldonado Barrales</a:t>
            </a:r>
          </a:p>
          <a:p>
            <a:pPr>
              <a:lnSpc>
                <a:spcPct val="120000"/>
              </a:lnSpc>
            </a:pPr>
            <a:r>
              <a:rPr lang="es-CL" sz="1400" dirty="0">
                <a:latin typeface="Myriad Pro"/>
                <a:cs typeface="Myriad Pro"/>
              </a:rPr>
              <a:t>	       -</a:t>
            </a:r>
            <a:r>
              <a:rPr lang="es-CL" sz="1400" dirty="0" err="1">
                <a:latin typeface="Myriad Pro"/>
                <a:cs typeface="Myriad Pro"/>
              </a:rPr>
              <a:t>Victor</a:t>
            </a:r>
            <a:r>
              <a:rPr lang="es-CL" sz="1400" dirty="0">
                <a:latin typeface="Myriad Pro"/>
                <a:cs typeface="Myriad Pro"/>
              </a:rPr>
              <a:t> Bryan Riquelme Cabrera</a:t>
            </a:r>
          </a:p>
          <a:p>
            <a:pPr>
              <a:lnSpc>
                <a:spcPct val="120000"/>
              </a:lnSpc>
            </a:pPr>
            <a:r>
              <a:rPr lang="es-CL" sz="1400" dirty="0">
                <a:latin typeface="Myriad Pro"/>
                <a:cs typeface="Myriad Pro"/>
              </a:rPr>
              <a:t>CARRERA: </a:t>
            </a:r>
            <a:r>
              <a:rPr lang="es-CL" sz="1400" dirty="0" err="1">
                <a:latin typeface="Myriad Pro"/>
                <a:cs typeface="Myriad Pro"/>
              </a:rPr>
              <a:t>Tecnico</a:t>
            </a:r>
            <a:r>
              <a:rPr lang="es-CL" sz="1400" dirty="0">
                <a:latin typeface="Myriad Pro"/>
                <a:cs typeface="Myriad Pro"/>
              </a:rPr>
              <a:t> analista programador</a:t>
            </a:r>
          </a:p>
          <a:p>
            <a:pPr>
              <a:lnSpc>
                <a:spcPct val="120000"/>
              </a:lnSpc>
            </a:pPr>
            <a:r>
              <a:rPr lang="es-CL" sz="1400" dirty="0">
                <a:latin typeface="Myriad Pro"/>
                <a:cs typeface="Myriad Pro"/>
              </a:rPr>
              <a:t>ASIGNTATURA: </a:t>
            </a:r>
            <a:r>
              <a:rPr lang="es-CL" sz="1400" dirty="0" err="1">
                <a:latin typeface="Myriad Pro"/>
                <a:cs typeface="Myriad Pro"/>
              </a:rPr>
              <a:t>Innovacion</a:t>
            </a:r>
            <a:r>
              <a:rPr lang="es-CL" sz="1400" dirty="0">
                <a:latin typeface="Myriad Pro"/>
                <a:cs typeface="Myriad Pro"/>
              </a:rPr>
              <a:t> y emprendimiento</a:t>
            </a:r>
          </a:p>
          <a:p>
            <a:pPr>
              <a:lnSpc>
                <a:spcPct val="120000"/>
              </a:lnSpc>
            </a:pPr>
            <a:r>
              <a:rPr lang="es-CL" sz="1400" dirty="0">
                <a:latin typeface="Myriad Pro"/>
                <a:cs typeface="Myriad Pro"/>
              </a:rPr>
              <a:t>PROFESOR: </a:t>
            </a:r>
            <a:r>
              <a:rPr lang="es-CL" sz="1400" dirty="0" err="1">
                <a:latin typeface="Myriad Pro"/>
                <a:cs typeface="Myriad Pro"/>
              </a:rPr>
              <a:t>Estefania</a:t>
            </a:r>
            <a:r>
              <a:rPr lang="es-CL" sz="1400" dirty="0">
                <a:latin typeface="Myriad Pro"/>
                <a:cs typeface="Myriad Pro"/>
              </a:rPr>
              <a:t> Salomé Gonzáles Cáceres</a:t>
            </a:r>
          </a:p>
          <a:p>
            <a:pPr>
              <a:lnSpc>
                <a:spcPct val="120000"/>
              </a:lnSpc>
            </a:pPr>
            <a:r>
              <a:rPr lang="es-CL" sz="1400" dirty="0">
                <a:latin typeface="Myriad Pro"/>
                <a:cs typeface="Myriad Pro"/>
              </a:rPr>
              <a:t>FECHA: 02-07-2025</a:t>
            </a:r>
          </a:p>
        </p:txBody>
      </p:sp>
      <p:pic>
        <p:nvPicPr>
          <p:cNvPr id="18" name="Imagen 17" descr="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221" y="6499599"/>
            <a:ext cx="924848" cy="24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90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A37C10C9-CC2F-8DB9-D544-D017093D8550}"/>
              </a:ext>
            </a:extLst>
          </p:cNvPr>
          <p:cNvSpPr txBox="1"/>
          <p:nvPr/>
        </p:nvSpPr>
        <p:spPr>
          <a:xfrm>
            <a:off x="480060" y="5576887"/>
            <a:ext cx="8183880" cy="640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u="sng">
                <a:latin typeface="+mj-lt"/>
                <a:ea typeface="+mj-ea"/>
                <a:cs typeface="+mj-cs"/>
              </a:rPr>
              <a:t>Business model canvas</a:t>
            </a:r>
            <a:endParaRPr lang="en-US" sz="2800" u="sng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85F348-6D16-A2F0-667B-87E75DB97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47" y="641032"/>
            <a:ext cx="8491905" cy="48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10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5DEDD-0D12-2C61-8CA9-7C0177BC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6AFD5F03-94DF-A739-1A5C-3357CECD12B3}"/>
              </a:ext>
            </a:extLst>
          </p:cNvPr>
          <p:cNvSpPr txBox="1"/>
          <p:nvPr/>
        </p:nvSpPr>
        <p:spPr>
          <a:xfrm>
            <a:off x="480060" y="5576887"/>
            <a:ext cx="8183880" cy="640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u="sng">
                <a:latin typeface="+mj-lt"/>
                <a:ea typeface="+mj-ea"/>
                <a:cs typeface="+mj-cs"/>
              </a:rPr>
              <a:t>Modelo de experimentación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99EDB11-AFAB-9060-38DA-EA594BDB7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68" b="-2"/>
          <a:stretch>
            <a:fillRect/>
          </a:stretch>
        </p:blipFill>
        <p:spPr>
          <a:xfrm>
            <a:off x="480060" y="640080"/>
            <a:ext cx="818388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21546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2E0C1-A31D-1668-8A37-A91852BF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96B579A4-AE3A-E000-5EC7-F780A01B2734}"/>
              </a:ext>
            </a:extLst>
          </p:cNvPr>
          <p:cNvSpPr txBox="1"/>
          <p:nvPr/>
        </p:nvSpPr>
        <p:spPr>
          <a:xfrm>
            <a:off x="480060" y="5576887"/>
            <a:ext cx="8183880" cy="640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2800" u="sng" dirty="0">
                <a:latin typeface="+mj-lt"/>
                <a:ea typeface="+mj-ea"/>
                <a:cs typeface="+mj-cs"/>
              </a:rPr>
              <a:t>Test Card</a:t>
            </a:r>
            <a:endParaRPr kumimoji="0" lang="en-US" sz="2800" b="0" i="0" u="sng" strike="noStrike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B781227-A7E0-A60F-1F38-02121BF0C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289973"/>
            <a:ext cx="9029700" cy="51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35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F8576E-5392-DE0C-51F7-CFC729E817A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l="6586" r="341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9E71FB4-5810-DE8C-92E3-1C66000BA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146" y="624110"/>
            <a:ext cx="2779707" cy="1280890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C00000"/>
                </a:solidFill>
              </a:rPr>
              <a:t>Conclusión </a:t>
            </a:r>
            <a:endParaRPr lang="es-CL" dirty="0">
              <a:solidFill>
                <a:srgbClr val="C00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848994-E9B1-B1E6-FF4B-BAD68A37C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725" y="1905000"/>
            <a:ext cx="6686550" cy="377762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" dirty="0"/>
              <a:t>El sistema de toma de horas para el Departamento de Tránsito mejora la atención ciudadana al permitir agendar turnos de forma digital, reduciendo tiempos de espera y aglomeraciones. </a:t>
            </a:r>
          </a:p>
          <a:p>
            <a:pPr marL="0" indent="0" algn="ctr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dirty="0"/>
              <a:t>Esta innovación optimiza la gestión interna y moderniza el servicio, ofreciendo una experiencia más eficiente, ordenada y accesible para los usuarios.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030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1342</TotalTime>
  <Words>114</Words>
  <Application>Microsoft Office PowerPoint</Application>
  <PresentationFormat>Presentación en pantalla (4:3)</PresentationFormat>
  <Paragraphs>17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Myriad Pro</vt:lpstr>
      <vt:lpstr>Myriad Pro Light</vt:lpstr>
      <vt:lpstr>Office Theme</vt:lpstr>
      <vt:lpstr>Modelo de negocio y experimentacion</vt:lpstr>
      <vt:lpstr>Presentación de PowerPoint</vt:lpstr>
      <vt:lpstr>Presentación de PowerPoint</vt:lpstr>
      <vt:lpstr>Presentación de PowerPoint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de la Presentación</dc:title>
  <dc:creator>agencia</dc:creator>
  <cp:lastModifiedBy>BENJAMIN IVAN MALDONADO BARRALES</cp:lastModifiedBy>
  <cp:revision>10</cp:revision>
  <dcterms:created xsi:type="dcterms:W3CDTF">2015-06-26T15:52:47Z</dcterms:created>
  <dcterms:modified xsi:type="dcterms:W3CDTF">2025-07-03T23:21:20Z</dcterms:modified>
</cp:coreProperties>
</file>