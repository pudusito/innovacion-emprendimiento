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2" r:id="rId6"/>
    <p:sldId id="260" r:id="rId7"/>
    <p:sldId id="264" r:id="rId8"/>
    <p:sldId id="261" r:id="rId9"/>
    <p:sldId id="263" r:id="rId10"/>
    <p:sldId id="270" r:id="rId11"/>
  </p:sldIdLst>
  <p:sldSz cx="9144000" cy="5143500" type="screen16x9"/>
  <p:notesSz cx="6858000" cy="9144000"/>
  <p:embeddedFontLst>
    <p:embeddedFont>
      <p:font typeface="Anaheim" panose="020B0604020202020204" charset="0"/>
      <p:regular r:id="rId13"/>
      <p:bold r:id="rId14"/>
    </p:embeddedFont>
    <p:embeddedFont>
      <p:font typeface="Aptos Black" panose="020B0604020202020204" charset="0"/>
      <p:bold r:id="rId15"/>
    </p:embeddedFont>
    <p:embeddedFont>
      <p:font typeface="Belleza" panose="020B0604020202020204" charset="0"/>
      <p:regular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DM Sans" panose="020B0604020202020204" charset="0"/>
      <p:regular r:id="rId21"/>
      <p:bold r:id="rId22"/>
      <p:italic r:id="rId23"/>
      <p:boldItalic r:id="rId24"/>
    </p:embeddedFont>
    <p:embeddedFont>
      <p:font typeface="Nunito Light" pitchFamily="2" charset="0"/>
      <p:regular r:id="rId25"/>
      <p:italic r:id="rId26"/>
    </p:embeddedFont>
    <p:embeddedFont>
      <p:font typeface="Raleway" pitchFamily="2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D36F599-3C51-49F3-8B62-BB9399D1EC0F}">
  <a:tblStyle styleId="{BD36F599-3C51-49F3-8B62-BB9399D1EC0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376127B-0122-4A74-8941-EFDFA1D0193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906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font" Target="fonts/font18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4119581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42289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34197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44359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32676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62884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3514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59779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924850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2896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54dda1946d_6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54dda1946d_6_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02295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7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3225" y="1233551"/>
            <a:ext cx="5127900" cy="224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47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13225" y="3569199"/>
            <a:ext cx="5127900" cy="4404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2"/>
          <p:cNvSpPr>
            <a:spLocks noGrp="1"/>
          </p:cNvSpPr>
          <p:nvPr>
            <p:ph type="pic" idx="2"/>
          </p:nvPr>
        </p:nvSpPr>
        <p:spPr>
          <a:xfrm>
            <a:off x="6067150" y="731688"/>
            <a:ext cx="2894100" cy="3779700"/>
          </a:xfrm>
          <a:prstGeom prst="rect">
            <a:avLst/>
          </a:prstGeom>
          <a:noFill/>
          <a:ln>
            <a:noFill/>
          </a:ln>
          <a:effectLst>
            <a:outerShdw dist="190500" dir="8040000" algn="bl" rotWithShape="0">
              <a:schemeClr val="accent1"/>
            </a:outerShdw>
          </a:effectLst>
        </p:spPr>
      </p:sp>
      <p:grpSp>
        <p:nvGrpSpPr>
          <p:cNvPr id="13" name="Google Shape;13;p2"/>
          <p:cNvGrpSpPr/>
          <p:nvPr/>
        </p:nvGrpSpPr>
        <p:grpSpPr>
          <a:xfrm>
            <a:off x="234158" y="4188325"/>
            <a:ext cx="1171847" cy="1103811"/>
            <a:chOff x="5289380" y="3942370"/>
            <a:chExt cx="1358820" cy="1279930"/>
          </a:xfrm>
        </p:grpSpPr>
        <p:sp>
          <p:nvSpPr>
            <p:cNvPr id="14" name="Google Shape;14;p2"/>
            <p:cNvSpPr/>
            <p:nvPr/>
          </p:nvSpPr>
          <p:spPr>
            <a:xfrm>
              <a:off x="5289380" y="3942370"/>
              <a:ext cx="415377" cy="285771"/>
            </a:xfrm>
            <a:custGeom>
              <a:avLst/>
              <a:gdLst/>
              <a:ahLst/>
              <a:cxnLst/>
              <a:rect l="l" t="t" r="r" b="b"/>
              <a:pathLst>
                <a:path w="769217" h="529205" extrusionOk="0">
                  <a:moveTo>
                    <a:pt x="397282" y="181575"/>
                  </a:moveTo>
                  <a:cubicBezTo>
                    <a:pt x="483924" y="129570"/>
                    <a:pt x="566042" y="80318"/>
                    <a:pt x="648067" y="30939"/>
                  </a:cubicBezTo>
                  <a:cubicBezTo>
                    <a:pt x="658948" y="24391"/>
                    <a:pt x="668912" y="16261"/>
                    <a:pt x="680079" y="10314"/>
                  </a:cubicBezTo>
                  <a:cubicBezTo>
                    <a:pt x="709719" y="-5470"/>
                    <a:pt x="737492" y="-4933"/>
                    <a:pt x="758623" y="24581"/>
                  </a:cubicBezTo>
                  <a:cubicBezTo>
                    <a:pt x="777603" y="51121"/>
                    <a:pt x="770897" y="85506"/>
                    <a:pt x="739991" y="104738"/>
                  </a:cubicBezTo>
                  <a:cubicBezTo>
                    <a:pt x="657335" y="156110"/>
                    <a:pt x="573476" y="205615"/>
                    <a:pt x="489997" y="255659"/>
                  </a:cubicBezTo>
                  <a:cubicBezTo>
                    <a:pt x="478134" y="262776"/>
                    <a:pt x="465703" y="268913"/>
                    <a:pt x="451057" y="276884"/>
                  </a:cubicBezTo>
                  <a:cubicBezTo>
                    <a:pt x="481235" y="330597"/>
                    <a:pt x="510464" y="381779"/>
                    <a:pt x="538870" y="433435"/>
                  </a:cubicBezTo>
                  <a:cubicBezTo>
                    <a:pt x="559811" y="471490"/>
                    <a:pt x="553642" y="503723"/>
                    <a:pt x="523306" y="521438"/>
                  </a:cubicBezTo>
                  <a:cubicBezTo>
                    <a:pt x="493698" y="538709"/>
                    <a:pt x="461876" y="526910"/>
                    <a:pt x="439669" y="488698"/>
                  </a:cubicBezTo>
                  <a:cubicBezTo>
                    <a:pt x="408542" y="435144"/>
                    <a:pt x="378491" y="380956"/>
                    <a:pt x="348219" y="327497"/>
                  </a:cubicBezTo>
                  <a:cubicBezTo>
                    <a:pt x="260627" y="356789"/>
                    <a:pt x="175630" y="385923"/>
                    <a:pt x="90095" y="413538"/>
                  </a:cubicBezTo>
                  <a:cubicBezTo>
                    <a:pt x="38090" y="430335"/>
                    <a:pt x="13164" y="421383"/>
                    <a:pt x="3199" y="385954"/>
                  </a:cubicBezTo>
                  <a:cubicBezTo>
                    <a:pt x="-8093" y="345781"/>
                    <a:pt x="10380" y="320791"/>
                    <a:pt x="60676" y="304247"/>
                  </a:cubicBezTo>
                  <a:cubicBezTo>
                    <a:pt x="127611" y="282230"/>
                    <a:pt x="194135" y="258854"/>
                    <a:pt x="260754" y="235825"/>
                  </a:cubicBezTo>
                  <a:cubicBezTo>
                    <a:pt x="268599" y="233105"/>
                    <a:pt x="275969" y="229087"/>
                    <a:pt x="288591" y="223425"/>
                  </a:cubicBezTo>
                  <a:cubicBezTo>
                    <a:pt x="265499" y="181827"/>
                    <a:pt x="243229" y="141875"/>
                    <a:pt x="221118" y="101860"/>
                  </a:cubicBezTo>
                  <a:cubicBezTo>
                    <a:pt x="197805" y="59693"/>
                    <a:pt x="201948" y="27491"/>
                    <a:pt x="232759" y="9239"/>
                  </a:cubicBezTo>
                  <a:cubicBezTo>
                    <a:pt x="263316" y="-8823"/>
                    <a:pt x="295487" y="4051"/>
                    <a:pt x="319053" y="44604"/>
                  </a:cubicBezTo>
                  <a:cubicBezTo>
                    <a:pt x="343790" y="87151"/>
                    <a:pt x="367894" y="130076"/>
                    <a:pt x="397282" y="1816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469125" y="4188475"/>
              <a:ext cx="1179075" cy="1033825"/>
            </a:xfrm>
            <a:custGeom>
              <a:avLst/>
              <a:gdLst/>
              <a:ahLst/>
              <a:cxnLst/>
              <a:rect l="l" t="t" r="r" b="b"/>
              <a:pathLst>
                <a:path w="47163" h="41353" extrusionOk="0">
                  <a:moveTo>
                    <a:pt x="0" y="0"/>
                  </a:moveTo>
                  <a:cubicBezTo>
                    <a:pt x="0" y="10751"/>
                    <a:pt x="942" y="23498"/>
                    <a:pt x="8544" y="31100"/>
                  </a:cubicBezTo>
                  <a:cubicBezTo>
                    <a:pt x="17962" y="40518"/>
                    <a:pt x="33844" y="41353"/>
                    <a:pt x="47163" y="41353"/>
                  </a:cubicBez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sp>
      </p:grpSp>
      <p:grpSp>
        <p:nvGrpSpPr>
          <p:cNvPr id="16" name="Google Shape;16;p2"/>
          <p:cNvGrpSpPr/>
          <p:nvPr/>
        </p:nvGrpSpPr>
        <p:grpSpPr>
          <a:xfrm rot="1241370">
            <a:off x="5830064" y="4597215"/>
            <a:ext cx="570167" cy="489389"/>
            <a:chOff x="6002926" y="4457081"/>
            <a:chExt cx="570173" cy="489394"/>
          </a:xfrm>
        </p:grpSpPr>
        <p:sp>
          <p:nvSpPr>
            <p:cNvPr id="17" name="Google Shape;17;p2"/>
            <p:cNvSpPr/>
            <p:nvPr/>
          </p:nvSpPr>
          <p:spPr>
            <a:xfrm rot="9004109">
              <a:off x="6037516" y="4594879"/>
              <a:ext cx="279275" cy="213297"/>
            </a:xfrm>
            <a:custGeom>
              <a:avLst/>
              <a:gdLst/>
              <a:ahLst/>
              <a:cxnLst/>
              <a:rect l="l" t="t" r="r" b="b"/>
              <a:pathLst>
                <a:path w="977883" h="746859" extrusionOk="0">
                  <a:moveTo>
                    <a:pt x="115185" y="746860"/>
                  </a:moveTo>
                  <a:cubicBezTo>
                    <a:pt x="106834" y="743886"/>
                    <a:pt x="98673" y="739774"/>
                    <a:pt x="90069" y="738161"/>
                  </a:cubicBezTo>
                  <a:cubicBezTo>
                    <a:pt x="-5526" y="720162"/>
                    <a:pt x="-27763" y="672966"/>
                    <a:pt x="36546" y="598660"/>
                  </a:cubicBezTo>
                  <a:cubicBezTo>
                    <a:pt x="107910" y="516257"/>
                    <a:pt x="187720" y="440369"/>
                    <a:pt x="269300" y="367772"/>
                  </a:cubicBezTo>
                  <a:cubicBezTo>
                    <a:pt x="399375" y="252059"/>
                    <a:pt x="533878" y="141312"/>
                    <a:pt x="666736" y="28731"/>
                  </a:cubicBezTo>
                  <a:cubicBezTo>
                    <a:pt x="724719" y="-20395"/>
                    <a:pt x="783492" y="-6255"/>
                    <a:pt x="824710" y="69095"/>
                  </a:cubicBezTo>
                  <a:cubicBezTo>
                    <a:pt x="895947" y="199200"/>
                    <a:pt x="942796" y="338037"/>
                    <a:pt x="966425" y="484497"/>
                  </a:cubicBezTo>
                  <a:cubicBezTo>
                    <a:pt x="971265" y="514580"/>
                    <a:pt x="975789" y="544884"/>
                    <a:pt x="977529" y="575283"/>
                  </a:cubicBezTo>
                  <a:cubicBezTo>
                    <a:pt x="981071" y="636714"/>
                    <a:pt x="958422" y="665184"/>
                    <a:pt x="896232" y="672428"/>
                  </a:cubicBezTo>
                  <a:cubicBezTo>
                    <a:pt x="701943" y="695109"/>
                    <a:pt x="507433" y="715986"/>
                    <a:pt x="313049" y="737845"/>
                  </a:cubicBezTo>
                  <a:cubicBezTo>
                    <a:pt x="297264" y="739616"/>
                    <a:pt x="281732" y="743792"/>
                    <a:pt x="266074" y="746828"/>
                  </a:cubicBezTo>
                  <a:lnTo>
                    <a:pt x="115122" y="746828"/>
                  </a:lnTo>
                  <a:close/>
                  <a:moveTo>
                    <a:pt x="734050" y="64603"/>
                  </a:moveTo>
                  <a:cubicBezTo>
                    <a:pt x="513822" y="267306"/>
                    <a:pt x="268636" y="431196"/>
                    <a:pt x="66756" y="665405"/>
                  </a:cubicBezTo>
                  <a:cubicBezTo>
                    <a:pt x="100381" y="668790"/>
                    <a:pt x="117684" y="673250"/>
                    <a:pt x="134481" y="671795"/>
                  </a:cubicBezTo>
                  <a:cubicBezTo>
                    <a:pt x="382578" y="650127"/>
                    <a:pt x="630643" y="628110"/>
                    <a:pt x="878486" y="603785"/>
                  </a:cubicBezTo>
                  <a:cubicBezTo>
                    <a:pt x="888672" y="602772"/>
                    <a:pt x="905311" y="577466"/>
                    <a:pt x="904171" y="564813"/>
                  </a:cubicBezTo>
                  <a:cubicBezTo>
                    <a:pt x="889589" y="402220"/>
                    <a:pt x="841918" y="249212"/>
                    <a:pt x="763880" y="105789"/>
                  </a:cubicBezTo>
                  <a:cubicBezTo>
                    <a:pt x="757237" y="93579"/>
                    <a:pt x="747526" y="83045"/>
                    <a:pt x="734082" y="646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 rot="9475173">
              <a:off x="6225408" y="4494516"/>
              <a:ext cx="280049" cy="414523"/>
            </a:xfrm>
            <a:custGeom>
              <a:avLst/>
              <a:gdLst/>
              <a:ahLst/>
              <a:cxnLst/>
              <a:rect l="l" t="t" r="r" b="b"/>
              <a:pathLst>
                <a:path w="979281" h="1449513" extrusionOk="0">
                  <a:moveTo>
                    <a:pt x="979250" y="368955"/>
                  </a:moveTo>
                  <a:cubicBezTo>
                    <a:pt x="961093" y="406535"/>
                    <a:pt x="953026" y="435448"/>
                    <a:pt x="935786" y="457053"/>
                  </a:cubicBezTo>
                  <a:cubicBezTo>
                    <a:pt x="793723" y="634988"/>
                    <a:pt x="652830" y="813998"/>
                    <a:pt x="505833" y="987820"/>
                  </a:cubicBezTo>
                  <a:cubicBezTo>
                    <a:pt x="385280" y="1130358"/>
                    <a:pt x="256787" y="1266126"/>
                    <a:pt x="131996" y="1405089"/>
                  </a:cubicBezTo>
                  <a:cubicBezTo>
                    <a:pt x="106088" y="1433938"/>
                    <a:pt x="80339" y="1463768"/>
                    <a:pt x="36148" y="1442068"/>
                  </a:cubicBezTo>
                  <a:cubicBezTo>
                    <a:pt x="-7157" y="1420811"/>
                    <a:pt x="-2729" y="1383199"/>
                    <a:pt x="4990" y="1344196"/>
                  </a:cubicBezTo>
                  <a:cubicBezTo>
                    <a:pt x="80687" y="962546"/>
                    <a:pt x="156100" y="580832"/>
                    <a:pt x="231228" y="199055"/>
                  </a:cubicBezTo>
                  <a:cubicBezTo>
                    <a:pt x="240243" y="153314"/>
                    <a:pt x="245621" y="106846"/>
                    <a:pt x="255427" y="61294"/>
                  </a:cubicBezTo>
                  <a:cubicBezTo>
                    <a:pt x="267890" y="3216"/>
                    <a:pt x="310911" y="-17250"/>
                    <a:pt x="358803" y="15838"/>
                  </a:cubicBezTo>
                  <a:cubicBezTo>
                    <a:pt x="531012" y="134841"/>
                    <a:pt x="715590" y="228949"/>
                    <a:pt x="910923" y="303792"/>
                  </a:cubicBezTo>
                  <a:cubicBezTo>
                    <a:pt x="937937" y="314136"/>
                    <a:pt x="956506" y="346528"/>
                    <a:pt x="979282" y="368955"/>
                  </a:cubicBezTo>
                  <a:close/>
                  <a:moveTo>
                    <a:pt x="898649" y="388346"/>
                  </a:moveTo>
                  <a:cubicBezTo>
                    <a:pt x="699584" y="286109"/>
                    <a:pt x="510957" y="189249"/>
                    <a:pt x="325684" y="94098"/>
                  </a:cubicBezTo>
                  <a:cubicBezTo>
                    <a:pt x="242710" y="506179"/>
                    <a:pt x="158156" y="926136"/>
                    <a:pt x="73601" y="1346094"/>
                  </a:cubicBezTo>
                  <a:cubicBezTo>
                    <a:pt x="77714" y="1348466"/>
                    <a:pt x="81858" y="1350807"/>
                    <a:pt x="85970" y="1353180"/>
                  </a:cubicBezTo>
                  <a:cubicBezTo>
                    <a:pt x="356937" y="1029987"/>
                    <a:pt x="670988" y="743109"/>
                    <a:pt x="898618" y="38837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3"/>
          <p:cNvPicPr preferRelativeResize="0"/>
          <p:nvPr/>
        </p:nvPicPr>
        <p:blipFill>
          <a:blip r:embed="rId2">
            <a:alphaModFix amt="7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3676500" y="2210350"/>
            <a:ext cx="4754400" cy="143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title" idx="2" hasCustomPrompt="1"/>
          </p:nvPr>
        </p:nvSpPr>
        <p:spPr>
          <a:xfrm>
            <a:off x="3764675" y="942438"/>
            <a:ext cx="1287300" cy="1109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0"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1"/>
          </p:nvPr>
        </p:nvSpPr>
        <p:spPr>
          <a:xfrm>
            <a:off x="3676500" y="3762150"/>
            <a:ext cx="4754400" cy="4389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>
            <a:spLocks noGrp="1"/>
          </p:cNvSpPr>
          <p:nvPr>
            <p:ph type="pic" idx="3"/>
          </p:nvPr>
        </p:nvSpPr>
        <p:spPr>
          <a:xfrm>
            <a:off x="0" y="681900"/>
            <a:ext cx="3485400" cy="3779700"/>
          </a:xfrm>
          <a:prstGeom prst="rect">
            <a:avLst/>
          </a:prstGeom>
          <a:noFill/>
          <a:ln>
            <a:noFill/>
          </a:ln>
          <a:effectLst>
            <a:outerShdw dist="190500" dir="8040000" algn="bl" rotWithShape="0">
              <a:schemeClr val="accent1"/>
            </a:outerShdw>
          </a:effectLst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>
          <a:blip r:embed="rId2">
            <a:alphaModFix amt="72000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720000" y="40300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720000" y="1020628"/>
            <a:ext cx="77040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29" name="Google Shape;29;p4"/>
          <p:cNvGrpSpPr/>
          <p:nvPr/>
        </p:nvGrpSpPr>
        <p:grpSpPr>
          <a:xfrm>
            <a:off x="7023723" y="-145380"/>
            <a:ext cx="2120282" cy="2064965"/>
            <a:chOff x="7231523" y="-114905"/>
            <a:chExt cx="2120282" cy="2064965"/>
          </a:xfrm>
        </p:grpSpPr>
        <p:sp>
          <p:nvSpPr>
            <p:cNvPr id="30" name="Google Shape;30;p4"/>
            <p:cNvSpPr/>
            <p:nvPr/>
          </p:nvSpPr>
          <p:spPr>
            <a:xfrm rot="-10038278">
              <a:off x="8809941" y="1666832"/>
              <a:ext cx="358765" cy="246823"/>
            </a:xfrm>
            <a:custGeom>
              <a:avLst/>
              <a:gdLst/>
              <a:ahLst/>
              <a:cxnLst/>
              <a:rect l="l" t="t" r="r" b="b"/>
              <a:pathLst>
                <a:path w="769217" h="529205" extrusionOk="0">
                  <a:moveTo>
                    <a:pt x="397282" y="181575"/>
                  </a:moveTo>
                  <a:cubicBezTo>
                    <a:pt x="483924" y="129570"/>
                    <a:pt x="566042" y="80318"/>
                    <a:pt x="648067" y="30939"/>
                  </a:cubicBezTo>
                  <a:cubicBezTo>
                    <a:pt x="658948" y="24391"/>
                    <a:pt x="668912" y="16261"/>
                    <a:pt x="680079" y="10314"/>
                  </a:cubicBezTo>
                  <a:cubicBezTo>
                    <a:pt x="709719" y="-5470"/>
                    <a:pt x="737492" y="-4933"/>
                    <a:pt x="758623" y="24581"/>
                  </a:cubicBezTo>
                  <a:cubicBezTo>
                    <a:pt x="777603" y="51121"/>
                    <a:pt x="770897" y="85506"/>
                    <a:pt x="739991" y="104738"/>
                  </a:cubicBezTo>
                  <a:cubicBezTo>
                    <a:pt x="657335" y="156110"/>
                    <a:pt x="573476" y="205615"/>
                    <a:pt x="489997" y="255659"/>
                  </a:cubicBezTo>
                  <a:cubicBezTo>
                    <a:pt x="478134" y="262776"/>
                    <a:pt x="465703" y="268913"/>
                    <a:pt x="451057" y="276884"/>
                  </a:cubicBezTo>
                  <a:cubicBezTo>
                    <a:pt x="481235" y="330597"/>
                    <a:pt x="510464" y="381779"/>
                    <a:pt x="538870" y="433435"/>
                  </a:cubicBezTo>
                  <a:cubicBezTo>
                    <a:pt x="559811" y="471490"/>
                    <a:pt x="553642" y="503723"/>
                    <a:pt x="523306" y="521438"/>
                  </a:cubicBezTo>
                  <a:cubicBezTo>
                    <a:pt x="493698" y="538709"/>
                    <a:pt x="461876" y="526910"/>
                    <a:pt x="439669" y="488698"/>
                  </a:cubicBezTo>
                  <a:cubicBezTo>
                    <a:pt x="408542" y="435144"/>
                    <a:pt x="378491" y="380956"/>
                    <a:pt x="348219" y="327497"/>
                  </a:cubicBezTo>
                  <a:cubicBezTo>
                    <a:pt x="260627" y="356789"/>
                    <a:pt x="175630" y="385923"/>
                    <a:pt x="90095" y="413538"/>
                  </a:cubicBezTo>
                  <a:cubicBezTo>
                    <a:pt x="38090" y="430335"/>
                    <a:pt x="13164" y="421383"/>
                    <a:pt x="3199" y="385954"/>
                  </a:cubicBezTo>
                  <a:cubicBezTo>
                    <a:pt x="-8093" y="345781"/>
                    <a:pt x="10380" y="320791"/>
                    <a:pt x="60676" y="304247"/>
                  </a:cubicBezTo>
                  <a:cubicBezTo>
                    <a:pt x="127611" y="282230"/>
                    <a:pt x="194135" y="258854"/>
                    <a:pt x="260754" y="235825"/>
                  </a:cubicBezTo>
                  <a:cubicBezTo>
                    <a:pt x="268599" y="233105"/>
                    <a:pt x="275969" y="229087"/>
                    <a:pt x="288591" y="223425"/>
                  </a:cubicBezTo>
                  <a:cubicBezTo>
                    <a:pt x="265499" y="181827"/>
                    <a:pt x="243229" y="141875"/>
                    <a:pt x="221118" y="101860"/>
                  </a:cubicBezTo>
                  <a:cubicBezTo>
                    <a:pt x="197805" y="59693"/>
                    <a:pt x="201948" y="27491"/>
                    <a:pt x="232759" y="9239"/>
                  </a:cubicBezTo>
                  <a:cubicBezTo>
                    <a:pt x="263316" y="-8823"/>
                    <a:pt x="295487" y="4051"/>
                    <a:pt x="319053" y="44604"/>
                  </a:cubicBezTo>
                  <a:cubicBezTo>
                    <a:pt x="343790" y="87151"/>
                    <a:pt x="367894" y="130076"/>
                    <a:pt x="397282" y="1816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31;p4"/>
            <p:cNvSpPr/>
            <p:nvPr/>
          </p:nvSpPr>
          <p:spPr>
            <a:xfrm rot="-10039364">
              <a:off x="7368644" y="69922"/>
              <a:ext cx="1846040" cy="1454193"/>
            </a:xfrm>
            <a:custGeom>
              <a:avLst/>
              <a:gdLst/>
              <a:ahLst/>
              <a:cxnLst/>
              <a:rect l="l" t="t" r="r" b="b"/>
              <a:pathLst>
                <a:path w="47163" h="41353" extrusionOk="0">
                  <a:moveTo>
                    <a:pt x="0" y="0"/>
                  </a:moveTo>
                  <a:cubicBezTo>
                    <a:pt x="0" y="10751"/>
                    <a:pt x="942" y="23498"/>
                    <a:pt x="8544" y="31100"/>
                  </a:cubicBezTo>
                  <a:cubicBezTo>
                    <a:pt x="17962" y="40518"/>
                    <a:pt x="33844" y="41353"/>
                    <a:pt x="47163" y="41353"/>
                  </a:cubicBez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sp>
      </p:grpSp>
      <p:grpSp>
        <p:nvGrpSpPr>
          <p:cNvPr id="32" name="Google Shape;32;p4"/>
          <p:cNvGrpSpPr/>
          <p:nvPr/>
        </p:nvGrpSpPr>
        <p:grpSpPr>
          <a:xfrm rot="2980105">
            <a:off x="57092" y="3383156"/>
            <a:ext cx="570164" cy="489386"/>
            <a:chOff x="6002926" y="4457081"/>
            <a:chExt cx="570173" cy="489394"/>
          </a:xfrm>
        </p:grpSpPr>
        <p:sp>
          <p:nvSpPr>
            <p:cNvPr id="33" name="Google Shape;33;p4"/>
            <p:cNvSpPr/>
            <p:nvPr/>
          </p:nvSpPr>
          <p:spPr>
            <a:xfrm rot="9004109">
              <a:off x="6037516" y="4594879"/>
              <a:ext cx="279275" cy="213297"/>
            </a:xfrm>
            <a:custGeom>
              <a:avLst/>
              <a:gdLst/>
              <a:ahLst/>
              <a:cxnLst/>
              <a:rect l="l" t="t" r="r" b="b"/>
              <a:pathLst>
                <a:path w="977883" h="746859" extrusionOk="0">
                  <a:moveTo>
                    <a:pt x="115185" y="746860"/>
                  </a:moveTo>
                  <a:cubicBezTo>
                    <a:pt x="106834" y="743886"/>
                    <a:pt x="98673" y="739774"/>
                    <a:pt x="90069" y="738161"/>
                  </a:cubicBezTo>
                  <a:cubicBezTo>
                    <a:pt x="-5526" y="720162"/>
                    <a:pt x="-27763" y="672966"/>
                    <a:pt x="36546" y="598660"/>
                  </a:cubicBezTo>
                  <a:cubicBezTo>
                    <a:pt x="107910" y="516257"/>
                    <a:pt x="187720" y="440369"/>
                    <a:pt x="269300" y="367772"/>
                  </a:cubicBezTo>
                  <a:cubicBezTo>
                    <a:pt x="399375" y="252059"/>
                    <a:pt x="533878" y="141312"/>
                    <a:pt x="666736" y="28731"/>
                  </a:cubicBezTo>
                  <a:cubicBezTo>
                    <a:pt x="724719" y="-20395"/>
                    <a:pt x="783492" y="-6255"/>
                    <a:pt x="824710" y="69095"/>
                  </a:cubicBezTo>
                  <a:cubicBezTo>
                    <a:pt x="895947" y="199200"/>
                    <a:pt x="942796" y="338037"/>
                    <a:pt x="966425" y="484497"/>
                  </a:cubicBezTo>
                  <a:cubicBezTo>
                    <a:pt x="971265" y="514580"/>
                    <a:pt x="975789" y="544884"/>
                    <a:pt x="977529" y="575283"/>
                  </a:cubicBezTo>
                  <a:cubicBezTo>
                    <a:pt x="981071" y="636714"/>
                    <a:pt x="958422" y="665184"/>
                    <a:pt x="896232" y="672428"/>
                  </a:cubicBezTo>
                  <a:cubicBezTo>
                    <a:pt x="701943" y="695109"/>
                    <a:pt x="507433" y="715986"/>
                    <a:pt x="313049" y="737845"/>
                  </a:cubicBezTo>
                  <a:cubicBezTo>
                    <a:pt x="297264" y="739616"/>
                    <a:pt x="281732" y="743792"/>
                    <a:pt x="266074" y="746828"/>
                  </a:cubicBezTo>
                  <a:lnTo>
                    <a:pt x="115122" y="746828"/>
                  </a:lnTo>
                  <a:close/>
                  <a:moveTo>
                    <a:pt x="734050" y="64603"/>
                  </a:moveTo>
                  <a:cubicBezTo>
                    <a:pt x="513822" y="267306"/>
                    <a:pt x="268636" y="431196"/>
                    <a:pt x="66756" y="665405"/>
                  </a:cubicBezTo>
                  <a:cubicBezTo>
                    <a:pt x="100381" y="668790"/>
                    <a:pt x="117684" y="673250"/>
                    <a:pt x="134481" y="671795"/>
                  </a:cubicBezTo>
                  <a:cubicBezTo>
                    <a:pt x="382578" y="650127"/>
                    <a:pt x="630643" y="628110"/>
                    <a:pt x="878486" y="603785"/>
                  </a:cubicBezTo>
                  <a:cubicBezTo>
                    <a:pt x="888672" y="602772"/>
                    <a:pt x="905311" y="577466"/>
                    <a:pt x="904171" y="564813"/>
                  </a:cubicBezTo>
                  <a:cubicBezTo>
                    <a:pt x="889589" y="402220"/>
                    <a:pt x="841918" y="249212"/>
                    <a:pt x="763880" y="105789"/>
                  </a:cubicBezTo>
                  <a:cubicBezTo>
                    <a:pt x="757237" y="93579"/>
                    <a:pt x="747526" y="83045"/>
                    <a:pt x="734082" y="646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4"/>
            <p:cNvSpPr/>
            <p:nvPr/>
          </p:nvSpPr>
          <p:spPr>
            <a:xfrm rot="9475173">
              <a:off x="6225408" y="4494516"/>
              <a:ext cx="280049" cy="414523"/>
            </a:xfrm>
            <a:custGeom>
              <a:avLst/>
              <a:gdLst/>
              <a:ahLst/>
              <a:cxnLst/>
              <a:rect l="l" t="t" r="r" b="b"/>
              <a:pathLst>
                <a:path w="979281" h="1449513" extrusionOk="0">
                  <a:moveTo>
                    <a:pt x="979250" y="368955"/>
                  </a:moveTo>
                  <a:cubicBezTo>
                    <a:pt x="961093" y="406535"/>
                    <a:pt x="953026" y="435448"/>
                    <a:pt x="935786" y="457053"/>
                  </a:cubicBezTo>
                  <a:cubicBezTo>
                    <a:pt x="793723" y="634988"/>
                    <a:pt x="652830" y="813998"/>
                    <a:pt x="505833" y="987820"/>
                  </a:cubicBezTo>
                  <a:cubicBezTo>
                    <a:pt x="385280" y="1130358"/>
                    <a:pt x="256787" y="1266126"/>
                    <a:pt x="131996" y="1405089"/>
                  </a:cubicBezTo>
                  <a:cubicBezTo>
                    <a:pt x="106088" y="1433938"/>
                    <a:pt x="80339" y="1463768"/>
                    <a:pt x="36148" y="1442068"/>
                  </a:cubicBezTo>
                  <a:cubicBezTo>
                    <a:pt x="-7157" y="1420811"/>
                    <a:pt x="-2729" y="1383199"/>
                    <a:pt x="4990" y="1344196"/>
                  </a:cubicBezTo>
                  <a:cubicBezTo>
                    <a:pt x="80687" y="962546"/>
                    <a:pt x="156100" y="580832"/>
                    <a:pt x="231228" y="199055"/>
                  </a:cubicBezTo>
                  <a:cubicBezTo>
                    <a:pt x="240243" y="153314"/>
                    <a:pt x="245621" y="106846"/>
                    <a:pt x="255427" y="61294"/>
                  </a:cubicBezTo>
                  <a:cubicBezTo>
                    <a:pt x="267890" y="3216"/>
                    <a:pt x="310911" y="-17250"/>
                    <a:pt x="358803" y="15838"/>
                  </a:cubicBezTo>
                  <a:cubicBezTo>
                    <a:pt x="531012" y="134841"/>
                    <a:pt x="715590" y="228949"/>
                    <a:pt x="910923" y="303792"/>
                  </a:cubicBezTo>
                  <a:cubicBezTo>
                    <a:pt x="937937" y="314136"/>
                    <a:pt x="956506" y="346528"/>
                    <a:pt x="979282" y="368955"/>
                  </a:cubicBezTo>
                  <a:close/>
                  <a:moveTo>
                    <a:pt x="898649" y="388346"/>
                  </a:moveTo>
                  <a:cubicBezTo>
                    <a:pt x="699584" y="286109"/>
                    <a:pt x="510957" y="189249"/>
                    <a:pt x="325684" y="94098"/>
                  </a:cubicBezTo>
                  <a:cubicBezTo>
                    <a:pt x="242710" y="506179"/>
                    <a:pt x="158156" y="926136"/>
                    <a:pt x="73601" y="1346094"/>
                  </a:cubicBezTo>
                  <a:cubicBezTo>
                    <a:pt x="77714" y="1348466"/>
                    <a:pt x="81858" y="1350807"/>
                    <a:pt x="85970" y="1353180"/>
                  </a:cubicBezTo>
                  <a:cubicBezTo>
                    <a:pt x="356937" y="1029987"/>
                    <a:pt x="670988" y="743109"/>
                    <a:pt x="898618" y="38837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" name="Google Shape;35;p4"/>
          <p:cNvSpPr/>
          <p:nvPr/>
        </p:nvSpPr>
        <p:spPr>
          <a:xfrm rot="10800000">
            <a:off x="3213503" y="4771119"/>
            <a:ext cx="2032421" cy="770506"/>
          </a:xfrm>
          <a:custGeom>
            <a:avLst/>
            <a:gdLst/>
            <a:ahLst/>
            <a:cxnLst/>
            <a:rect l="l" t="t" r="r" b="b"/>
            <a:pathLst>
              <a:path w="108338" h="47061" extrusionOk="0">
                <a:moveTo>
                  <a:pt x="0" y="1367"/>
                </a:moveTo>
                <a:cubicBezTo>
                  <a:pt x="0" y="22633"/>
                  <a:pt x="24010" y="43839"/>
                  <a:pt x="45112" y="46479"/>
                </a:cubicBezTo>
                <a:cubicBezTo>
                  <a:pt x="61401" y="48517"/>
                  <a:pt x="81003" y="45094"/>
                  <a:pt x="92617" y="33492"/>
                </a:cubicBezTo>
                <a:cubicBezTo>
                  <a:pt x="101342" y="24776"/>
                  <a:pt x="108338" y="12333"/>
                  <a:pt x="108338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7"/>
          <p:cNvPicPr preferRelativeResize="0"/>
          <p:nvPr/>
        </p:nvPicPr>
        <p:blipFill>
          <a:blip r:embed="rId2">
            <a:alphaModFix amt="72000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7"/>
          <p:cNvSpPr txBox="1">
            <a:spLocks noGrp="1"/>
          </p:cNvSpPr>
          <p:nvPr>
            <p:ph type="title"/>
          </p:nvPr>
        </p:nvSpPr>
        <p:spPr>
          <a:xfrm>
            <a:off x="720000" y="40300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7"/>
          <p:cNvSpPr txBox="1">
            <a:spLocks noGrp="1"/>
          </p:cNvSpPr>
          <p:nvPr>
            <p:ph type="subTitle" idx="1"/>
          </p:nvPr>
        </p:nvSpPr>
        <p:spPr>
          <a:xfrm>
            <a:off x="720000" y="1601525"/>
            <a:ext cx="4055400" cy="24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7"/>
          <p:cNvSpPr>
            <a:spLocks noGrp="1"/>
          </p:cNvSpPr>
          <p:nvPr>
            <p:ph type="pic" idx="2"/>
          </p:nvPr>
        </p:nvSpPr>
        <p:spPr>
          <a:xfrm>
            <a:off x="5193125" y="1227550"/>
            <a:ext cx="3594900" cy="3249000"/>
          </a:xfrm>
          <a:prstGeom prst="rect">
            <a:avLst/>
          </a:prstGeom>
          <a:noFill/>
          <a:ln>
            <a:noFill/>
          </a:ln>
          <a:effectLst>
            <a:outerShdw dist="190500" dir="8040000" algn="bl" rotWithShape="0">
              <a:schemeClr val="accent1"/>
            </a:outerShdw>
          </a:effectLst>
        </p:spPr>
      </p:sp>
      <p:sp>
        <p:nvSpPr>
          <p:cNvPr id="65" name="Google Shape;65;p7"/>
          <p:cNvSpPr/>
          <p:nvPr/>
        </p:nvSpPr>
        <p:spPr>
          <a:xfrm rot="-1789405">
            <a:off x="5935136" y="60614"/>
            <a:ext cx="339205" cy="358511"/>
          </a:xfrm>
          <a:custGeom>
            <a:avLst/>
            <a:gdLst/>
            <a:ahLst/>
            <a:cxnLst/>
            <a:rect l="l" t="t" r="r" b="b"/>
            <a:pathLst>
              <a:path w="749761" h="792434" extrusionOk="0">
                <a:moveTo>
                  <a:pt x="412904" y="0"/>
                </a:moveTo>
                <a:cubicBezTo>
                  <a:pt x="418534" y="129442"/>
                  <a:pt x="424133" y="258915"/>
                  <a:pt x="429859" y="390349"/>
                </a:cubicBezTo>
                <a:cubicBezTo>
                  <a:pt x="521499" y="390349"/>
                  <a:pt x="611336" y="391298"/>
                  <a:pt x="701110" y="389780"/>
                </a:cubicBezTo>
                <a:cubicBezTo>
                  <a:pt x="727935" y="389337"/>
                  <a:pt x="746883" y="393260"/>
                  <a:pt x="749762" y="423785"/>
                </a:cubicBezTo>
                <a:lnTo>
                  <a:pt x="749762" y="456399"/>
                </a:lnTo>
                <a:cubicBezTo>
                  <a:pt x="643475" y="461080"/>
                  <a:pt x="537189" y="465730"/>
                  <a:pt x="427360" y="470570"/>
                </a:cubicBezTo>
                <a:cubicBezTo>
                  <a:pt x="422362" y="577046"/>
                  <a:pt x="417364" y="683080"/>
                  <a:pt x="412239" y="792434"/>
                </a:cubicBezTo>
                <a:lnTo>
                  <a:pt x="348974" y="792434"/>
                </a:lnTo>
                <a:lnTo>
                  <a:pt x="348974" y="465952"/>
                </a:lnTo>
                <a:cubicBezTo>
                  <a:pt x="233956" y="462789"/>
                  <a:pt x="116978" y="459594"/>
                  <a:pt x="0" y="456367"/>
                </a:cubicBezTo>
                <a:lnTo>
                  <a:pt x="0" y="391172"/>
                </a:lnTo>
                <a:lnTo>
                  <a:pt x="345968" y="391172"/>
                </a:lnTo>
                <a:cubicBezTo>
                  <a:pt x="345968" y="275364"/>
                  <a:pt x="348151" y="163922"/>
                  <a:pt x="344577" y="52669"/>
                </a:cubicBezTo>
                <a:cubicBezTo>
                  <a:pt x="343564" y="20846"/>
                  <a:pt x="351504" y="6232"/>
                  <a:pt x="380290" y="0"/>
                </a:cubicBezTo>
                <a:lnTo>
                  <a:pt x="41290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8"/>
          <p:cNvPicPr preferRelativeResize="0"/>
          <p:nvPr/>
        </p:nvPicPr>
        <p:blipFill>
          <a:blip r:embed="rId2">
            <a:alphaModFix amt="72000"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8"/>
          <p:cNvSpPr txBox="1">
            <a:spLocks noGrp="1"/>
          </p:cNvSpPr>
          <p:nvPr>
            <p:ph type="title"/>
          </p:nvPr>
        </p:nvSpPr>
        <p:spPr>
          <a:xfrm>
            <a:off x="2726850" y="1478588"/>
            <a:ext cx="3534000" cy="193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9"/>
          <p:cNvPicPr preferRelativeResize="0"/>
          <p:nvPr/>
        </p:nvPicPr>
        <p:blipFill>
          <a:blip r:embed="rId2">
            <a:alphaModFix amt="72000"/>
          </a:blip>
          <a:stretch>
            <a:fillRect/>
          </a:stretch>
        </p:blipFill>
        <p:spPr>
          <a:xfrm rot="10800000"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>
            <a:off x="2164200" y="1571100"/>
            <a:ext cx="4815600" cy="127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subTitle" idx="1"/>
          </p:nvPr>
        </p:nvSpPr>
        <p:spPr>
          <a:xfrm>
            <a:off x="2164200" y="2843400"/>
            <a:ext cx="4815600" cy="7290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3" name="Google Shape;73;p9"/>
          <p:cNvGrpSpPr/>
          <p:nvPr/>
        </p:nvGrpSpPr>
        <p:grpSpPr>
          <a:xfrm rot="-10456463">
            <a:off x="4128149" y="4573606"/>
            <a:ext cx="617489" cy="450891"/>
            <a:chOff x="4891777" y="1196142"/>
            <a:chExt cx="2324664" cy="1697408"/>
          </a:xfrm>
        </p:grpSpPr>
        <p:sp>
          <p:nvSpPr>
            <p:cNvPr id="74" name="Google Shape;74;p9"/>
            <p:cNvSpPr/>
            <p:nvPr/>
          </p:nvSpPr>
          <p:spPr>
            <a:xfrm>
              <a:off x="6238558" y="2146691"/>
              <a:ext cx="977883" cy="746859"/>
            </a:xfrm>
            <a:custGeom>
              <a:avLst/>
              <a:gdLst/>
              <a:ahLst/>
              <a:cxnLst/>
              <a:rect l="l" t="t" r="r" b="b"/>
              <a:pathLst>
                <a:path w="977883" h="746859" extrusionOk="0">
                  <a:moveTo>
                    <a:pt x="115185" y="746860"/>
                  </a:moveTo>
                  <a:cubicBezTo>
                    <a:pt x="106834" y="743886"/>
                    <a:pt x="98673" y="739774"/>
                    <a:pt x="90069" y="738161"/>
                  </a:cubicBezTo>
                  <a:cubicBezTo>
                    <a:pt x="-5526" y="720162"/>
                    <a:pt x="-27763" y="672966"/>
                    <a:pt x="36546" y="598660"/>
                  </a:cubicBezTo>
                  <a:cubicBezTo>
                    <a:pt x="107910" y="516257"/>
                    <a:pt x="187720" y="440369"/>
                    <a:pt x="269300" y="367772"/>
                  </a:cubicBezTo>
                  <a:cubicBezTo>
                    <a:pt x="399375" y="252059"/>
                    <a:pt x="533878" y="141312"/>
                    <a:pt x="666736" y="28731"/>
                  </a:cubicBezTo>
                  <a:cubicBezTo>
                    <a:pt x="724719" y="-20395"/>
                    <a:pt x="783492" y="-6255"/>
                    <a:pt x="824710" y="69095"/>
                  </a:cubicBezTo>
                  <a:cubicBezTo>
                    <a:pt x="895947" y="199200"/>
                    <a:pt x="942796" y="338037"/>
                    <a:pt x="966425" y="484497"/>
                  </a:cubicBezTo>
                  <a:cubicBezTo>
                    <a:pt x="971265" y="514580"/>
                    <a:pt x="975789" y="544884"/>
                    <a:pt x="977529" y="575283"/>
                  </a:cubicBezTo>
                  <a:cubicBezTo>
                    <a:pt x="981071" y="636714"/>
                    <a:pt x="958422" y="665184"/>
                    <a:pt x="896232" y="672428"/>
                  </a:cubicBezTo>
                  <a:cubicBezTo>
                    <a:pt x="701943" y="695109"/>
                    <a:pt x="507433" y="715986"/>
                    <a:pt x="313049" y="737845"/>
                  </a:cubicBezTo>
                  <a:cubicBezTo>
                    <a:pt x="297264" y="739616"/>
                    <a:pt x="281732" y="743792"/>
                    <a:pt x="266074" y="746828"/>
                  </a:cubicBezTo>
                  <a:lnTo>
                    <a:pt x="115122" y="746828"/>
                  </a:lnTo>
                  <a:close/>
                  <a:moveTo>
                    <a:pt x="734050" y="64603"/>
                  </a:moveTo>
                  <a:cubicBezTo>
                    <a:pt x="513822" y="267306"/>
                    <a:pt x="268636" y="431196"/>
                    <a:pt x="66756" y="665405"/>
                  </a:cubicBezTo>
                  <a:cubicBezTo>
                    <a:pt x="100381" y="668790"/>
                    <a:pt x="117684" y="673250"/>
                    <a:pt x="134481" y="671795"/>
                  </a:cubicBezTo>
                  <a:cubicBezTo>
                    <a:pt x="382578" y="650127"/>
                    <a:pt x="630643" y="628110"/>
                    <a:pt x="878486" y="603785"/>
                  </a:cubicBezTo>
                  <a:cubicBezTo>
                    <a:pt x="888672" y="602772"/>
                    <a:pt x="905311" y="577466"/>
                    <a:pt x="904171" y="564813"/>
                  </a:cubicBezTo>
                  <a:cubicBezTo>
                    <a:pt x="889589" y="402220"/>
                    <a:pt x="841918" y="249212"/>
                    <a:pt x="763880" y="105789"/>
                  </a:cubicBezTo>
                  <a:cubicBezTo>
                    <a:pt x="757237" y="93579"/>
                    <a:pt x="747526" y="83045"/>
                    <a:pt x="734082" y="646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p9"/>
            <p:cNvSpPr/>
            <p:nvPr/>
          </p:nvSpPr>
          <p:spPr>
            <a:xfrm>
              <a:off x="5836523" y="1196142"/>
              <a:ext cx="979281" cy="1449513"/>
            </a:xfrm>
            <a:custGeom>
              <a:avLst/>
              <a:gdLst/>
              <a:ahLst/>
              <a:cxnLst/>
              <a:rect l="l" t="t" r="r" b="b"/>
              <a:pathLst>
                <a:path w="979281" h="1449513" extrusionOk="0">
                  <a:moveTo>
                    <a:pt x="979250" y="368955"/>
                  </a:moveTo>
                  <a:cubicBezTo>
                    <a:pt x="961093" y="406535"/>
                    <a:pt x="953026" y="435448"/>
                    <a:pt x="935786" y="457053"/>
                  </a:cubicBezTo>
                  <a:cubicBezTo>
                    <a:pt x="793723" y="634988"/>
                    <a:pt x="652830" y="813998"/>
                    <a:pt x="505833" y="987820"/>
                  </a:cubicBezTo>
                  <a:cubicBezTo>
                    <a:pt x="385280" y="1130358"/>
                    <a:pt x="256787" y="1266126"/>
                    <a:pt x="131996" y="1405089"/>
                  </a:cubicBezTo>
                  <a:cubicBezTo>
                    <a:pt x="106088" y="1433938"/>
                    <a:pt x="80339" y="1463768"/>
                    <a:pt x="36148" y="1442068"/>
                  </a:cubicBezTo>
                  <a:cubicBezTo>
                    <a:pt x="-7157" y="1420811"/>
                    <a:pt x="-2729" y="1383199"/>
                    <a:pt x="4990" y="1344196"/>
                  </a:cubicBezTo>
                  <a:cubicBezTo>
                    <a:pt x="80687" y="962546"/>
                    <a:pt x="156100" y="580832"/>
                    <a:pt x="231228" y="199055"/>
                  </a:cubicBezTo>
                  <a:cubicBezTo>
                    <a:pt x="240243" y="153314"/>
                    <a:pt x="245621" y="106846"/>
                    <a:pt x="255427" y="61294"/>
                  </a:cubicBezTo>
                  <a:cubicBezTo>
                    <a:pt x="267890" y="3216"/>
                    <a:pt x="310911" y="-17250"/>
                    <a:pt x="358803" y="15838"/>
                  </a:cubicBezTo>
                  <a:cubicBezTo>
                    <a:pt x="531012" y="134841"/>
                    <a:pt x="715590" y="228949"/>
                    <a:pt x="910923" y="303792"/>
                  </a:cubicBezTo>
                  <a:cubicBezTo>
                    <a:pt x="937937" y="314136"/>
                    <a:pt x="956506" y="346528"/>
                    <a:pt x="979282" y="368955"/>
                  </a:cubicBezTo>
                  <a:close/>
                  <a:moveTo>
                    <a:pt x="898649" y="388346"/>
                  </a:moveTo>
                  <a:cubicBezTo>
                    <a:pt x="699584" y="286109"/>
                    <a:pt x="510957" y="189249"/>
                    <a:pt x="325684" y="94098"/>
                  </a:cubicBezTo>
                  <a:cubicBezTo>
                    <a:pt x="242710" y="506179"/>
                    <a:pt x="158156" y="926136"/>
                    <a:pt x="73601" y="1346094"/>
                  </a:cubicBezTo>
                  <a:cubicBezTo>
                    <a:pt x="77714" y="1348466"/>
                    <a:pt x="81858" y="1350807"/>
                    <a:pt x="85970" y="1353180"/>
                  </a:cubicBezTo>
                  <a:cubicBezTo>
                    <a:pt x="356937" y="1029987"/>
                    <a:pt x="670988" y="743109"/>
                    <a:pt x="898618" y="38837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9"/>
            <p:cNvSpPr/>
            <p:nvPr/>
          </p:nvSpPr>
          <p:spPr>
            <a:xfrm>
              <a:off x="4891777" y="1613886"/>
              <a:ext cx="546955" cy="986365"/>
            </a:xfrm>
            <a:custGeom>
              <a:avLst/>
              <a:gdLst/>
              <a:ahLst/>
              <a:cxnLst/>
              <a:rect l="l" t="t" r="r" b="b"/>
              <a:pathLst>
                <a:path w="546955" h="986365" extrusionOk="0">
                  <a:moveTo>
                    <a:pt x="545911" y="758987"/>
                  </a:moveTo>
                  <a:cubicBezTo>
                    <a:pt x="545911" y="816401"/>
                    <a:pt x="549170" y="874068"/>
                    <a:pt x="544172" y="931038"/>
                  </a:cubicBezTo>
                  <a:cubicBezTo>
                    <a:pt x="542400" y="951283"/>
                    <a:pt x="522946" y="983074"/>
                    <a:pt x="507383" y="985795"/>
                  </a:cubicBezTo>
                  <a:cubicBezTo>
                    <a:pt x="487074" y="989369"/>
                    <a:pt x="451709" y="975672"/>
                    <a:pt x="441586" y="958401"/>
                  </a:cubicBezTo>
                  <a:cubicBezTo>
                    <a:pt x="301200" y="718814"/>
                    <a:pt x="161477" y="478752"/>
                    <a:pt x="27291" y="235685"/>
                  </a:cubicBezTo>
                  <a:cubicBezTo>
                    <a:pt x="-27307" y="136801"/>
                    <a:pt x="23" y="89036"/>
                    <a:pt x="109220" y="61104"/>
                  </a:cubicBezTo>
                  <a:cubicBezTo>
                    <a:pt x="180362" y="42915"/>
                    <a:pt x="251283" y="23745"/>
                    <a:pt x="322678" y="6537"/>
                  </a:cubicBezTo>
                  <a:cubicBezTo>
                    <a:pt x="395687" y="-11051"/>
                    <a:pt x="425011" y="5208"/>
                    <a:pt x="449589" y="75433"/>
                  </a:cubicBezTo>
                  <a:cubicBezTo>
                    <a:pt x="527090" y="296863"/>
                    <a:pt x="543919" y="526929"/>
                    <a:pt x="545880" y="759019"/>
                  </a:cubicBezTo>
                  <a:close/>
                  <a:moveTo>
                    <a:pt x="53388" y="148410"/>
                  </a:moveTo>
                  <a:cubicBezTo>
                    <a:pt x="194028" y="395937"/>
                    <a:pt x="327170" y="630337"/>
                    <a:pt x="460344" y="864736"/>
                  </a:cubicBezTo>
                  <a:cubicBezTo>
                    <a:pt x="469233" y="757121"/>
                    <a:pt x="479230" y="655706"/>
                    <a:pt x="466924" y="557075"/>
                  </a:cubicBezTo>
                  <a:cubicBezTo>
                    <a:pt x="448103" y="406471"/>
                    <a:pt x="414635" y="257639"/>
                    <a:pt x="384869" y="108553"/>
                  </a:cubicBezTo>
                  <a:cubicBezTo>
                    <a:pt x="382117" y="94729"/>
                    <a:pt x="358771" y="72397"/>
                    <a:pt x="349503" y="74421"/>
                  </a:cubicBezTo>
                  <a:cubicBezTo>
                    <a:pt x="257325" y="94824"/>
                    <a:pt x="166096" y="119498"/>
                    <a:pt x="53388" y="1484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9"/>
            <p:cNvSpPr/>
            <p:nvPr/>
          </p:nvSpPr>
          <p:spPr>
            <a:xfrm>
              <a:off x="6238558" y="2146691"/>
              <a:ext cx="977883" cy="746859"/>
            </a:xfrm>
            <a:custGeom>
              <a:avLst/>
              <a:gdLst/>
              <a:ahLst/>
              <a:cxnLst/>
              <a:rect l="l" t="t" r="r" b="b"/>
              <a:pathLst>
                <a:path w="977883" h="746859" extrusionOk="0">
                  <a:moveTo>
                    <a:pt x="115185" y="746860"/>
                  </a:moveTo>
                  <a:cubicBezTo>
                    <a:pt x="106834" y="743886"/>
                    <a:pt x="98673" y="739774"/>
                    <a:pt x="90069" y="738161"/>
                  </a:cubicBezTo>
                  <a:cubicBezTo>
                    <a:pt x="-5526" y="720162"/>
                    <a:pt x="-27763" y="672966"/>
                    <a:pt x="36546" y="598660"/>
                  </a:cubicBezTo>
                  <a:cubicBezTo>
                    <a:pt x="107910" y="516257"/>
                    <a:pt x="187720" y="440369"/>
                    <a:pt x="269300" y="367772"/>
                  </a:cubicBezTo>
                  <a:cubicBezTo>
                    <a:pt x="399375" y="252059"/>
                    <a:pt x="533878" y="141312"/>
                    <a:pt x="666736" y="28731"/>
                  </a:cubicBezTo>
                  <a:cubicBezTo>
                    <a:pt x="724719" y="-20395"/>
                    <a:pt x="783492" y="-6255"/>
                    <a:pt x="824710" y="69095"/>
                  </a:cubicBezTo>
                  <a:cubicBezTo>
                    <a:pt x="895947" y="199200"/>
                    <a:pt x="942796" y="338037"/>
                    <a:pt x="966425" y="484497"/>
                  </a:cubicBezTo>
                  <a:cubicBezTo>
                    <a:pt x="971265" y="514580"/>
                    <a:pt x="975789" y="544884"/>
                    <a:pt x="977529" y="575283"/>
                  </a:cubicBezTo>
                  <a:cubicBezTo>
                    <a:pt x="981071" y="636714"/>
                    <a:pt x="958422" y="665184"/>
                    <a:pt x="896232" y="672428"/>
                  </a:cubicBezTo>
                  <a:cubicBezTo>
                    <a:pt x="701943" y="695109"/>
                    <a:pt x="507433" y="715986"/>
                    <a:pt x="313049" y="737845"/>
                  </a:cubicBezTo>
                  <a:cubicBezTo>
                    <a:pt x="297264" y="739616"/>
                    <a:pt x="281732" y="743792"/>
                    <a:pt x="266074" y="746828"/>
                  </a:cubicBezTo>
                  <a:lnTo>
                    <a:pt x="115122" y="746828"/>
                  </a:lnTo>
                  <a:close/>
                  <a:moveTo>
                    <a:pt x="734050" y="64603"/>
                  </a:moveTo>
                  <a:cubicBezTo>
                    <a:pt x="513822" y="267306"/>
                    <a:pt x="268636" y="431196"/>
                    <a:pt x="66756" y="665405"/>
                  </a:cubicBezTo>
                  <a:cubicBezTo>
                    <a:pt x="100381" y="668790"/>
                    <a:pt x="117684" y="673250"/>
                    <a:pt x="134481" y="671795"/>
                  </a:cubicBezTo>
                  <a:cubicBezTo>
                    <a:pt x="382578" y="650127"/>
                    <a:pt x="630643" y="628110"/>
                    <a:pt x="878486" y="603785"/>
                  </a:cubicBezTo>
                  <a:cubicBezTo>
                    <a:pt x="888672" y="602772"/>
                    <a:pt x="905311" y="577466"/>
                    <a:pt x="904171" y="564813"/>
                  </a:cubicBezTo>
                  <a:cubicBezTo>
                    <a:pt x="889589" y="402220"/>
                    <a:pt x="841918" y="249212"/>
                    <a:pt x="763880" y="105789"/>
                  </a:cubicBezTo>
                  <a:cubicBezTo>
                    <a:pt x="757237" y="93579"/>
                    <a:pt x="747526" y="83045"/>
                    <a:pt x="734082" y="646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9"/>
            <p:cNvSpPr/>
            <p:nvPr/>
          </p:nvSpPr>
          <p:spPr>
            <a:xfrm>
              <a:off x="5836523" y="1196142"/>
              <a:ext cx="979281" cy="1449513"/>
            </a:xfrm>
            <a:custGeom>
              <a:avLst/>
              <a:gdLst/>
              <a:ahLst/>
              <a:cxnLst/>
              <a:rect l="l" t="t" r="r" b="b"/>
              <a:pathLst>
                <a:path w="979281" h="1449513" extrusionOk="0">
                  <a:moveTo>
                    <a:pt x="979250" y="368955"/>
                  </a:moveTo>
                  <a:cubicBezTo>
                    <a:pt x="961093" y="406535"/>
                    <a:pt x="953026" y="435448"/>
                    <a:pt x="935786" y="457053"/>
                  </a:cubicBezTo>
                  <a:cubicBezTo>
                    <a:pt x="793723" y="634988"/>
                    <a:pt x="652830" y="813998"/>
                    <a:pt x="505833" y="987820"/>
                  </a:cubicBezTo>
                  <a:cubicBezTo>
                    <a:pt x="385280" y="1130358"/>
                    <a:pt x="256787" y="1266126"/>
                    <a:pt x="131996" y="1405089"/>
                  </a:cubicBezTo>
                  <a:cubicBezTo>
                    <a:pt x="106088" y="1433938"/>
                    <a:pt x="80339" y="1463768"/>
                    <a:pt x="36148" y="1442068"/>
                  </a:cubicBezTo>
                  <a:cubicBezTo>
                    <a:pt x="-7157" y="1420811"/>
                    <a:pt x="-2729" y="1383199"/>
                    <a:pt x="4990" y="1344196"/>
                  </a:cubicBezTo>
                  <a:cubicBezTo>
                    <a:pt x="80687" y="962546"/>
                    <a:pt x="156100" y="580832"/>
                    <a:pt x="231228" y="199055"/>
                  </a:cubicBezTo>
                  <a:cubicBezTo>
                    <a:pt x="240243" y="153314"/>
                    <a:pt x="245621" y="106846"/>
                    <a:pt x="255427" y="61294"/>
                  </a:cubicBezTo>
                  <a:cubicBezTo>
                    <a:pt x="267890" y="3216"/>
                    <a:pt x="310911" y="-17250"/>
                    <a:pt x="358803" y="15838"/>
                  </a:cubicBezTo>
                  <a:cubicBezTo>
                    <a:pt x="531012" y="134841"/>
                    <a:pt x="715590" y="228949"/>
                    <a:pt x="910923" y="303792"/>
                  </a:cubicBezTo>
                  <a:cubicBezTo>
                    <a:pt x="937937" y="314136"/>
                    <a:pt x="956506" y="346528"/>
                    <a:pt x="979282" y="368955"/>
                  </a:cubicBezTo>
                  <a:close/>
                  <a:moveTo>
                    <a:pt x="898649" y="388346"/>
                  </a:moveTo>
                  <a:cubicBezTo>
                    <a:pt x="699584" y="286109"/>
                    <a:pt x="510957" y="189249"/>
                    <a:pt x="325684" y="94098"/>
                  </a:cubicBezTo>
                  <a:cubicBezTo>
                    <a:pt x="242710" y="506179"/>
                    <a:pt x="158156" y="926136"/>
                    <a:pt x="73601" y="1346094"/>
                  </a:cubicBezTo>
                  <a:cubicBezTo>
                    <a:pt x="77714" y="1348466"/>
                    <a:pt x="81858" y="1350807"/>
                    <a:pt x="85970" y="1353180"/>
                  </a:cubicBezTo>
                  <a:cubicBezTo>
                    <a:pt x="356937" y="1029987"/>
                    <a:pt x="670988" y="743109"/>
                    <a:pt x="898618" y="38837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9"/>
            <p:cNvSpPr/>
            <p:nvPr/>
          </p:nvSpPr>
          <p:spPr>
            <a:xfrm>
              <a:off x="4891777" y="1613886"/>
              <a:ext cx="546955" cy="986365"/>
            </a:xfrm>
            <a:custGeom>
              <a:avLst/>
              <a:gdLst/>
              <a:ahLst/>
              <a:cxnLst/>
              <a:rect l="l" t="t" r="r" b="b"/>
              <a:pathLst>
                <a:path w="546955" h="986365" extrusionOk="0">
                  <a:moveTo>
                    <a:pt x="545911" y="758987"/>
                  </a:moveTo>
                  <a:cubicBezTo>
                    <a:pt x="545911" y="816401"/>
                    <a:pt x="549170" y="874068"/>
                    <a:pt x="544172" y="931038"/>
                  </a:cubicBezTo>
                  <a:cubicBezTo>
                    <a:pt x="542400" y="951283"/>
                    <a:pt x="522946" y="983074"/>
                    <a:pt x="507383" y="985795"/>
                  </a:cubicBezTo>
                  <a:cubicBezTo>
                    <a:pt x="487074" y="989369"/>
                    <a:pt x="451709" y="975672"/>
                    <a:pt x="441586" y="958401"/>
                  </a:cubicBezTo>
                  <a:cubicBezTo>
                    <a:pt x="301200" y="718814"/>
                    <a:pt x="161477" y="478752"/>
                    <a:pt x="27291" y="235685"/>
                  </a:cubicBezTo>
                  <a:cubicBezTo>
                    <a:pt x="-27307" y="136801"/>
                    <a:pt x="23" y="89036"/>
                    <a:pt x="109220" y="61104"/>
                  </a:cubicBezTo>
                  <a:cubicBezTo>
                    <a:pt x="180362" y="42915"/>
                    <a:pt x="251283" y="23745"/>
                    <a:pt x="322678" y="6537"/>
                  </a:cubicBezTo>
                  <a:cubicBezTo>
                    <a:pt x="395687" y="-11051"/>
                    <a:pt x="425011" y="5208"/>
                    <a:pt x="449589" y="75433"/>
                  </a:cubicBezTo>
                  <a:cubicBezTo>
                    <a:pt x="527090" y="296863"/>
                    <a:pt x="543919" y="526929"/>
                    <a:pt x="545880" y="759019"/>
                  </a:cubicBezTo>
                  <a:close/>
                  <a:moveTo>
                    <a:pt x="53388" y="148410"/>
                  </a:moveTo>
                  <a:cubicBezTo>
                    <a:pt x="194028" y="395937"/>
                    <a:pt x="327170" y="630337"/>
                    <a:pt x="460344" y="864736"/>
                  </a:cubicBezTo>
                  <a:cubicBezTo>
                    <a:pt x="469233" y="757121"/>
                    <a:pt x="479230" y="655706"/>
                    <a:pt x="466924" y="557075"/>
                  </a:cubicBezTo>
                  <a:cubicBezTo>
                    <a:pt x="448103" y="406471"/>
                    <a:pt x="414635" y="257639"/>
                    <a:pt x="384869" y="108553"/>
                  </a:cubicBezTo>
                  <a:cubicBezTo>
                    <a:pt x="382117" y="94729"/>
                    <a:pt x="358771" y="72397"/>
                    <a:pt x="349503" y="74421"/>
                  </a:cubicBezTo>
                  <a:cubicBezTo>
                    <a:pt x="257325" y="94824"/>
                    <a:pt x="166096" y="119498"/>
                    <a:pt x="53388" y="1484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3"/>
          <p:cNvPicPr preferRelativeResize="0"/>
          <p:nvPr/>
        </p:nvPicPr>
        <p:blipFill>
          <a:blip r:embed="rId2">
            <a:alphaModFix amt="72000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>
            <a:spLocks noGrp="1"/>
          </p:cNvSpPr>
          <p:nvPr>
            <p:ph type="title"/>
          </p:nvPr>
        </p:nvSpPr>
        <p:spPr>
          <a:xfrm>
            <a:off x="720000" y="40300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subTitle" idx="1"/>
          </p:nvPr>
        </p:nvSpPr>
        <p:spPr>
          <a:xfrm>
            <a:off x="2200675" y="1803808"/>
            <a:ext cx="5619600" cy="4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2" hasCustomPrompt="1"/>
          </p:nvPr>
        </p:nvSpPr>
        <p:spPr>
          <a:xfrm>
            <a:off x="1330488" y="1387175"/>
            <a:ext cx="774600" cy="6807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 b="0"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subTitle" idx="3"/>
          </p:nvPr>
        </p:nvSpPr>
        <p:spPr>
          <a:xfrm>
            <a:off x="2200675" y="1189625"/>
            <a:ext cx="5619600" cy="64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Belleza"/>
                <a:ea typeface="Belleza"/>
                <a:cs typeface="Belleza"/>
                <a:sym typeface="Bellez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4"/>
          </p:nvPr>
        </p:nvSpPr>
        <p:spPr>
          <a:xfrm>
            <a:off x="2193900" y="4197608"/>
            <a:ext cx="5619600" cy="4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title" idx="5" hasCustomPrompt="1"/>
          </p:nvPr>
        </p:nvSpPr>
        <p:spPr>
          <a:xfrm>
            <a:off x="1323713" y="3780975"/>
            <a:ext cx="774600" cy="6807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 b="0"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6"/>
          </p:nvPr>
        </p:nvSpPr>
        <p:spPr>
          <a:xfrm>
            <a:off x="2193900" y="3583425"/>
            <a:ext cx="5619600" cy="64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Belleza"/>
                <a:ea typeface="Belleza"/>
                <a:cs typeface="Belleza"/>
                <a:sym typeface="Bellez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subTitle" idx="7"/>
          </p:nvPr>
        </p:nvSpPr>
        <p:spPr>
          <a:xfrm>
            <a:off x="2193900" y="3000708"/>
            <a:ext cx="5619600" cy="4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title" idx="8" hasCustomPrompt="1"/>
          </p:nvPr>
        </p:nvSpPr>
        <p:spPr>
          <a:xfrm>
            <a:off x="1323713" y="2584075"/>
            <a:ext cx="774600" cy="6807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 b="0"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9" name="Google Shape;99;p13"/>
          <p:cNvSpPr txBox="1">
            <a:spLocks noGrp="1"/>
          </p:cNvSpPr>
          <p:nvPr>
            <p:ph type="subTitle" idx="9"/>
          </p:nvPr>
        </p:nvSpPr>
        <p:spPr>
          <a:xfrm>
            <a:off x="2193900" y="2386525"/>
            <a:ext cx="5619600" cy="64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Belleza"/>
                <a:ea typeface="Belleza"/>
                <a:cs typeface="Belleza"/>
                <a:sym typeface="Belleza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00" name="Google Shape;100;p13"/>
          <p:cNvSpPr/>
          <p:nvPr/>
        </p:nvSpPr>
        <p:spPr>
          <a:xfrm rot="-5666617">
            <a:off x="-1001476" y="3774086"/>
            <a:ext cx="2279241" cy="990081"/>
          </a:xfrm>
          <a:custGeom>
            <a:avLst/>
            <a:gdLst/>
            <a:ahLst/>
            <a:cxnLst/>
            <a:rect l="l" t="t" r="r" b="b"/>
            <a:pathLst>
              <a:path w="108338" h="47061" extrusionOk="0">
                <a:moveTo>
                  <a:pt x="0" y="1367"/>
                </a:moveTo>
                <a:cubicBezTo>
                  <a:pt x="0" y="22633"/>
                  <a:pt x="24010" y="43839"/>
                  <a:pt x="45112" y="46479"/>
                </a:cubicBezTo>
                <a:cubicBezTo>
                  <a:pt x="61401" y="48517"/>
                  <a:pt x="81003" y="45094"/>
                  <a:pt x="92617" y="33492"/>
                </a:cubicBezTo>
                <a:cubicBezTo>
                  <a:pt x="101342" y="24776"/>
                  <a:pt x="108338" y="12333"/>
                  <a:pt x="108338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sp>
      <p:grpSp>
        <p:nvGrpSpPr>
          <p:cNvPr id="101" name="Google Shape;101;p13"/>
          <p:cNvGrpSpPr/>
          <p:nvPr/>
        </p:nvGrpSpPr>
        <p:grpSpPr>
          <a:xfrm rot="1155446">
            <a:off x="8244765" y="105766"/>
            <a:ext cx="732332" cy="534625"/>
            <a:chOff x="4891777" y="1196142"/>
            <a:chExt cx="2324664" cy="1697408"/>
          </a:xfrm>
        </p:grpSpPr>
        <p:sp>
          <p:nvSpPr>
            <p:cNvPr id="102" name="Google Shape;102;p13"/>
            <p:cNvSpPr/>
            <p:nvPr/>
          </p:nvSpPr>
          <p:spPr>
            <a:xfrm>
              <a:off x="6238558" y="2146691"/>
              <a:ext cx="977883" cy="746859"/>
            </a:xfrm>
            <a:custGeom>
              <a:avLst/>
              <a:gdLst/>
              <a:ahLst/>
              <a:cxnLst/>
              <a:rect l="l" t="t" r="r" b="b"/>
              <a:pathLst>
                <a:path w="977883" h="746859" extrusionOk="0">
                  <a:moveTo>
                    <a:pt x="115185" y="746860"/>
                  </a:moveTo>
                  <a:cubicBezTo>
                    <a:pt x="106834" y="743886"/>
                    <a:pt x="98673" y="739774"/>
                    <a:pt x="90069" y="738161"/>
                  </a:cubicBezTo>
                  <a:cubicBezTo>
                    <a:pt x="-5526" y="720162"/>
                    <a:pt x="-27763" y="672966"/>
                    <a:pt x="36546" y="598660"/>
                  </a:cubicBezTo>
                  <a:cubicBezTo>
                    <a:pt x="107910" y="516257"/>
                    <a:pt x="187720" y="440369"/>
                    <a:pt x="269300" y="367772"/>
                  </a:cubicBezTo>
                  <a:cubicBezTo>
                    <a:pt x="399375" y="252059"/>
                    <a:pt x="533878" y="141312"/>
                    <a:pt x="666736" y="28731"/>
                  </a:cubicBezTo>
                  <a:cubicBezTo>
                    <a:pt x="724719" y="-20395"/>
                    <a:pt x="783492" y="-6255"/>
                    <a:pt x="824710" y="69095"/>
                  </a:cubicBezTo>
                  <a:cubicBezTo>
                    <a:pt x="895947" y="199200"/>
                    <a:pt x="942796" y="338037"/>
                    <a:pt x="966425" y="484497"/>
                  </a:cubicBezTo>
                  <a:cubicBezTo>
                    <a:pt x="971265" y="514580"/>
                    <a:pt x="975789" y="544884"/>
                    <a:pt x="977529" y="575283"/>
                  </a:cubicBezTo>
                  <a:cubicBezTo>
                    <a:pt x="981071" y="636714"/>
                    <a:pt x="958422" y="665184"/>
                    <a:pt x="896232" y="672428"/>
                  </a:cubicBezTo>
                  <a:cubicBezTo>
                    <a:pt x="701943" y="695109"/>
                    <a:pt x="507433" y="715986"/>
                    <a:pt x="313049" y="737845"/>
                  </a:cubicBezTo>
                  <a:cubicBezTo>
                    <a:pt x="297264" y="739616"/>
                    <a:pt x="281732" y="743792"/>
                    <a:pt x="266074" y="746828"/>
                  </a:cubicBezTo>
                  <a:lnTo>
                    <a:pt x="115122" y="746828"/>
                  </a:lnTo>
                  <a:close/>
                  <a:moveTo>
                    <a:pt x="734050" y="64603"/>
                  </a:moveTo>
                  <a:cubicBezTo>
                    <a:pt x="513822" y="267306"/>
                    <a:pt x="268636" y="431196"/>
                    <a:pt x="66756" y="665405"/>
                  </a:cubicBezTo>
                  <a:cubicBezTo>
                    <a:pt x="100381" y="668790"/>
                    <a:pt x="117684" y="673250"/>
                    <a:pt x="134481" y="671795"/>
                  </a:cubicBezTo>
                  <a:cubicBezTo>
                    <a:pt x="382578" y="650127"/>
                    <a:pt x="630643" y="628110"/>
                    <a:pt x="878486" y="603785"/>
                  </a:cubicBezTo>
                  <a:cubicBezTo>
                    <a:pt x="888672" y="602772"/>
                    <a:pt x="905311" y="577466"/>
                    <a:pt x="904171" y="564813"/>
                  </a:cubicBezTo>
                  <a:cubicBezTo>
                    <a:pt x="889589" y="402220"/>
                    <a:pt x="841918" y="249212"/>
                    <a:pt x="763880" y="105789"/>
                  </a:cubicBezTo>
                  <a:cubicBezTo>
                    <a:pt x="757237" y="93579"/>
                    <a:pt x="747526" y="83045"/>
                    <a:pt x="734082" y="646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13"/>
            <p:cNvSpPr/>
            <p:nvPr/>
          </p:nvSpPr>
          <p:spPr>
            <a:xfrm>
              <a:off x="5836523" y="1196142"/>
              <a:ext cx="979281" cy="1449513"/>
            </a:xfrm>
            <a:custGeom>
              <a:avLst/>
              <a:gdLst/>
              <a:ahLst/>
              <a:cxnLst/>
              <a:rect l="l" t="t" r="r" b="b"/>
              <a:pathLst>
                <a:path w="979281" h="1449513" extrusionOk="0">
                  <a:moveTo>
                    <a:pt x="979250" y="368955"/>
                  </a:moveTo>
                  <a:cubicBezTo>
                    <a:pt x="961093" y="406535"/>
                    <a:pt x="953026" y="435448"/>
                    <a:pt x="935786" y="457053"/>
                  </a:cubicBezTo>
                  <a:cubicBezTo>
                    <a:pt x="793723" y="634988"/>
                    <a:pt x="652830" y="813998"/>
                    <a:pt x="505833" y="987820"/>
                  </a:cubicBezTo>
                  <a:cubicBezTo>
                    <a:pt x="385280" y="1130358"/>
                    <a:pt x="256787" y="1266126"/>
                    <a:pt x="131996" y="1405089"/>
                  </a:cubicBezTo>
                  <a:cubicBezTo>
                    <a:pt x="106088" y="1433938"/>
                    <a:pt x="80339" y="1463768"/>
                    <a:pt x="36148" y="1442068"/>
                  </a:cubicBezTo>
                  <a:cubicBezTo>
                    <a:pt x="-7157" y="1420811"/>
                    <a:pt x="-2729" y="1383199"/>
                    <a:pt x="4990" y="1344196"/>
                  </a:cubicBezTo>
                  <a:cubicBezTo>
                    <a:pt x="80687" y="962546"/>
                    <a:pt x="156100" y="580832"/>
                    <a:pt x="231228" y="199055"/>
                  </a:cubicBezTo>
                  <a:cubicBezTo>
                    <a:pt x="240243" y="153314"/>
                    <a:pt x="245621" y="106846"/>
                    <a:pt x="255427" y="61294"/>
                  </a:cubicBezTo>
                  <a:cubicBezTo>
                    <a:pt x="267890" y="3216"/>
                    <a:pt x="310911" y="-17250"/>
                    <a:pt x="358803" y="15838"/>
                  </a:cubicBezTo>
                  <a:cubicBezTo>
                    <a:pt x="531012" y="134841"/>
                    <a:pt x="715590" y="228949"/>
                    <a:pt x="910923" y="303792"/>
                  </a:cubicBezTo>
                  <a:cubicBezTo>
                    <a:pt x="937937" y="314136"/>
                    <a:pt x="956506" y="346528"/>
                    <a:pt x="979282" y="368955"/>
                  </a:cubicBezTo>
                  <a:close/>
                  <a:moveTo>
                    <a:pt x="898649" y="388346"/>
                  </a:moveTo>
                  <a:cubicBezTo>
                    <a:pt x="699584" y="286109"/>
                    <a:pt x="510957" y="189249"/>
                    <a:pt x="325684" y="94098"/>
                  </a:cubicBezTo>
                  <a:cubicBezTo>
                    <a:pt x="242710" y="506179"/>
                    <a:pt x="158156" y="926136"/>
                    <a:pt x="73601" y="1346094"/>
                  </a:cubicBezTo>
                  <a:cubicBezTo>
                    <a:pt x="77714" y="1348466"/>
                    <a:pt x="81858" y="1350807"/>
                    <a:pt x="85970" y="1353180"/>
                  </a:cubicBezTo>
                  <a:cubicBezTo>
                    <a:pt x="356937" y="1029987"/>
                    <a:pt x="670988" y="743109"/>
                    <a:pt x="898618" y="38837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13"/>
            <p:cNvSpPr/>
            <p:nvPr/>
          </p:nvSpPr>
          <p:spPr>
            <a:xfrm>
              <a:off x="4891777" y="1613886"/>
              <a:ext cx="546955" cy="986365"/>
            </a:xfrm>
            <a:custGeom>
              <a:avLst/>
              <a:gdLst/>
              <a:ahLst/>
              <a:cxnLst/>
              <a:rect l="l" t="t" r="r" b="b"/>
              <a:pathLst>
                <a:path w="546955" h="986365" extrusionOk="0">
                  <a:moveTo>
                    <a:pt x="545911" y="758987"/>
                  </a:moveTo>
                  <a:cubicBezTo>
                    <a:pt x="545911" y="816401"/>
                    <a:pt x="549170" y="874068"/>
                    <a:pt x="544172" y="931038"/>
                  </a:cubicBezTo>
                  <a:cubicBezTo>
                    <a:pt x="542400" y="951283"/>
                    <a:pt x="522946" y="983074"/>
                    <a:pt x="507383" y="985795"/>
                  </a:cubicBezTo>
                  <a:cubicBezTo>
                    <a:pt x="487074" y="989369"/>
                    <a:pt x="451709" y="975672"/>
                    <a:pt x="441586" y="958401"/>
                  </a:cubicBezTo>
                  <a:cubicBezTo>
                    <a:pt x="301200" y="718814"/>
                    <a:pt x="161477" y="478752"/>
                    <a:pt x="27291" y="235685"/>
                  </a:cubicBezTo>
                  <a:cubicBezTo>
                    <a:pt x="-27307" y="136801"/>
                    <a:pt x="23" y="89036"/>
                    <a:pt x="109220" y="61104"/>
                  </a:cubicBezTo>
                  <a:cubicBezTo>
                    <a:pt x="180362" y="42915"/>
                    <a:pt x="251283" y="23745"/>
                    <a:pt x="322678" y="6537"/>
                  </a:cubicBezTo>
                  <a:cubicBezTo>
                    <a:pt x="395687" y="-11051"/>
                    <a:pt x="425011" y="5208"/>
                    <a:pt x="449589" y="75433"/>
                  </a:cubicBezTo>
                  <a:cubicBezTo>
                    <a:pt x="527090" y="296863"/>
                    <a:pt x="543919" y="526929"/>
                    <a:pt x="545880" y="759019"/>
                  </a:cubicBezTo>
                  <a:close/>
                  <a:moveTo>
                    <a:pt x="53388" y="148410"/>
                  </a:moveTo>
                  <a:cubicBezTo>
                    <a:pt x="194028" y="395937"/>
                    <a:pt x="327170" y="630337"/>
                    <a:pt x="460344" y="864736"/>
                  </a:cubicBezTo>
                  <a:cubicBezTo>
                    <a:pt x="469233" y="757121"/>
                    <a:pt x="479230" y="655706"/>
                    <a:pt x="466924" y="557075"/>
                  </a:cubicBezTo>
                  <a:cubicBezTo>
                    <a:pt x="448103" y="406471"/>
                    <a:pt x="414635" y="257639"/>
                    <a:pt x="384869" y="108553"/>
                  </a:cubicBezTo>
                  <a:cubicBezTo>
                    <a:pt x="382117" y="94729"/>
                    <a:pt x="358771" y="72397"/>
                    <a:pt x="349503" y="74421"/>
                  </a:cubicBezTo>
                  <a:cubicBezTo>
                    <a:pt x="257325" y="94824"/>
                    <a:pt x="166096" y="119498"/>
                    <a:pt x="53388" y="1484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3"/>
            <p:cNvSpPr/>
            <p:nvPr/>
          </p:nvSpPr>
          <p:spPr>
            <a:xfrm>
              <a:off x="6238558" y="2146691"/>
              <a:ext cx="977883" cy="746859"/>
            </a:xfrm>
            <a:custGeom>
              <a:avLst/>
              <a:gdLst/>
              <a:ahLst/>
              <a:cxnLst/>
              <a:rect l="l" t="t" r="r" b="b"/>
              <a:pathLst>
                <a:path w="977883" h="746859" extrusionOk="0">
                  <a:moveTo>
                    <a:pt x="115185" y="746860"/>
                  </a:moveTo>
                  <a:cubicBezTo>
                    <a:pt x="106834" y="743886"/>
                    <a:pt x="98673" y="739774"/>
                    <a:pt x="90069" y="738161"/>
                  </a:cubicBezTo>
                  <a:cubicBezTo>
                    <a:pt x="-5526" y="720162"/>
                    <a:pt x="-27763" y="672966"/>
                    <a:pt x="36546" y="598660"/>
                  </a:cubicBezTo>
                  <a:cubicBezTo>
                    <a:pt x="107910" y="516257"/>
                    <a:pt x="187720" y="440369"/>
                    <a:pt x="269300" y="367772"/>
                  </a:cubicBezTo>
                  <a:cubicBezTo>
                    <a:pt x="399375" y="252059"/>
                    <a:pt x="533878" y="141312"/>
                    <a:pt x="666736" y="28731"/>
                  </a:cubicBezTo>
                  <a:cubicBezTo>
                    <a:pt x="724719" y="-20395"/>
                    <a:pt x="783492" y="-6255"/>
                    <a:pt x="824710" y="69095"/>
                  </a:cubicBezTo>
                  <a:cubicBezTo>
                    <a:pt x="895947" y="199200"/>
                    <a:pt x="942796" y="338037"/>
                    <a:pt x="966425" y="484497"/>
                  </a:cubicBezTo>
                  <a:cubicBezTo>
                    <a:pt x="971265" y="514580"/>
                    <a:pt x="975789" y="544884"/>
                    <a:pt x="977529" y="575283"/>
                  </a:cubicBezTo>
                  <a:cubicBezTo>
                    <a:pt x="981071" y="636714"/>
                    <a:pt x="958422" y="665184"/>
                    <a:pt x="896232" y="672428"/>
                  </a:cubicBezTo>
                  <a:cubicBezTo>
                    <a:pt x="701943" y="695109"/>
                    <a:pt x="507433" y="715986"/>
                    <a:pt x="313049" y="737845"/>
                  </a:cubicBezTo>
                  <a:cubicBezTo>
                    <a:pt x="297264" y="739616"/>
                    <a:pt x="281732" y="743792"/>
                    <a:pt x="266074" y="746828"/>
                  </a:cubicBezTo>
                  <a:lnTo>
                    <a:pt x="115122" y="746828"/>
                  </a:lnTo>
                  <a:close/>
                  <a:moveTo>
                    <a:pt x="734050" y="64603"/>
                  </a:moveTo>
                  <a:cubicBezTo>
                    <a:pt x="513822" y="267306"/>
                    <a:pt x="268636" y="431196"/>
                    <a:pt x="66756" y="665405"/>
                  </a:cubicBezTo>
                  <a:cubicBezTo>
                    <a:pt x="100381" y="668790"/>
                    <a:pt x="117684" y="673250"/>
                    <a:pt x="134481" y="671795"/>
                  </a:cubicBezTo>
                  <a:cubicBezTo>
                    <a:pt x="382578" y="650127"/>
                    <a:pt x="630643" y="628110"/>
                    <a:pt x="878486" y="603785"/>
                  </a:cubicBezTo>
                  <a:cubicBezTo>
                    <a:pt x="888672" y="602772"/>
                    <a:pt x="905311" y="577466"/>
                    <a:pt x="904171" y="564813"/>
                  </a:cubicBezTo>
                  <a:cubicBezTo>
                    <a:pt x="889589" y="402220"/>
                    <a:pt x="841918" y="249212"/>
                    <a:pt x="763880" y="105789"/>
                  </a:cubicBezTo>
                  <a:cubicBezTo>
                    <a:pt x="757237" y="93579"/>
                    <a:pt x="747526" y="83045"/>
                    <a:pt x="734082" y="646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13"/>
            <p:cNvSpPr/>
            <p:nvPr/>
          </p:nvSpPr>
          <p:spPr>
            <a:xfrm>
              <a:off x="5836523" y="1196142"/>
              <a:ext cx="979281" cy="1449513"/>
            </a:xfrm>
            <a:custGeom>
              <a:avLst/>
              <a:gdLst/>
              <a:ahLst/>
              <a:cxnLst/>
              <a:rect l="l" t="t" r="r" b="b"/>
              <a:pathLst>
                <a:path w="979281" h="1449513" extrusionOk="0">
                  <a:moveTo>
                    <a:pt x="979250" y="368955"/>
                  </a:moveTo>
                  <a:cubicBezTo>
                    <a:pt x="961093" y="406535"/>
                    <a:pt x="953026" y="435448"/>
                    <a:pt x="935786" y="457053"/>
                  </a:cubicBezTo>
                  <a:cubicBezTo>
                    <a:pt x="793723" y="634988"/>
                    <a:pt x="652830" y="813998"/>
                    <a:pt x="505833" y="987820"/>
                  </a:cubicBezTo>
                  <a:cubicBezTo>
                    <a:pt x="385280" y="1130358"/>
                    <a:pt x="256787" y="1266126"/>
                    <a:pt x="131996" y="1405089"/>
                  </a:cubicBezTo>
                  <a:cubicBezTo>
                    <a:pt x="106088" y="1433938"/>
                    <a:pt x="80339" y="1463768"/>
                    <a:pt x="36148" y="1442068"/>
                  </a:cubicBezTo>
                  <a:cubicBezTo>
                    <a:pt x="-7157" y="1420811"/>
                    <a:pt x="-2729" y="1383199"/>
                    <a:pt x="4990" y="1344196"/>
                  </a:cubicBezTo>
                  <a:cubicBezTo>
                    <a:pt x="80687" y="962546"/>
                    <a:pt x="156100" y="580832"/>
                    <a:pt x="231228" y="199055"/>
                  </a:cubicBezTo>
                  <a:cubicBezTo>
                    <a:pt x="240243" y="153314"/>
                    <a:pt x="245621" y="106846"/>
                    <a:pt x="255427" y="61294"/>
                  </a:cubicBezTo>
                  <a:cubicBezTo>
                    <a:pt x="267890" y="3216"/>
                    <a:pt x="310911" y="-17250"/>
                    <a:pt x="358803" y="15838"/>
                  </a:cubicBezTo>
                  <a:cubicBezTo>
                    <a:pt x="531012" y="134841"/>
                    <a:pt x="715590" y="228949"/>
                    <a:pt x="910923" y="303792"/>
                  </a:cubicBezTo>
                  <a:cubicBezTo>
                    <a:pt x="937937" y="314136"/>
                    <a:pt x="956506" y="346528"/>
                    <a:pt x="979282" y="368955"/>
                  </a:cubicBezTo>
                  <a:close/>
                  <a:moveTo>
                    <a:pt x="898649" y="388346"/>
                  </a:moveTo>
                  <a:cubicBezTo>
                    <a:pt x="699584" y="286109"/>
                    <a:pt x="510957" y="189249"/>
                    <a:pt x="325684" y="94098"/>
                  </a:cubicBezTo>
                  <a:cubicBezTo>
                    <a:pt x="242710" y="506179"/>
                    <a:pt x="158156" y="926136"/>
                    <a:pt x="73601" y="1346094"/>
                  </a:cubicBezTo>
                  <a:cubicBezTo>
                    <a:pt x="77714" y="1348466"/>
                    <a:pt x="81858" y="1350807"/>
                    <a:pt x="85970" y="1353180"/>
                  </a:cubicBezTo>
                  <a:cubicBezTo>
                    <a:pt x="356937" y="1029987"/>
                    <a:pt x="670988" y="743109"/>
                    <a:pt x="898618" y="38837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13"/>
            <p:cNvSpPr/>
            <p:nvPr/>
          </p:nvSpPr>
          <p:spPr>
            <a:xfrm>
              <a:off x="4891777" y="1613886"/>
              <a:ext cx="546955" cy="986365"/>
            </a:xfrm>
            <a:custGeom>
              <a:avLst/>
              <a:gdLst/>
              <a:ahLst/>
              <a:cxnLst/>
              <a:rect l="l" t="t" r="r" b="b"/>
              <a:pathLst>
                <a:path w="546955" h="986365" extrusionOk="0">
                  <a:moveTo>
                    <a:pt x="545911" y="758987"/>
                  </a:moveTo>
                  <a:cubicBezTo>
                    <a:pt x="545911" y="816401"/>
                    <a:pt x="549170" y="874068"/>
                    <a:pt x="544172" y="931038"/>
                  </a:cubicBezTo>
                  <a:cubicBezTo>
                    <a:pt x="542400" y="951283"/>
                    <a:pt x="522946" y="983074"/>
                    <a:pt x="507383" y="985795"/>
                  </a:cubicBezTo>
                  <a:cubicBezTo>
                    <a:pt x="487074" y="989369"/>
                    <a:pt x="451709" y="975672"/>
                    <a:pt x="441586" y="958401"/>
                  </a:cubicBezTo>
                  <a:cubicBezTo>
                    <a:pt x="301200" y="718814"/>
                    <a:pt x="161477" y="478752"/>
                    <a:pt x="27291" y="235685"/>
                  </a:cubicBezTo>
                  <a:cubicBezTo>
                    <a:pt x="-27307" y="136801"/>
                    <a:pt x="23" y="89036"/>
                    <a:pt x="109220" y="61104"/>
                  </a:cubicBezTo>
                  <a:cubicBezTo>
                    <a:pt x="180362" y="42915"/>
                    <a:pt x="251283" y="23745"/>
                    <a:pt x="322678" y="6537"/>
                  </a:cubicBezTo>
                  <a:cubicBezTo>
                    <a:pt x="395687" y="-11051"/>
                    <a:pt x="425011" y="5208"/>
                    <a:pt x="449589" y="75433"/>
                  </a:cubicBezTo>
                  <a:cubicBezTo>
                    <a:pt x="527090" y="296863"/>
                    <a:pt x="543919" y="526929"/>
                    <a:pt x="545880" y="759019"/>
                  </a:cubicBezTo>
                  <a:close/>
                  <a:moveTo>
                    <a:pt x="53388" y="148410"/>
                  </a:moveTo>
                  <a:cubicBezTo>
                    <a:pt x="194028" y="395937"/>
                    <a:pt x="327170" y="630337"/>
                    <a:pt x="460344" y="864736"/>
                  </a:cubicBezTo>
                  <a:cubicBezTo>
                    <a:pt x="469233" y="757121"/>
                    <a:pt x="479230" y="655706"/>
                    <a:pt x="466924" y="557075"/>
                  </a:cubicBezTo>
                  <a:cubicBezTo>
                    <a:pt x="448103" y="406471"/>
                    <a:pt x="414635" y="257639"/>
                    <a:pt x="384869" y="108553"/>
                  </a:cubicBezTo>
                  <a:cubicBezTo>
                    <a:pt x="382117" y="94729"/>
                    <a:pt x="358771" y="72397"/>
                    <a:pt x="349503" y="74421"/>
                  </a:cubicBezTo>
                  <a:cubicBezTo>
                    <a:pt x="257325" y="94824"/>
                    <a:pt x="166096" y="119498"/>
                    <a:pt x="53388" y="1484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20"/>
          <p:cNvPicPr preferRelativeResize="0"/>
          <p:nvPr/>
        </p:nvPicPr>
        <p:blipFill>
          <a:blip r:embed="rId2">
            <a:alphaModFix amt="72000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0"/>
          <p:cNvSpPr txBox="1">
            <a:spLocks noGrp="1"/>
          </p:cNvSpPr>
          <p:nvPr>
            <p:ph type="title"/>
          </p:nvPr>
        </p:nvSpPr>
        <p:spPr>
          <a:xfrm>
            <a:off x="720000" y="40300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20"/>
          <p:cNvSpPr txBox="1">
            <a:spLocks noGrp="1"/>
          </p:cNvSpPr>
          <p:nvPr>
            <p:ph type="subTitle" idx="1"/>
          </p:nvPr>
        </p:nvSpPr>
        <p:spPr>
          <a:xfrm>
            <a:off x="4933152" y="2344868"/>
            <a:ext cx="2715600" cy="123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20"/>
          <p:cNvSpPr txBox="1">
            <a:spLocks noGrp="1"/>
          </p:cNvSpPr>
          <p:nvPr>
            <p:ph type="subTitle" idx="2"/>
          </p:nvPr>
        </p:nvSpPr>
        <p:spPr>
          <a:xfrm>
            <a:off x="1495225" y="2344868"/>
            <a:ext cx="2715600" cy="123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20"/>
          <p:cNvSpPr txBox="1">
            <a:spLocks noGrp="1"/>
          </p:cNvSpPr>
          <p:nvPr>
            <p:ph type="subTitle" idx="3"/>
          </p:nvPr>
        </p:nvSpPr>
        <p:spPr>
          <a:xfrm>
            <a:off x="1495225" y="1804075"/>
            <a:ext cx="2715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Belleza"/>
                <a:ea typeface="Belleza"/>
                <a:cs typeface="Belleza"/>
                <a:sym typeface="Bellez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73" name="Google Shape;173;p20"/>
          <p:cNvSpPr txBox="1">
            <a:spLocks noGrp="1"/>
          </p:cNvSpPr>
          <p:nvPr>
            <p:ph type="subTitle" idx="4"/>
          </p:nvPr>
        </p:nvSpPr>
        <p:spPr>
          <a:xfrm>
            <a:off x="4933150" y="1804075"/>
            <a:ext cx="2715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Belleza"/>
                <a:ea typeface="Belleza"/>
                <a:cs typeface="Belleza"/>
                <a:sym typeface="Bellez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74" name="Google Shape;174;p20"/>
          <p:cNvSpPr/>
          <p:nvPr/>
        </p:nvSpPr>
        <p:spPr>
          <a:xfrm rot="1534344">
            <a:off x="2577541" y="4664778"/>
            <a:ext cx="338707" cy="357985"/>
          </a:xfrm>
          <a:custGeom>
            <a:avLst/>
            <a:gdLst/>
            <a:ahLst/>
            <a:cxnLst/>
            <a:rect l="l" t="t" r="r" b="b"/>
            <a:pathLst>
              <a:path w="749761" h="792434" extrusionOk="0">
                <a:moveTo>
                  <a:pt x="412904" y="0"/>
                </a:moveTo>
                <a:cubicBezTo>
                  <a:pt x="418534" y="129442"/>
                  <a:pt x="424133" y="258915"/>
                  <a:pt x="429859" y="390349"/>
                </a:cubicBezTo>
                <a:cubicBezTo>
                  <a:pt x="521499" y="390349"/>
                  <a:pt x="611336" y="391298"/>
                  <a:pt x="701110" y="389780"/>
                </a:cubicBezTo>
                <a:cubicBezTo>
                  <a:pt x="727935" y="389337"/>
                  <a:pt x="746883" y="393260"/>
                  <a:pt x="749762" y="423785"/>
                </a:cubicBezTo>
                <a:lnTo>
                  <a:pt x="749762" y="456399"/>
                </a:lnTo>
                <a:cubicBezTo>
                  <a:pt x="643475" y="461080"/>
                  <a:pt x="537189" y="465730"/>
                  <a:pt x="427360" y="470570"/>
                </a:cubicBezTo>
                <a:cubicBezTo>
                  <a:pt x="422362" y="577046"/>
                  <a:pt x="417364" y="683080"/>
                  <a:pt x="412239" y="792434"/>
                </a:cubicBezTo>
                <a:lnTo>
                  <a:pt x="348974" y="792434"/>
                </a:lnTo>
                <a:lnTo>
                  <a:pt x="348974" y="465952"/>
                </a:lnTo>
                <a:cubicBezTo>
                  <a:pt x="233956" y="462789"/>
                  <a:pt x="116978" y="459594"/>
                  <a:pt x="0" y="456367"/>
                </a:cubicBezTo>
                <a:lnTo>
                  <a:pt x="0" y="391172"/>
                </a:lnTo>
                <a:lnTo>
                  <a:pt x="345968" y="391172"/>
                </a:lnTo>
                <a:cubicBezTo>
                  <a:pt x="345968" y="275364"/>
                  <a:pt x="348151" y="163922"/>
                  <a:pt x="344577" y="52669"/>
                </a:cubicBezTo>
                <a:cubicBezTo>
                  <a:pt x="343564" y="20846"/>
                  <a:pt x="351504" y="6232"/>
                  <a:pt x="380290" y="0"/>
                </a:cubicBezTo>
                <a:lnTo>
                  <a:pt x="41290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21"/>
          <p:cNvPicPr preferRelativeResize="0"/>
          <p:nvPr/>
        </p:nvPicPr>
        <p:blipFill>
          <a:blip r:embed="rId2">
            <a:alphaModFix amt="72000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1"/>
          <p:cNvSpPr txBox="1">
            <a:spLocks noGrp="1"/>
          </p:cNvSpPr>
          <p:nvPr>
            <p:ph type="title"/>
          </p:nvPr>
        </p:nvSpPr>
        <p:spPr>
          <a:xfrm>
            <a:off x="720000" y="40300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21"/>
          <p:cNvSpPr txBox="1">
            <a:spLocks noGrp="1"/>
          </p:cNvSpPr>
          <p:nvPr>
            <p:ph type="subTitle" idx="1"/>
          </p:nvPr>
        </p:nvSpPr>
        <p:spPr>
          <a:xfrm>
            <a:off x="4685865" y="1844025"/>
            <a:ext cx="3410400" cy="19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21"/>
          <p:cNvSpPr txBox="1">
            <a:spLocks noGrp="1"/>
          </p:cNvSpPr>
          <p:nvPr>
            <p:ph type="subTitle" idx="2"/>
          </p:nvPr>
        </p:nvSpPr>
        <p:spPr>
          <a:xfrm>
            <a:off x="1047738" y="1844025"/>
            <a:ext cx="3410400" cy="19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80" name="Google Shape;180;p21"/>
          <p:cNvGrpSpPr/>
          <p:nvPr/>
        </p:nvGrpSpPr>
        <p:grpSpPr>
          <a:xfrm rot="-4385994">
            <a:off x="3706996" y="3922171"/>
            <a:ext cx="2561013" cy="2838707"/>
            <a:chOff x="-869462" y="1727849"/>
            <a:chExt cx="2561048" cy="2838746"/>
          </a:xfrm>
        </p:grpSpPr>
        <p:sp>
          <p:nvSpPr>
            <p:cNvPr id="181" name="Google Shape;181;p21"/>
            <p:cNvSpPr/>
            <p:nvPr/>
          </p:nvSpPr>
          <p:spPr>
            <a:xfrm rot="2385968">
              <a:off x="359449" y="1813801"/>
              <a:ext cx="357758" cy="246130"/>
            </a:xfrm>
            <a:custGeom>
              <a:avLst/>
              <a:gdLst/>
              <a:ahLst/>
              <a:cxnLst/>
              <a:rect l="l" t="t" r="r" b="b"/>
              <a:pathLst>
                <a:path w="769217" h="529205" extrusionOk="0">
                  <a:moveTo>
                    <a:pt x="397282" y="181575"/>
                  </a:moveTo>
                  <a:cubicBezTo>
                    <a:pt x="483924" y="129570"/>
                    <a:pt x="566042" y="80318"/>
                    <a:pt x="648067" y="30939"/>
                  </a:cubicBezTo>
                  <a:cubicBezTo>
                    <a:pt x="658948" y="24391"/>
                    <a:pt x="668912" y="16261"/>
                    <a:pt x="680079" y="10314"/>
                  </a:cubicBezTo>
                  <a:cubicBezTo>
                    <a:pt x="709719" y="-5470"/>
                    <a:pt x="737492" y="-4933"/>
                    <a:pt x="758623" y="24581"/>
                  </a:cubicBezTo>
                  <a:cubicBezTo>
                    <a:pt x="777603" y="51121"/>
                    <a:pt x="770897" y="85506"/>
                    <a:pt x="739991" y="104738"/>
                  </a:cubicBezTo>
                  <a:cubicBezTo>
                    <a:pt x="657335" y="156110"/>
                    <a:pt x="573476" y="205615"/>
                    <a:pt x="489997" y="255659"/>
                  </a:cubicBezTo>
                  <a:cubicBezTo>
                    <a:pt x="478134" y="262776"/>
                    <a:pt x="465703" y="268913"/>
                    <a:pt x="451057" y="276884"/>
                  </a:cubicBezTo>
                  <a:cubicBezTo>
                    <a:pt x="481235" y="330597"/>
                    <a:pt x="510464" y="381779"/>
                    <a:pt x="538870" y="433435"/>
                  </a:cubicBezTo>
                  <a:cubicBezTo>
                    <a:pt x="559811" y="471490"/>
                    <a:pt x="553642" y="503723"/>
                    <a:pt x="523306" y="521438"/>
                  </a:cubicBezTo>
                  <a:cubicBezTo>
                    <a:pt x="493698" y="538709"/>
                    <a:pt x="461876" y="526910"/>
                    <a:pt x="439669" y="488698"/>
                  </a:cubicBezTo>
                  <a:cubicBezTo>
                    <a:pt x="408542" y="435144"/>
                    <a:pt x="378491" y="380956"/>
                    <a:pt x="348219" y="327497"/>
                  </a:cubicBezTo>
                  <a:cubicBezTo>
                    <a:pt x="260627" y="356789"/>
                    <a:pt x="175630" y="385923"/>
                    <a:pt x="90095" y="413538"/>
                  </a:cubicBezTo>
                  <a:cubicBezTo>
                    <a:pt x="38090" y="430335"/>
                    <a:pt x="13164" y="421383"/>
                    <a:pt x="3199" y="385954"/>
                  </a:cubicBezTo>
                  <a:cubicBezTo>
                    <a:pt x="-8093" y="345781"/>
                    <a:pt x="10380" y="320791"/>
                    <a:pt x="60676" y="304247"/>
                  </a:cubicBezTo>
                  <a:cubicBezTo>
                    <a:pt x="127611" y="282230"/>
                    <a:pt x="194135" y="258854"/>
                    <a:pt x="260754" y="235825"/>
                  </a:cubicBezTo>
                  <a:cubicBezTo>
                    <a:pt x="268599" y="233105"/>
                    <a:pt x="275969" y="229087"/>
                    <a:pt x="288591" y="223425"/>
                  </a:cubicBezTo>
                  <a:cubicBezTo>
                    <a:pt x="265499" y="181827"/>
                    <a:pt x="243229" y="141875"/>
                    <a:pt x="221118" y="101860"/>
                  </a:cubicBezTo>
                  <a:cubicBezTo>
                    <a:pt x="197805" y="59693"/>
                    <a:pt x="201948" y="27491"/>
                    <a:pt x="232759" y="9239"/>
                  </a:cubicBezTo>
                  <a:cubicBezTo>
                    <a:pt x="263316" y="-8823"/>
                    <a:pt x="295487" y="4051"/>
                    <a:pt x="319053" y="44604"/>
                  </a:cubicBezTo>
                  <a:cubicBezTo>
                    <a:pt x="343790" y="87151"/>
                    <a:pt x="367894" y="130076"/>
                    <a:pt x="397282" y="1816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21"/>
            <p:cNvSpPr/>
            <p:nvPr/>
          </p:nvSpPr>
          <p:spPr>
            <a:xfrm rot="-7516223">
              <a:off x="-579063" y="2388768"/>
              <a:ext cx="1980250" cy="1736303"/>
            </a:xfrm>
            <a:custGeom>
              <a:avLst/>
              <a:gdLst/>
              <a:ahLst/>
              <a:cxnLst/>
              <a:rect l="l" t="t" r="r" b="b"/>
              <a:pathLst>
                <a:path w="47163" h="41353" extrusionOk="0">
                  <a:moveTo>
                    <a:pt x="0" y="0"/>
                  </a:moveTo>
                  <a:cubicBezTo>
                    <a:pt x="0" y="10751"/>
                    <a:pt x="942" y="23498"/>
                    <a:pt x="8544" y="31100"/>
                  </a:cubicBezTo>
                  <a:cubicBezTo>
                    <a:pt x="17962" y="40518"/>
                    <a:pt x="33844" y="41353"/>
                    <a:pt x="47163" y="41353"/>
                  </a:cubicBez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sp>
      </p:grpSp>
      <p:sp>
        <p:nvSpPr>
          <p:cNvPr id="183" name="Google Shape;183;p21"/>
          <p:cNvSpPr/>
          <p:nvPr/>
        </p:nvSpPr>
        <p:spPr>
          <a:xfrm rot="-1789405">
            <a:off x="173661" y="1841889"/>
            <a:ext cx="339205" cy="358511"/>
          </a:xfrm>
          <a:custGeom>
            <a:avLst/>
            <a:gdLst/>
            <a:ahLst/>
            <a:cxnLst/>
            <a:rect l="l" t="t" r="r" b="b"/>
            <a:pathLst>
              <a:path w="749761" h="792434" extrusionOk="0">
                <a:moveTo>
                  <a:pt x="412904" y="0"/>
                </a:moveTo>
                <a:cubicBezTo>
                  <a:pt x="418534" y="129442"/>
                  <a:pt x="424133" y="258915"/>
                  <a:pt x="429859" y="390349"/>
                </a:cubicBezTo>
                <a:cubicBezTo>
                  <a:pt x="521499" y="390349"/>
                  <a:pt x="611336" y="391298"/>
                  <a:pt x="701110" y="389780"/>
                </a:cubicBezTo>
                <a:cubicBezTo>
                  <a:pt x="727935" y="389337"/>
                  <a:pt x="746883" y="393260"/>
                  <a:pt x="749762" y="423785"/>
                </a:cubicBezTo>
                <a:lnTo>
                  <a:pt x="749762" y="456399"/>
                </a:lnTo>
                <a:cubicBezTo>
                  <a:pt x="643475" y="461080"/>
                  <a:pt x="537189" y="465730"/>
                  <a:pt x="427360" y="470570"/>
                </a:cubicBezTo>
                <a:cubicBezTo>
                  <a:pt x="422362" y="577046"/>
                  <a:pt x="417364" y="683080"/>
                  <a:pt x="412239" y="792434"/>
                </a:cubicBezTo>
                <a:lnTo>
                  <a:pt x="348974" y="792434"/>
                </a:lnTo>
                <a:lnTo>
                  <a:pt x="348974" y="465952"/>
                </a:lnTo>
                <a:cubicBezTo>
                  <a:pt x="233956" y="462789"/>
                  <a:pt x="116978" y="459594"/>
                  <a:pt x="0" y="456367"/>
                </a:cubicBezTo>
                <a:lnTo>
                  <a:pt x="0" y="391172"/>
                </a:lnTo>
                <a:lnTo>
                  <a:pt x="345968" y="391172"/>
                </a:lnTo>
                <a:cubicBezTo>
                  <a:pt x="345968" y="275364"/>
                  <a:pt x="348151" y="163922"/>
                  <a:pt x="344577" y="52669"/>
                </a:cubicBezTo>
                <a:cubicBezTo>
                  <a:pt x="343564" y="20846"/>
                  <a:pt x="351504" y="6232"/>
                  <a:pt x="380290" y="0"/>
                </a:cubicBezTo>
                <a:lnTo>
                  <a:pt x="41290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4" name="Google Shape;184;p21"/>
          <p:cNvGrpSpPr/>
          <p:nvPr/>
        </p:nvGrpSpPr>
        <p:grpSpPr>
          <a:xfrm rot="6326247">
            <a:off x="8481403" y="3294188"/>
            <a:ext cx="666345" cy="486756"/>
            <a:chOff x="4891777" y="1196142"/>
            <a:chExt cx="2324664" cy="1697408"/>
          </a:xfrm>
        </p:grpSpPr>
        <p:sp>
          <p:nvSpPr>
            <p:cNvPr id="185" name="Google Shape;185;p21"/>
            <p:cNvSpPr/>
            <p:nvPr/>
          </p:nvSpPr>
          <p:spPr>
            <a:xfrm>
              <a:off x="6238558" y="2146691"/>
              <a:ext cx="977883" cy="746859"/>
            </a:xfrm>
            <a:custGeom>
              <a:avLst/>
              <a:gdLst/>
              <a:ahLst/>
              <a:cxnLst/>
              <a:rect l="l" t="t" r="r" b="b"/>
              <a:pathLst>
                <a:path w="977883" h="746859" extrusionOk="0">
                  <a:moveTo>
                    <a:pt x="115185" y="746860"/>
                  </a:moveTo>
                  <a:cubicBezTo>
                    <a:pt x="106834" y="743886"/>
                    <a:pt x="98673" y="739774"/>
                    <a:pt x="90069" y="738161"/>
                  </a:cubicBezTo>
                  <a:cubicBezTo>
                    <a:pt x="-5526" y="720162"/>
                    <a:pt x="-27763" y="672966"/>
                    <a:pt x="36546" y="598660"/>
                  </a:cubicBezTo>
                  <a:cubicBezTo>
                    <a:pt x="107910" y="516257"/>
                    <a:pt x="187720" y="440369"/>
                    <a:pt x="269300" y="367772"/>
                  </a:cubicBezTo>
                  <a:cubicBezTo>
                    <a:pt x="399375" y="252059"/>
                    <a:pt x="533878" y="141312"/>
                    <a:pt x="666736" y="28731"/>
                  </a:cubicBezTo>
                  <a:cubicBezTo>
                    <a:pt x="724719" y="-20395"/>
                    <a:pt x="783492" y="-6255"/>
                    <a:pt x="824710" y="69095"/>
                  </a:cubicBezTo>
                  <a:cubicBezTo>
                    <a:pt x="895947" y="199200"/>
                    <a:pt x="942796" y="338037"/>
                    <a:pt x="966425" y="484497"/>
                  </a:cubicBezTo>
                  <a:cubicBezTo>
                    <a:pt x="971265" y="514580"/>
                    <a:pt x="975789" y="544884"/>
                    <a:pt x="977529" y="575283"/>
                  </a:cubicBezTo>
                  <a:cubicBezTo>
                    <a:pt x="981071" y="636714"/>
                    <a:pt x="958422" y="665184"/>
                    <a:pt x="896232" y="672428"/>
                  </a:cubicBezTo>
                  <a:cubicBezTo>
                    <a:pt x="701943" y="695109"/>
                    <a:pt x="507433" y="715986"/>
                    <a:pt x="313049" y="737845"/>
                  </a:cubicBezTo>
                  <a:cubicBezTo>
                    <a:pt x="297264" y="739616"/>
                    <a:pt x="281732" y="743792"/>
                    <a:pt x="266074" y="746828"/>
                  </a:cubicBezTo>
                  <a:lnTo>
                    <a:pt x="115122" y="746828"/>
                  </a:lnTo>
                  <a:close/>
                  <a:moveTo>
                    <a:pt x="734050" y="64603"/>
                  </a:moveTo>
                  <a:cubicBezTo>
                    <a:pt x="513822" y="267306"/>
                    <a:pt x="268636" y="431196"/>
                    <a:pt x="66756" y="665405"/>
                  </a:cubicBezTo>
                  <a:cubicBezTo>
                    <a:pt x="100381" y="668790"/>
                    <a:pt x="117684" y="673250"/>
                    <a:pt x="134481" y="671795"/>
                  </a:cubicBezTo>
                  <a:cubicBezTo>
                    <a:pt x="382578" y="650127"/>
                    <a:pt x="630643" y="628110"/>
                    <a:pt x="878486" y="603785"/>
                  </a:cubicBezTo>
                  <a:cubicBezTo>
                    <a:pt x="888672" y="602772"/>
                    <a:pt x="905311" y="577466"/>
                    <a:pt x="904171" y="564813"/>
                  </a:cubicBezTo>
                  <a:cubicBezTo>
                    <a:pt x="889589" y="402220"/>
                    <a:pt x="841918" y="249212"/>
                    <a:pt x="763880" y="105789"/>
                  </a:cubicBezTo>
                  <a:cubicBezTo>
                    <a:pt x="757237" y="93579"/>
                    <a:pt x="747526" y="83045"/>
                    <a:pt x="734082" y="646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21"/>
            <p:cNvSpPr/>
            <p:nvPr/>
          </p:nvSpPr>
          <p:spPr>
            <a:xfrm>
              <a:off x="5836523" y="1196142"/>
              <a:ext cx="979281" cy="1449513"/>
            </a:xfrm>
            <a:custGeom>
              <a:avLst/>
              <a:gdLst/>
              <a:ahLst/>
              <a:cxnLst/>
              <a:rect l="l" t="t" r="r" b="b"/>
              <a:pathLst>
                <a:path w="979281" h="1449513" extrusionOk="0">
                  <a:moveTo>
                    <a:pt x="979250" y="368955"/>
                  </a:moveTo>
                  <a:cubicBezTo>
                    <a:pt x="961093" y="406535"/>
                    <a:pt x="953026" y="435448"/>
                    <a:pt x="935786" y="457053"/>
                  </a:cubicBezTo>
                  <a:cubicBezTo>
                    <a:pt x="793723" y="634988"/>
                    <a:pt x="652830" y="813998"/>
                    <a:pt x="505833" y="987820"/>
                  </a:cubicBezTo>
                  <a:cubicBezTo>
                    <a:pt x="385280" y="1130358"/>
                    <a:pt x="256787" y="1266126"/>
                    <a:pt x="131996" y="1405089"/>
                  </a:cubicBezTo>
                  <a:cubicBezTo>
                    <a:pt x="106088" y="1433938"/>
                    <a:pt x="80339" y="1463768"/>
                    <a:pt x="36148" y="1442068"/>
                  </a:cubicBezTo>
                  <a:cubicBezTo>
                    <a:pt x="-7157" y="1420811"/>
                    <a:pt x="-2729" y="1383199"/>
                    <a:pt x="4990" y="1344196"/>
                  </a:cubicBezTo>
                  <a:cubicBezTo>
                    <a:pt x="80687" y="962546"/>
                    <a:pt x="156100" y="580832"/>
                    <a:pt x="231228" y="199055"/>
                  </a:cubicBezTo>
                  <a:cubicBezTo>
                    <a:pt x="240243" y="153314"/>
                    <a:pt x="245621" y="106846"/>
                    <a:pt x="255427" y="61294"/>
                  </a:cubicBezTo>
                  <a:cubicBezTo>
                    <a:pt x="267890" y="3216"/>
                    <a:pt x="310911" y="-17250"/>
                    <a:pt x="358803" y="15838"/>
                  </a:cubicBezTo>
                  <a:cubicBezTo>
                    <a:pt x="531012" y="134841"/>
                    <a:pt x="715590" y="228949"/>
                    <a:pt x="910923" y="303792"/>
                  </a:cubicBezTo>
                  <a:cubicBezTo>
                    <a:pt x="937937" y="314136"/>
                    <a:pt x="956506" y="346528"/>
                    <a:pt x="979282" y="368955"/>
                  </a:cubicBezTo>
                  <a:close/>
                  <a:moveTo>
                    <a:pt x="898649" y="388346"/>
                  </a:moveTo>
                  <a:cubicBezTo>
                    <a:pt x="699584" y="286109"/>
                    <a:pt x="510957" y="189249"/>
                    <a:pt x="325684" y="94098"/>
                  </a:cubicBezTo>
                  <a:cubicBezTo>
                    <a:pt x="242710" y="506179"/>
                    <a:pt x="158156" y="926136"/>
                    <a:pt x="73601" y="1346094"/>
                  </a:cubicBezTo>
                  <a:cubicBezTo>
                    <a:pt x="77714" y="1348466"/>
                    <a:pt x="81858" y="1350807"/>
                    <a:pt x="85970" y="1353180"/>
                  </a:cubicBezTo>
                  <a:cubicBezTo>
                    <a:pt x="356937" y="1029987"/>
                    <a:pt x="670988" y="743109"/>
                    <a:pt x="898618" y="38837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21"/>
            <p:cNvSpPr/>
            <p:nvPr/>
          </p:nvSpPr>
          <p:spPr>
            <a:xfrm>
              <a:off x="4891777" y="1613886"/>
              <a:ext cx="546955" cy="986365"/>
            </a:xfrm>
            <a:custGeom>
              <a:avLst/>
              <a:gdLst/>
              <a:ahLst/>
              <a:cxnLst/>
              <a:rect l="l" t="t" r="r" b="b"/>
              <a:pathLst>
                <a:path w="546955" h="986365" extrusionOk="0">
                  <a:moveTo>
                    <a:pt x="545911" y="758987"/>
                  </a:moveTo>
                  <a:cubicBezTo>
                    <a:pt x="545911" y="816401"/>
                    <a:pt x="549170" y="874068"/>
                    <a:pt x="544172" y="931038"/>
                  </a:cubicBezTo>
                  <a:cubicBezTo>
                    <a:pt x="542400" y="951283"/>
                    <a:pt x="522946" y="983074"/>
                    <a:pt x="507383" y="985795"/>
                  </a:cubicBezTo>
                  <a:cubicBezTo>
                    <a:pt x="487074" y="989369"/>
                    <a:pt x="451709" y="975672"/>
                    <a:pt x="441586" y="958401"/>
                  </a:cubicBezTo>
                  <a:cubicBezTo>
                    <a:pt x="301200" y="718814"/>
                    <a:pt x="161477" y="478752"/>
                    <a:pt x="27291" y="235685"/>
                  </a:cubicBezTo>
                  <a:cubicBezTo>
                    <a:pt x="-27307" y="136801"/>
                    <a:pt x="23" y="89036"/>
                    <a:pt x="109220" y="61104"/>
                  </a:cubicBezTo>
                  <a:cubicBezTo>
                    <a:pt x="180362" y="42915"/>
                    <a:pt x="251283" y="23745"/>
                    <a:pt x="322678" y="6537"/>
                  </a:cubicBezTo>
                  <a:cubicBezTo>
                    <a:pt x="395687" y="-11051"/>
                    <a:pt x="425011" y="5208"/>
                    <a:pt x="449589" y="75433"/>
                  </a:cubicBezTo>
                  <a:cubicBezTo>
                    <a:pt x="527090" y="296863"/>
                    <a:pt x="543919" y="526929"/>
                    <a:pt x="545880" y="759019"/>
                  </a:cubicBezTo>
                  <a:close/>
                  <a:moveTo>
                    <a:pt x="53388" y="148410"/>
                  </a:moveTo>
                  <a:cubicBezTo>
                    <a:pt x="194028" y="395937"/>
                    <a:pt x="327170" y="630337"/>
                    <a:pt x="460344" y="864736"/>
                  </a:cubicBezTo>
                  <a:cubicBezTo>
                    <a:pt x="469233" y="757121"/>
                    <a:pt x="479230" y="655706"/>
                    <a:pt x="466924" y="557075"/>
                  </a:cubicBezTo>
                  <a:cubicBezTo>
                    <a:pt x="448103" y="406471"/>
                    <a:pt x="414635" y="257639"/>
                    <a:pt x="384869" y="108553"/>
                  </a:cubicBezTo>
                  <a:cubicBezTo>
                    <a:pt x="382117" y="94729"/>
                    <a:pt x="358771" y="72397"/>
                    <a:pt x="349503" y="74421"/>
                  </a:cubicBezTo>
                  <a:cubicBezTo>
                    <a:pt x="257325" y="94824"/>
                    <a:pt x="166096" y="119498"/>
                    <a:pt x="53388" y="1484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21"/>
            <p:cNvSpPr/>
            <p:nvPr/>
          </p:nvSpPr>
          <p:spPr>
            <a:xfrm>
              <a:off x="6238558" y="2146691"/>
              <a:ext cx="977883" cy="746859"/>
            </a:xfrm>
            <a:custGeom>
              <a:avLst/>
              <a:gdLst/>
              <a:ahLst/>
              <a:cxnLst/>
              <a:rect l="l" t="t" r="r" b="b"/>
              <a:pathLst>
                <a:path w="977883" h="746859" extrusionOk="0">
                  <a:moveTo>
                    <a:pt x="115185" y="746860"/>
                  </a:moveTo>
                  <a:cubicBezTo>
                    <a:pt x="106834" y="743886"/>
                    <a:pt x="98673" y="739774"/>
                    <a:pt x="90069" y="738161"/>
                  </a:cubicBezTo>
                  <a:cubicBezTo>
                    <a:pt x="-5526" y="720162"/>
                    <a:pt x="-27763" y="672966"/>
                    <a:pt x="36546" y="598660"/>
                  </a:cubicBezTo>
                  <a:cubicBezTo>
                    <a:pt x="107910" y="516257"/>
                    <a:pt x="187720" y="440369"/>
                    <a:pt x="269300" y="367772"/>
                  </a:cubicBezTo>
                  <a:cubicBezTo>
                    <a:pt x="399375" y="252059"/>
                    <a:pt x="533878" y="141312"/>
                    <a:pt x="666736" y="28731"/>
                  </a:cubicBezTo>
                  <a:cubicBezTo>
                    <a:pt x="724719" y="-20395"/>
                    <a:pt x="783492" y="-6255"/>
                    <a:pt x="824710" y="69095"/>
                  </a:cubicBezTo>
                  <a:cubicBezTo>
                    <a:pt x="895947" y="199200"/>
                    <a:pt x="942796" y="338037"/>
                    <a:pt x="966425" y="484497"/>
                  </a:cubicBezTo>
                  <a:cubicBezTo>
                    <a:pt x="971265" y="514580"/>
                    <a:pt x="975789" y="544884"/>
                    <a:pt x="977529" y="575283"/>
                  </a:cubicBezTo>
                  <a:cubicBezTo>
                    <a:pt x="981071" y="636714"/>
                    <a:pt x="958422" y="665184"/>
                    <a:pt x="896232" y="672428"/>
                  </a:cubicBezTo>
                  <a:cubicBezTo>
                    <a:pt x="701943" y="695109"/>
                    <a:pt x="507433" y="715986"/>
                    <a:pt x="313049" y="737845"/>
                  </a:cubicBezTo>
                  <a:cubicBezTo>
                    <a:pt x="297264" y="739616"/>
                    <a:pt x="281732" y="743792"/>
                    <a:pt x="266074" y="746828"/>
                  </a:cubicBezTo>
                  <a:lnTo>
                    <a:pt x="115122" y="746828"/>
                  </a:lnTo>
                  <a:close/>
                  <a:moveTo>
                    <a:pt x="734050" y="64603"/>
                  </a:moveTo>
                  <a:cubicBezTo>
                    <a:pt x="513822" y="267306"/>
                    <a:pt x="268636" y="431196"/>
                    <a:pt x="66756" y="665405"/>
                  </a:cubicBezTo>
                  <a:cubicBezTo>
                    <a:pt x="100381" y="668790"/>
                    <a:pt x="117684" y="673250"/>
                    <a:pt x="134481" y="671795"/>
                  </a:cubicBezTo>
                  <a:cubicBezTo>
                    <a:pt x="382578" y="650127"/>
                    <a:pt x="630643" y="628110"/>
                    <a:pt x="878486" y="603785"/>
                  </a:cubicBezTo>
                  <a:cubicBezTo>
                    <a:pt x="888672" y="602772"/>
                    <a:pt x="905311" y="577466"/>
                    <a:pt x="904171" y="564813"/>
                  </a:cubicBezTo>
                  <a:cubicBezTo>
                    <a:pt x="889589" y="402220"/>
                    <a:pt x="841918" y="249212"/>
                    <a:pt x="763880" y="105789"/>
                  </a:cubicBezTo>
                  <a:cubicBezTo>
                    <a:pt x="757237" y="93579"/>
                    <a:pt x="747526" y="83045"/>
                    <a:pt x="734082" y="646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21"/>
            <p:cNvSpPr/>
            <p:nvPr/>
          </p:nvSpPr>
          <p:spPr>
            <a:xfrm>
              <a:off x="5836523" y="1196142"/>
              <a:ext cx="979281" cy="1449513"/>
            </a:xfrm>
            <a:custGeom>
              <a:avLst/>
              <a:gdLst/>
              <a:ahLst/>
              <a:cxnLst/>
              <a:rect l="l" t="t" r="r" b="b"/>
              <a:pathLst>
                <a:path w="979281" h="1449513" extrusionOk="0">
                  <a:moveTo>
                    <a:pt x="979250" y="368955"/>
                  </a:moveTo>
                  <a:cubicBezTo>
                    <a:pt x="961093" y="406535"/>
                    <a:pt x="953026" y="435448"/>
                    <a:pt x="935786" y="457053"/>
                  </a:cubicBezTo>
                  <a:cubicBezTo>
                    <a:pt x="793723" y="634988"/>
                    <a:pt x="652830" y="813998"/>
                    <a:pt x="505833" y="987820"/>
                  </a:cubicBezTo>
                  <a:cubicBezTo>
                    <a:pt x="385280" y="1130358"/>
                    <a:pt x="256787" y="1266126"/>
                    <a:pt x="131996" y="1405089"/>
                  </a:cubicBezTo>
                  <a:cubicBezTo>
                    <a:pt x="106088" y="1433938"/>
                    <a:pt x="80339" y="1463768"/>
                    <a:pt x="36148" y="1442068"/>
                  </a:cubicBezTo>
                  <a:cubicBezTo>
                    <a:pt x="-7157" y="1420811"/>
                    <a:pt x="-2729" y="1383199"/>
                    <a:pt x="4990" y="1344196"/>
                  </a:cubicBezTo>
                  <a:cubicBezTo>
                    <a:pt x="80687" y="962546"/>
                    <a:pt x="156100" y="580832"/>
                    <a:pt x="231228" y="199055"/>
                  </a:cubicBezTo>
                  <a:cubicBezTo>
                    <a:pt x="240243" y="153314"/>
                    <a:pt x="245621" y="106846"/>
                    <a:pt x="255427" y="61294"/>
                  </a:cubicBezTo>
                  <a:cubicBezTo>
                    <a:pt x="267890" y="3216"/>
                    <a:pt x="310911" y="-17250"/>
                    <a:pt x="358803" y="15838"/>
                  </a:cubicBezTo>
                  <a:cubicBezTo>
                    <a:pt x="531012" y="134841"/>
                    <a:pt x="715590" y="228949"/>
                    <a:pt x="910923" y="303792"/>
                  </a:cubicBezTo>
                  <a:cubicBezTo>
                    <a:pt x="937937" y="314136"/>
                    <a:pt x="956506" y="346528"/>
                    <a:pt x="979282" y="368955"/>
                  </a:cubicBezTo>
                  <a:close/>
                  <a:moveTo>
                    <a:pt x="898649" y="388346"/>
                  </a:moveTo>
                  <a:cubicBezTo>
                    <a:pt x="699584" y="286109"/>
                    <a:pt x="510957" y="189249"/>
                    <a:pt x="325684" y="94098"/>
                  </a:cubicBezTo>
                  <a:cubicBezTo>
                    <a:pt x="242710" y="506179"/>
                    <a:pt x="158156" y="926136"/>
                    <a:pt x="73601" y="1346094"/>
                  </a:cubicBezTo>
                  <a:cubicBezTo>
                    <a:pt x="77714" y="1348466"/>
                    <a:pt x="81858" y="1350807"/>
                    <a:pt x="85970" y="1353180"/>
                  </a:cubicBezTo>
                  <a:cubicBezTo>
                    <a:pt x="356937" y="1029987"/>
                    <a:pt x="670988" y="743109"/>
                    <a:pt x="898618" y="38837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21"/>
            <p:cNvSpPr/>
            <p:nvPr/>
          </p:nvSpPr>
          <p:spPr>
            <a:xfrm>
              <a:off x="4891777" y="1613886"/>
              <a:ext cx="546955" cy="986365"/>
            </a:xfrm>
            <a:custGeom>
              <a:avLst/>
              <a:gdLst/>
              <a:ahLst/>
              <a:cxnLst/>
              <a:rect l="l" t="t" r="r" b="b"/>
              <a:pathLst>
                <a:path w="546955" h="986365" extrusionOk="0">
                  <a:moveTo>
                    <a:pt x="545911" y="758987"/>
                  </a:moveTo>
                  <a:cubicBezTo>
                    <a:pt x="545911" y="816401"/>
                    <a:pt x="549170" y="874068"/>
                    <a:pt x="544172" y="931038"/>
                  </a:cubicBezTo>
                  <a:cubicBezTo>
                    <a:pt x="542400" y="951283"/>
                    <a:pt x="522946" y="983074"/>
                    <a:pt x="507383" y="985795"/>
                  </a:cubicBezTo>
                  <a:cubicBezTo>
                    <a:pt x="487074" y="989369"/>
                    <a:pt x="451709" y="975672"/>
                    <a:pt x="441586" y="958401"/>
                  </a:cubicBezTo>
                  <a:cubicBezTo>
                    <a:pt x="301200" y="718814"/>
                    <a:pt x="161477" y="478752"/>
                    <a:pt x="27291" y="235685"/>
                  </a:cubicBezTo>
                  <a:cubicBezTo>
                    <a:pt x="-27307" y="136801"/>
                    <a:pt x="23" y="89036"/>
                    <a:pt x="109220" y="61104"/>
                  </a:cubicBezTo>
                  <a:cubicBezTo>
                    <a:pt x="180362" y="42915"/>
                    <a:pt x="251283" y="23745"/>
                    <a:pt x="322678" y="6537"/>
                  </a:cubicBezTo>
                  <a:cubicBezTo>
                    <a:pt x="395687" y="-11051"/>
                    <a:pt x="425011" y="5208"/>
                    <a:pt x="449589" y="75433"/>
                  </a:cubicBezTo>
                  <a:cubicBezTo>
                    <a:pt x="527090" y="296863"/>
                    <a:pt x="543919" y="526929"/>
                    <a:pt x="545880" y="759019"/>
                  </a:cubicBezTo>
                  <a:close/>
                  <a:moveTo>
                    <a:pt x="53388" y="148410"/>
                  </a:moveTo>
                  <a:cubicBezTo>
                    <a:pt x="194028" y="395937"/>
                    <a:pt x="327170" y="630337"/>
                    <a:pt x="460344" y="864736"/>
                  </a:cubicBezTo>
                  <a:cubicBezTo>
                    <a:pt x="469233" y="757121"/>
                    <a:pt x="479230" y="655706"/>
                    <a:pt x="466924" y="557075"/>
                  </a:cubicBezTo>
                  <a:cubicBezTo>
                    <a:pt x="448103" y="406471"/>
                    <a:pt x="414635" y="257639"/>
                    <a:pt x="384869" y="108553"/>
                  </a:cubicBezTo>
                  <a:cubicBezTo>
                    <a:pt x="382117" y="94729"/>
                    <a:pt x="358771" y="72397"/>
                    <a:pt x="349503" y="74421"/>
                  </a:cubicBezTo>
                  <a:cubicBezTo>
                    <a:pt x="257325" y="94824"/>
                    <a:pt x="166096" y="119498"/>
                    <a:pt x="53388" y="1484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22"/>
          <p:cNvPicPr preferRelativeResize="0"/>
          <p:nvPr/>
        </p:nvPicPr>
        <p:blipFill>
          <a:blip r:embed="rId2">
            <a:alphaModFix amt="7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2"/>
          <p:cNvSpPr txBox="1">
            <a:spLocks noGrp="1"/>
          </p:cNvSpPr>
          <p:nvPr>
            <p:ph type="title"/>
          </p:nvPr>
        </p:nvSpPr>
        <p:spPr>
          <a:xfrm>
            <a:off x="720000" y="40300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22"/>
          <p:cNvSpPr txBox="1">
            <a:spLocks noGrp="1"/>
          </p:cNvSpPr>
          <p:nvPr>
            <p:ph type="subTitle" idx="1"/>
          </p:nvPr>
        </p:nvSpPr>
        <p:spPr>
          <a:xfrm>
            <a:off x="3386762" y="2461025"/>
            <a:ext cx="2370600" cy="102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22"/>
          <p:cNvSpPr txBox="1">
            <a:spLocks noGrp="1"/>
          </p:cNvSpPr>
          <p:nvPr>
            <p:ph type="subTitle" idx="2"/>
          </p:nvPr>
        </p:nvSpPr>
        <p:spPr>
          <a:xfrm>
            <a:off x="720000" y="2461025"/>
            <a:ext cx="2370600" cy="102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22"/>
          <p:cNvSpPr txBox="1">
            <a:spLocks noGrp="1"/>
          </p:cNvSpPr>
          <p:nvPr>
            <p:ph type="subTitle" idx="3"/>
          </p:nvPr>
        </p:nvSpPr>
        <p:spPr>
          <a:xfrm>
            <a:off x="720000" y="1920225"/>
            <a:ext cx="237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Belleza"/>
                <a:ea typeface="Belleza"/>
                <a:cs typeface="Belleza"/>
                <a:sym typeface="Bellez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97" name="Google Shape;197;p22"/>
          <p:cNvSpPr txBox="1">
            <a:spLocks noGrp="1"/>
          </p:cNvSpPr>
          <p:nvPr>
            <p:ph type="subTitle" idx="4"/>
          </p:nvPr>
        </p:nvSpPr>
        <p:spPr>
          <a:xfrm>
            <a:off x="3386762" y="1920225"/>
            <a:ext cx="237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Belleza"/>
                <a:ea typeface="Belleza"/>
                <a:cs typeface="Belleza"/>
                <a:sym typeface="Bellez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98" name="Google Shape;198;p22"/>
          <p:cNvSpPr txBox="1">
            <a:spLocks noGrp="1"/>
          </p:cNvSpPr>
          <p:nvPr>
            <p:ph type="subTitle" idx="5"/>
          </p:nvPr>
        </p:nvSpPr>
        <p:spPr>
          <a:xfrm>
            <a:off x="6053525" y="2461025"/>
            <a:ext cx="2370600" cy="102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22"/>
          <p:cNvSpPr txBox="1">
            <a:spLocks noGrp="1"/>
          </p:cNvSpPr>
          <p:nvPr>
            <p:ph type="subTitle" idx="6"/>
          </p:nvPr>
        </p:nvSpPr>
        <p:spPr>
          <a:xfrm>
            <a:off x="6053523" y="1920225"/>
            <a:ext cx="237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Belleza"/>
                <a:ea typeface="Belleza"/>
                <a:cs typeface="Belleza"/>
                <a:sym typeface="Bellez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00" name="Google Shape;200;p22"/>
          <p:cNvSpPr/>
          <p:nvPr/>
        </p:nvSpPr>
        <p:spPr>
          <a:xfrm rot="1534344">
            <a:off x="8582941" y="458578"/>
            <a:ext cx="338707" cy="357985"/>
          </a:xfrm>
          <a:custGeom>
            <a:avLst/>
            <a:gdLst/>
            <a:ahLst/>
            <a:cxnLst/>
            <a:rect l="l" t="t" r="r" b="b"/>
            <a:pathLst>
              <a:path w="749761" h="792434" extrusionOk="0">
                <a:moveTo>
                  <a:pt x="412904" y="0"/>
                </a:moveTo>
                <a:cubicBezTo>
                  <a:pt x="418534" y="129442"/>
                  <a:pt x="424133" y="258915"/>
                  <a:pt x="429859" y="390349"/>
                </a:cubicBezTo>
                <a:cubicBezTo>
                  <a:pt x="521499" y="390349"/>
                  <a:pt x="611336" y="391298"/>
                  <a:pt x="701110" y="389780"/>
                </a:cubicBezTo>
                <a:cubicBezTo>
                  <a:pt x="727935" y="389337"/>
                  <a:pt x="746883" y="393260"/>
                  <a:pt x="749762" y="423785"/>
                </a:cubicBezTo>
                <a:lnTo>
                  <a:pt x="749762" y="456399"/>
                </a:lnTo>
                <a:cubicBezTo>
                  <a:pt x="643475" y="461080"/>
                  <a:pt x="537189" y="465730"/>
                  <a:pt x="427360" y="470570"/>
                </a:cubicBezTo>
                <a:cubicBezTo>
                  <a:pt x="422362" y="577046"/>
                  <a:pt x="417364" y="683080"/>
                  <a:pt x="412239" y="792434"/>
                </a:cubicBezTo>
                <a:lnTo>
                  <a:pt x="348974" y="792434"/>
                </a:lnTo>
                <a:lnTo>
                  <a:pt x="348974" y="465952"/>
                </a:lnTo>
                <a:cubicBezTo>
                  <a:pt x="233956" y="462789"/>
                  <a:pt x="116978" y="459594"/>
                  <a:pt x="0" y="456367"/>
                </a:cubicBezTo>
                <a:lnTo>
                  <a:pt x="0" y="391172"/>
                </a:lnTo>
                <a:lnTo>
                  <a:pt x="345968" y="391172"/>
                </a:lnTo>
                <a:cubicBezTo>
                  <a:pt x="345968" y="275364"/>
                  <a:pt x="348151" y="163922"/>
                  <a:pt x="344577" y="52669"/>
                </a:cubicBezTo>
                <a:cubicBezTo>
                  <a:pt x="343564" y="20846"/>
                  <a:pt x="351504" y="6232"/>
                  <a:pt x="380290" y="0"/>
                </a:cubicBezTo>
                <a:lnTo>
                  <a:pt x="41290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30"/>
          <p:cNvPicPr preferRelativeResize="0"/>
          <p:nvPr/>
        </p:nvPicPr>
        <p:blipFill>
          <a:blip r:embed="rId2">
            <a:alphaModFix amt="72000"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30"/>
          <p:cNvSpPr/>
          <p:nvPr/>
        </p:nvSpPr>
        <p:spPr>
          <a:xfrm rot="4880568" flipH="1">
            <a:off x="7894576" y="2896679"/>
            <a:ext cx="2294195" cy="996576"/>
          </a:xfrm>
          <a:custGeom>
            <a:avLst/>
            <a:gdLst/>
            <a:ahLst/>
            <a:cxnLst/>
            <a:rect l="l" t="t" r="r" b="b"/>
            <a:pathLst>
              <a:path w="108338" h="47061" extrusionOk="0">
                <a:moveTo>
                  <a:pt x="0" y="1367"/>
                </a:moveTo>
                <a:cubicBezTo>
                  <a:pt x="0" y="22633"/>
                  <a:pt x="24010" y="43839"/>
                  <a:pt x="45112" y="46479"/>
                </a:cubicBezTo>
                <a:cubicBezTo>
                  <a:pt x="61401" y="48517"/>
                  <a:pt x="81003" y="45094"/>
                  <a:pt x="92617" y="33492"/>
                </a:cubicBezTo>
                <a:cubicBezTo>
                  <a:pt x="101342" y="24776"/>
                  <a:pt x="108338" y="12333"/>
                  <a:pt x="108338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sp>
      <p:grpSp>
        <p:nvGrpSpPr>
          <p:cNvPr id="295" name="Google Shape;295;p30"/>
          <p:cNvGrpSpPr/>
          <p:nvPr/>
        </p:nvGrpSpPr>
        <p:grpSpPr>
          <a:xfrm rot="-2857485" flipH="1">
            <a:off x="-20255" y="753234"/>
            <a:ext cx="732253" cy="534683"/>
            <a:chOff x="4891777" y="1196142"/>
            <a:chExt cx="2324664" cy="1697408"/>
          </a:xfrm>
        </p:grpSpPr>
        <p:sp>
          <p:nvSpPr>
            <p:cNvPr id="296" name="Google Shape;296;p30"/>
            <p:cNvSpPr/>
            <p:nvPr/>
          </p:nvSpPr>
          <p:spPr>
            <a:xfrm>
              <a:off x="6238558" y="2146691"/>
              <a:ext cx="977883" cy="746859"/>
            </a:xfrm>
            <a:custGeom>
              <a:avLst/>
              <a:gdLst/>
              <a:ahLst/>
              <a:cxnLst/>
              <a:rect l="l" t="t" r="r" b="b"/>
              <a:pathLst>
                <a:path w="977883" h="746859" extrusionOk="0">
                  <a:moveTo>
                    <a:pt x="115185" y="746860"/>
                  </a:moveTo>
                  <a:cubicBezTo>
                    <a:pt x="106834" y="743886"/>
                    <a:pt x="98673" y="739774"/>
                    <a:pt x="90069" y="738161"/>
                  </a:cubicBezTo>
                  <a:cubicBezTo>
                    <a:pt x="-5526" y="720162"/>
                    <a:pt x="-27763" y="672966"/>
                    <a:pt x="36546" y="598660"/>
                  </a:cubicBezTo>
                  <a:cubicBezTo>
                    <a:pt x="107910" y="516257"/>
                    <a:pt x="187720" y="440369"/>
                    <a:pt x="269300" y="367772"/>
                  </a:cubicBezTo>
                  <a:cubicBezTo>
                    <a:pt x="399375" y="252059"/>
                    <a:pt x="533878" y="141312"/>
                    <a:pt x="666736" y="28731"/>
                  </a:cubicBezTo>
                  <a:cubicBezTo>
                    <a:pt x="724719" y="-20395"/>
                    <a:pt x="783492" y="-6255"/>
                    <a:pt x="824710" y="69095"/>
                  </a:cubicBezTo>
                  <a:cubicBezTo>
                    <a:pt x="895947" y="199200"/>
                    <a:pt x="942796" y="338037"/>
                    <a:pt x="966425" y="484497"/>
                  </a:cubicBezTo>
                  <a:cubicBezTo>
                    <a:pt x="971265" y="514580"/>
                    <a:pt x="975789" y="544884"/>
                    <a:pt x="977529" y="575283"/>
                  </a:cubicBezTo>
                  <a:cubicBezTo>
                    <a:pt x="981071" y="636714"/>
                    <a:pt x="958422" y="665184"/>
                    <a:pt x="896232" y="672428"/>
                  </a:cubicBezTo>
                  <a:cubicBezTo>
                    <a:pt x="701943" y="695109"/>
                    <a:pt x="507433" y="715986"/>
                    <a:pt x="313049" y="737845"/>
                  </a:cubicBezTo>
                  <a:cubicBezTo>
                    <a:pt x="297264" y="739616"/>
                    <a:pt x="281732" y="743792"/>
                    <a:pt x="266074" y="746828"/>
                  </a:cubicBezTo>
                  <a:lnTo>
                    <a:pt x="115122" y="746828"/>
                  </a:lnTo>
                  <a:close/>
                  <a:moveTo>
                    <a:pt x="734050" y="64603"/>
                  </a:moveTo>
                  <a:cubicBezTo>
                    <a:pt x="513822" y="267306"/>
                    <a:pt x="268636" y="431196"/>
                    <a:pt x="66756" y="665405"/>
                  </a:cubicBezTo>
                  <a:cubicBezTo>
                    <a:pt x="100381" y="668790"/>
                    <a:pt x="117684" y="673250"/>
                    <a:pt x="134481" y="671795"/>
                  </a:cubicBezTo>
                  <a:cubicBezTo>
                    <a:pt x="382578" y="650127"/>
                    <a:pt x="630643" y="628110"/>
                    <a:pt x="878486" y="603785"/>
                  </a:cubicBezTo>
                  <a:cubicBezTo>
                    <a:pt x="888672" y="602772"/>
                    <a:pt x="905311" y="577466"/>
                    <a:pt x="904171" y="564813"/>
                  </a:cubicBezTo>
                  <a:cubicBezTo>
                    <a:pt x="889589" y="402220"/>
                    <a:pt x="841918" y="249212"/>
                    <a:pt x="763880" y="105789"/>
                  </a:cubicBezTo>
                  <a:cubicBezTo>
                    <a:pt x="757237" y="93579"/>
                    <a:pt x="747526" y="83045"/>
                    <a:pt x="734082" y="646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30"/>
            <p:cNvSpPr/>
            <p:nvPr/>
          </p:nvSpPr>
          <p:spPr>
            <a:xfrm>
              <a:off x="5836523" y="1196142"/>
              <a:ext cx="979281" cy="1449513"/>
            </a:xfrm>
            <a:custGeom>
              <a:avLst/>
              <a:gdLst/>
              <a:ahLst/>
              <a:cxnLst/>
              <a:rect l="l" t="t" r="r" b="b"/>
              <a:pathLst>
                <a:path w="979281" h="1449513" extrusionOk="0">
                  <a:moveTo>
                    <a:pt x="979250" y="368955"/>
                  </a:moveTo>
                  <a:cubicBezTo>
                    <a:pt x="961093" y="406535"/>
                    <a:pt x="953026" y="435448"/>
                    <a:pt x="935786" y="457053"/>
                  </a:cubicBezTo>
                  <a:cubicBezTo>
                    <a:pt x="793723" y="634988"/>
                    <a:pt x="652830" y="813998"/>
                    <a:pt x="505833" y="987820"/>
                  </a:cubicBezTo>
                  <a:cubicBezTo>
                    <a:pt x="385280" y="1130358"/>
                    <a:pt x="256787" y="1266126"/>
                    <a:pt x="131996" y="1405089"/>
                  </a:cubicBezTo>
                  <a:cubicBezTo>
                    <a:pt x="106088" y="1433938"/>
                    <a:pt x="80339" y="1463768"/>
                    <a:pt x="36148" y="1442068"/>
                  </a:cubicBezTo>
                  <a:cubicBezTo>
                    <a:pt x="-7157" y="1420811"/>
                    <a:pt x="-2729" y="1383199"/>
                    <a:pt x="4990" y="1344196"/>
                  </a:cubicBezTo>
                  <a:cubicBezTo>
                    <a:pt x="80687" y="962546"/>
                    <a:pt x="156100" y="580832"/>
                    <a:pt x="231228" y="199055"/>
                  </a:cubicBezTo>
                  <a:cubicBezTo>
                    <a:pt x="240243" y="153314"/>
                    <a:pt x="245621" y="106846"/>
                    <a:pt x="255427" y="61294"/>
                  </a:cubicBezTo>
                  <a:cubicBezTo>
                    <a:pt x="267890" y="3216"/>
                    <a:pt x="310911" y="-17250"/>
                    <a:pt x="358803" y="15838"/>
                  </a:cubicBezTo>
                  <a:cubicBezTo>
                    <a:pt x="531012" y="134841"/>
                    <a:pt x="715590" y="228949"/>
                    <a:pt x="910923" y="303792"/>
                  </a:cubicBezTo>
                  <a:cubicBezTo>
                    <a:pt x="937937" y="314136"/>
                    <a:pt x="956506" y="346528"/>
                    <a:pt x="979282" y="368955"/>
                  </a:cubicBezTo>
                  <a:close/>
                  <a:moveTo>
                    <a:pt x="898649" y="388346"/>
                  </a:moveTo>
                  <a:cubicBezTo>
                    <a:pt x="699584" y="286109"/>
                    <a:pt x="510957" y="189249"/>
                    <a:pt x="325684" y="94098"/>
                  </a:cubicBezTo>
                  <a:cubicBezTo>
                    <a:pt x="242710" y="506179"/>
                    <a:pt x="158156" y="926136"/>
                    <a:pt x="73601" y="1346094"/>
                  </a:cubicBezTo>
                  <a:cubicBezTo>
                    <a:pt x="77714" y="1348466"/>
                    <a:pt x="81858" y="1350807"/>
                    <a:pt x="85970" y="1353180"/>
                  </a:cubicBezTo>
                  <a:cubicBezTo>
                    <a:pt x="356937" y="1029987"/>
                    <a:pt x="670988" y="743109"/>
                    <a:pt x="898618" y="38837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30"/>
            <p:cNvSpPr/>
            <p:nvPr/>
          </p:nvSpPr>
          <p:spPr>
            <a:xfrm>
              <a:off x="4891777" y="1613886"/>
              <a:ext cx="546955" cy="986365"/>
            </a:xfrm>
            <a:custGeom>
              <a:avLst/>
              <a:gdLst/>
              <a:ahLst/>
              <a:cxnLst/>
              <a:rect l="l" t="t" r="r" b="b"/>
              <a:pathLst>
                <a:path w="546955" h="986365" extrusionOk="0">
                  <a:moveTo>
                    <a:pt x="545911" y="758987"/>
                  </a:moveTo>
                  <a:cubicBezTo>
                    <a:pt x="545911" y="816401"/>
                    <a:pt x="549170" y="874068"/>
                    <a:pt x="544172" y="931038"/>
                  </a:cubicBezTo>
                  <a:cubicBezTo>
                    <a:pt x="542400" y="951283"/>
                    <a:pt x="522946" y="983074"/>
                    <a:pt x="507383" y="985795"/>
                  </a:cubicBezTo>
                  <a:cubicBezTo>
                    <a:pt x="487074" y="989369"/>
                    <a:pt x="451709" y="975672"/>
                    <a:pt x="441586" y="958401"/>
                  </a:cubicBezTo>
                  <a:cubicBezTo>
                    <a:pt x="301200" y="718814"/>
                    <a:pt x="161477" y="478752"/>
                    <a:pt x="27291" y="235685"/>
                  </a:cubicBezTo>
                  <a:cubicBezTo>
                    <a:pt x="-27307" y="136801"/>
                    <a:pt x="23" y="89036"/>
                    <a:pt x="109220" y="61104"/>
                  </a:cubicBezTo>
                  <a:cubicBezTo>
                    <a:pt x="180362" y="42915"/>
                    <a:pt x="251283" y="23745"/>
                    <a:pt x="322678" y="6537"/>
                  </a:cubicBezTo>
                  <a:cubicBezTo>
                    <a:pt x="395687" y="-11051"/>
                    <a:pt x="425011" y="5208"/>
                    <a:pt x="449589" y="75433"/>
                  </a:cubicBezTo>
                  <a:cubicBezTo>
                    <a:pt x="527090" y="296863"/>
                    <a:pt x="543919" y="526929"/>
                    <a:pt x="545880" y="759019"/>
                  </a:cubicBezTo>
                  <a:close/>
                  <a:moveTo>
                    <a:pt x="53388" y="148410"/>
                  </a:moveTo>
                  <a:cubicBezTo>
                    <a:pt x="194028" y="395937"/>
                    <a:pt x="327170" y="630337"/>
                    <a:pt x="460344" y="864736"/>
                  </a:cubicBezTo>
                  <a:cubicBezTo>
                    <a:pt x="469233" y="757121"/>
                    <a:pt x="479230" y="655706"/>
                    <a:pt x="466924" y="557075"/>
                  </a:cubicBezTo>
                  <a:cubicBezTo>
                    <a:pt x="448103" y="406471"/>
                    <a:pt x="414635" y="257639"/>
                    <a:pt x="384869" y="108553"/>
                  </a:cubicBezTo>
                  <a:cubicBezTo>
                    <a:pt x="382117" y="94729"/>
                    <a:pt x="358771" y="72397"/>
                    <a:pt x="349503" y="74421"/>
                  </a:cubicBezTo>
                  <a:cubicBezTo>
                    <a:pt x="257325" y="94824"/>
                    <a:pt x="166096" y="119498"/>
                    <a:pt x="53388" y="1484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" name="Google Shape;299;p30"/>
            <p:cNvSpPr/>
            <p:nvPr/>
          </p:nvSpPr>
          <p:spPr>
            <a:xfrm>
              <a:off x="6238558" y="2146691"/>
              <a:ext cx="977883" cy="746859"/>
            </a:xfrm>
            <a:custGeom>
              <a:avLst/>
              <a:gdLst/>
              <a:ahLst/>
              <a:cxnLst/>
              <a:rect l="l" t="t" r="r" b="b"/>
              <a:pathLst>
                <a:path w="977883" h="746859" extrusionOk="0">
                  <a:moveTo>
                    <a:pt x="115185" y="746860"/>
                  </a:moveTo>
                  <a:cubicBezTo>
                    <a:pt x="106834" y="743886"/>
                    <a:pt x="98673" y="739774"/>
                    <a:pt x="90069" y="738161"/>
                  </a:cubicBezTo>
                  <a:cubicBezTo>
                    <a:pt x="-5526" y="720162"/>
                    <a:pt x="-27763" y="672966"/>
                    <a:pt x="36546" y="598660"/>
                  </a:cubicBezTo>
                  <a:cubicBezTo>
                    <a:pt x="107910" y="516257"/>
                    <a:pt x="187720" y="440369"/>
                    <a:pt x="269300" y="367772"/>
                  </a:cubicBezTo>
                  <a:cubicBezTo>
                    <a:pt x="399375" y="252059"/>
                    <a:pt x="533878" y="141312"/>
                    <a:pt x="666736" y="28731"/>
                  </a:cubicBezTo>
                  <a:cubicBezTo>
                    <a:pt x="724719" y="-20395"/>
                    <a:pt x="783492" y="-6255"/>
                    <a:pt x="824710" y="69095"/>
                  </a:cubicBezTo>
                  <a:cubicBezTo>
                    <a:pt x="895947" y="199200"/>
                    <a:pt x="942796" y="338037"/>
                    <a:pt x="966425" y="484497"/>
                  </a:cubicBezTo>
                  <a:cubicBezTo>
                    <a:pt x="971265" y="514580"/>
                    <a:pt x="975789" y="544884"/>
                    <a:pt x="977529" y="575283"/>
                  </a:cubicBezTo>
                  <a:cubicBezTo>
                    <a:pt x="981071" y="636714"/>
                    <a:pt x="958422" y="665184"/>
                    <a:pt x="896232" y="672428"/>
                  </a:cubicBezTo>
                  <a:cubicBezTo>
                    <a:pt x="701943" y="695109"/>
                    <a:pt x="507433" y="715986"/>
                    <a:pt x="313049" y="737845"/>
                  </a:cubicBezTo>
                  <a:cubicBezTo>
                    <a:pt x="297264" y="739616"/>
                    <a:pt x="281732" y="743792"/>
                    <a:pt x="266074" y="746828"/>
                  </a:cubicBezTo>
                  <a:lnTo>
                    <a:pt x="115122" y="746828"/>
                  </a:lnTo>
                  <a:close/>
                  <a:moveTo>
                    <a:pt x="734050" y="64603"/>
                  </a:moveTo>
                  <a:cubicBezTo>
                    <a:pt x="513822" y="267306"/>
                    <a:pt x="268636" y="431196"/>
                    <a:pt x="66756" y="665405"/>
                  </a:cubicBezTo>
                  <a:cubicBezTo>
                    <a:pt x="100381" y="668790"/>
                    <a:pt x="117684" y="673250"/>
                    <a:pt x="134481" y="671795"/>
                  </a:cubicBezTo>
                  <a:cubicBezTo>
                    <a:pt x="382578" y="650127"/>
                    <a:pt x="630643" y="628110"/>
                    <a:pt x="878486" y="603785"/>
                  </a:cubicBezTo>
                  <a:cubicBezTo>
                    <a:pt x="888672" y="602772"/>
                    <a:pt x="905311" y="577466"/>
                    <a:pt x="904171" y="564813"/>
                  </a:cubicBezTo>
                  <a:cubicBezTo>
                    <a:pt x="889589" y="402220"/>
                    <a:pt x="841918" y="249212"/>
                    <a:pt x="763880" y="105789"/>
                  </a:cubicBezTo>
                  <a:cubicBezTo>
                    <a:pt x="757237" y="93579"/>
                    <a:pt x="747526" y="83045"/>
                    <a:pt x="734082" y="646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" name="Google Shape;300;p30"/>
            <p:cNvSpPr/>
            <p:nvPr/>
          </p:nvSpPr>
          <p:spPr>
            <a:xfrm>
              <a:off x="5836523" y="1196142"/>
              <a:ext cx="979281" cy="1449513"/>
            </a:xfrm>
            <a:custGeom>
              <a:avLst/>
              <a:gdLst/>
              <a:ahLst/>
              <a:cxnLst/>
              <a:rect l="l" t="t" r="r" b="b"/>
              <a:pathLst>
                <a:path w="979281" h="1449513" extrusionOk="0">
                  <a:moveTo>
                    <a:pt x="979250" y="368955"/>
                  </a:moveTo>
                  <a:cubicBezTo>
                    <a:pt x="961093" y="406535"/>
                    <a:pt x="953026" y="435448"/>
                    <a:pt x="935786" y="457053"/>
                  </a:cubicBezTo>
                  <a:cubicBezTo>
                    <a:pt x="793723" y="634988"/>
                    <a:pt x="652830" y="813998"/>
                    <a:pt x="505833" y="987820"/>
                  </a:cubicBezTo>
                  <a:cubicBezTo>
                    <a:pt x="385280" y="1130358"/>
                    <a:pt x="256787" y="1266126"/>
                    <a:pt x="131996" y="1405089"/>
                  </a:cubicBezTo>
                  <a:cubicBezTo>
                    <a:pt x="106088" y="1433938"/>
                    <a:pt x="80339" y="1463768"/>
                    <a:pt x="36148" y="1442068"/>
                  </a:cubicBezTo>
                  <a:cubicBezTo>
                    <a:pt x="-7157" y="1420811"/>
                    <a:pt x="-2729" y="1383199"/>
                    <a:pt x="4990" y="1344196"/>
                  </a:cubicBezTo>
                  <a:cubicBezTo>
                    <a:pt x="80687" y="962546"/>
                    <a:pt x="156100" y="580832"/>
                    <a:pt x="231228" y="199055"/>
                  </a:cubicBezTo>
                  <a:cubicBezTo>
                    <a:pt x="240243" y="153314"/>
                    <a:pt x="245621" y="106846"/>
                    <a:pt x="255427" y="61294"/>
                  </a:cubicBezTo>
                  <a:cubicBezTo>
                    <a:pt x="267890" y="3216"/>
                    <a:pt x="310911" y="-17250"/>
                    <a:pt x="358803" y="15838"/>
                  </a:cubicBezTo>
                  <a:cubicBezTo>
                    <a:pt x="531012" y="134841"/>
                    <a:pt x="715590" y="228949"/>
                    <a:pt x="910923" y="303792"/>
                  </a:cubicBezTo>
                  <a:cubicBezTo>
                    <a:pt x="937937" y="314136"/>
                    <a:pt x="956506" y="346528"/>
                    <a:pt x="979282" y="368955"/>
                  </a:cubicBezTo>
                  <a:close/>
                  <a:moveTo>
                    <a:pt x="898649" y="388346"/>
                  </a:moveTo>
                  <a:cubicBezTo>
                    <a:pt x="699584" y="286109"/>
                    <a:pt x="510957" y="189249"/>
                    <a:pt x="325684" y="94098"/>
                  </a:cubicBezTo>
                  <a:cubicBezTo>
                    <a:pt x="242710" y="506179"/>
                    <a:pt x="158156" y="926136"/>
                    <a:pt x="73601" y="1346094"/>
                  </a:cubicBezTo>
                  <a:cubicBezTo>
                    <a:pt x="77714" y="1348466"/>
                    <a:pt x="81858" y="1350807"/>
                    <a:pt x="85970" y="1353180"/>
                  </a:cubicBezTo>
                  <a:cubicBezTo>
                    <a:pt x="356937" y="1029987"/>
                    <a:pt x="670988" y="743109"/>
                    <a:pt x="898618" y="38837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30"/>
            <p:cNvSpPr/>
            <p:nvPr/>
          </p:nvSpPr>
          <p:spPr>
            <a:xfrm>
              <a:off x="4891777" y="1613886"/>
              <a:ext cx="546955" cy="986365"/>
            </a:xfrm>
            <a:custGeom>
              <a:avLst/>
              <a:gdLst/>
              <a:ahLst/>
              <a:cxnLst/>
              <a:rect l="l" t="t" r="r" b="b"/>
              <a:pathLst>
                <a:path w="546955" h="986365" extrusionOk="0">
                  <a:moveTo>
                    <a:pt x="545911" y="758987"/>
                  </a:moveTo>
                  <a:cubicBezTo>
                    <a:pt x="545911" y="816401"/>
                    <a:pt x="549170" y="874068"/>
                    <a:pt x="544172" y="931038"/>
                  </a:cubicBezTo>
                  <a:cubicBezTo>
                    <a:pt x="542400" y="951283"/>
                    <a:pt x="522946" y="983074"/>
                    <a:pt x="507383" y="985795"/>
                  </a:cubicBezTo>
                  <a:cubicBezTo>
                    <a:pt x="487074" y="989369"/>
                    <a:pt x="451709" y="975672"/>
                    <a:pt x="441586" y="958401"/>
                  </a:cubicBezTo>
                  <a:cubicBezTo>
                    <a:pt x="301200" y="718814"/>
                    <a:pt x="161477" y="478752"/>
                    <a:pt x="27291" y="235685"/>
                  </a:cubicBezTo>
                  <a:cubicBezTo>
                    <a:pt x="-27307" y="136801"/>
                    <a:pt x="23" y="89036"/>
                    <a:pt x="109220" y="61104"/>
                  </a:cubicBezTo>
                  <a:cubicBezTo>
                    <a:pt x="180362" y="42915"/>
                    <a:pt x="251283" y="23745"/>
                    <a:pt x="322678" y="6537"/>
                  </a:cubicBezTo>
                  <a:cubicBezTo>
                    <a:pt x="395687" y="-11051"/>
                    <a:pt x="425011" y="5208"/>
                    <a:pt x="449589" y="75433"/>
                  </a:cubicBezTo>
                  <a:cubicBezTo>
                    <a:pt x="527090" y="296863"/>
                    <a:pt x="543919" y="526929"/>
                    <a:pt x="545880" y="759019"/>
                  </a:cubicBezTo>
                  <a:close/>
                  <a:moveTo>
                    <a:pt x="53388" y="148410"/>
                  </a:moveTo>
                  <a:cubicBezTo>
                    <a:pt x="194028" y="395937"/>
                    <a:pt x="327170" y="630337"/>
                    <a:pt x="460344" y="864736"/>
                  </a:cubicBezTo>
                  <a:cubicBezTo>
                    <a:pt x="469233" y="757121"/>
                    <a:pt x="479230" y="655706"/>
                    <a:pt x="466924" y="557075"/>
                  </a:cubicBezTo>
                  <a:cubicBezTo>
                    <a:pt x="448103" y="406471"/>
                    <a:pt x="414635" y="257639"/>
                    <a:pt x="384869" y="108553"/>
                  </a:cubicBezTo>
                  <a:cubicBezTo>
                    <a:pt x="382117" y="94729"/>
                    <a:pt x="358771" y="72397"/>
                    <a:pt x="349503" y="74421"/>
                  </a:cubicBezTo>
                  <a:cubicBezTo>
                    <a:pt x="257325" y="94824"/>
                    <a:pt x="166096" y="119498"/>
                    <a:pt x="53388" y="1484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31"/>
          <p:cNvPicPr preferRelativeResize="0"/>
          <p:nvPr/>
        </p:nvPicPr>
        <p:blipFill>
          <a:blip r:embed="rId2">
            <a:alphaModFix amt="72000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4" name="Google Shape;304;p31"/>
          <p:cNvGrpSpPr/>
          <p:nvPr/>
        </p:nvGrpSpPr>
        <p:grpSpPr>
          <a:xfrm rot="5935695" flipH="1">
            <a:off x="3532765" y="-1687203"/>
            <a:ext cx="2276498" cy="2869507"/>
            <a:chOff x="-341385" y="2082843"/>
            <a:chExt cx="2276459" cy="2869459"/>
          </a:xfrm>
        </p:grpSpPr>
        <p:sp>
          <p:nvSpPr>
            <p:cNvPr id="305" name="Google Shape;305;p31"/>
            <p:cNvSpPr/>
            <p:nvPr/>
          </p:nvSpPr>
          <p:spPr>
            <a:xfrm rot="-8414032">
              <a:off x="270067" y="2168795"/>
              <a:ext cx="357758" cy="246130"/>
            </a:xfrm>
            <a:custGeom>
              <a:avLst/>
              <a:gdLst/>
              <a:ahLst/>
              <a:cxnLst/>
              <a:rect l="l" t="t" r="r" b="b"/>
              <a:pathLst>
                <a:path w="769217" h="529205" extrusionOk="0">
                  <a:moveTo>
                    <a:pt x="397282" y="181575"/>
                  </a:moveTo>
                  <a:cubicBezTo>
                    <a:pt x="483924" y="129570"/>
                    <a:pt x="566042" y="80318"/>
                    <a:pt x="648067" y="30939"/>
                  </a:cubicBezTo>
                  <a:cubicBezTo>
                    <a:pt x="658948" y="24391"/>
                    <a:pt x="668912" y="16261"/>
                    <a:pt x="680079" y="10314"/>
                  </a:cubicBezTo>
                  <a:cubicBezTo>
                    <a:pt x="709719" y="-5470"/>
                    <a:pt x="737492" y="-4933"/>
                    <a:pt x="758623" y="24581"/>
                  </a:cubicBezTo>
                  <a:cubicBezTo>
                    <a:pt x="777603" y="51121"/>
                    <a:pt x="770897" y="85506"/>
                    <a:pt x="739991" y="104738"/>
                  </a:cubicBezTo>
                  <a:cubicBezTo>
                    <a:pt x="657335" y="156110"/>
                    <a:pt x="573476" y="205615"/>
                    <a:pt x="489997" y="255659"/>
                  </a:cubicBezTo>
                  <a:cubicBezTo>
                    <a:pt x="478134" y="262776"/>
                    <a:pt x="465703" y="268913"/>
                    <a:pt x="451057" y="276884"/>
                  </a:cubicBezTo>
                  <a:cubicBezTo>
                    <a:pt x="481235" y="330597"/>
                    <a:pt x="510464" y="381779"/>
                    <a:pt x="538870" y="433435"/>
                  </a:cubicBezTo>
                  <a:cubicBezTo>
                    <a:pt x="559811" y="471490"/>
                    <a:pt x="553642" y="503723"/>
                    <a:pt x="523306" y="521438"/>
                  </a:cubicBezTo>
                  <a:cubicBezTo>
                    <a:pt x="493698" y="538709"/>
                    <a:pt x="461876" y="526910"/>
                    <a:pt x="439669" y="488698"/>
                  </a:cubicBezTo>
                  <a:cubicBezTo>
                    <a:pt x="408542" y="435144"/>
                    <a:pt x="378491" y="380956"/>
                    <a:pt x="348219" y="327497"/>
                  </a:cubicBezTo>
                  <a:cubicBezTo>
                    <a:pt x="260627" y="356789"/>
                    <a:pt x="175630" y="385923"/>
                    <a:pt x="90095" y="413538"/>
                  </a:cubicBezTo>
                  <a:cubicBezTo>
                    <a:pt x="38090" y="430335"/>
                    <a:pt x="13164" y="421383"/>
                    <a:pt x="3199" y="385954"/>
                  </a:cubicBezTo>
                  <a:cubicBezTo>
                    <a:pt x="-8093" y="345781"/>
                    <a:pt x="10380" y="320791"/>
                    <a:pt x="60676" y="304247"/>
                  </a:cubicBezTo>
                  <a:cubicBezTo>
                    <a:pt x="127611" y="282230"/>
                    <a:pt x="194135" y="258854"/>
                    <a:pt x="260754" y="235825"/>
                  </a:cubicBezTo>
                  <a:cubicBezTo>
                    <a:pt x="268599" y="233105"/>
                    <a:pt x="275969" y="229087"/>
                    <a:pt x="288591" y="223425"/>
                  </a:cubicBezTo>
                  <a:cubicBezTo>
                    <a:pt x="265499" y="181827"/>
                    <a:pt x="243229" y="141875"/>
                    <a:pt x="221118" y="101860"/>
                  </a:cubicBezTo>
                  <a:cubicBezTo>
                    <a:pt x="197805" y="59693"/>
                    <a:pt x="201948" y="27491"/>
                    <a:pt x="232759" y="9239"/>
                  </a:cubicBezTo>
                  <a:cubicBezTo>
                    <a:pt x="263316" y="-8823"/>
                    <a:pt x="295487" y="4051"/>
                    <a:pt x="319053" y="44604"/>
                  </a:cubicBezTo>
                  <a:cubicBezTo>
                    <a:pt x="343790" y="87151"/>
                    <a:pt x="367894" y="130076"/>
                    <a:pt x="397282" y="1816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" name="Google Shape;306;p31"/>
            <p:cNvSpPr/>
            <p:nvPr/>
          </p:nvSpPr>
          <p:spPr>
            <a:xfrm rot="1163316">
              <a:off x="-26442" y="2562778"/>
              <a:ext cx="1646575" cy="2178013"/>
            </a:xfrm>
            <a:custGeom>
              <a:avLst/>
              <a:gdLst/>
              <a:ahLst/>
              <a:cxnLst/>
              <a:rect l="l" t="t" r="r" b="b"/>
              <a:pathLst>
                <a:path w="47163" h="41353" extrusionOk="0">
                  <a:moveTo>
                    <a:pt x="0" y="0"/>
                  </a:moveTo>
                  <a:cubicBezTo>
                    <a:pt x="0" y="10751"/>
                    <a:pt x="942" y="23498"/>
                    <a:pt x="8544" y="31100"/>
                  </a:cubicBezTo>
                  <a:cubicBezTo>
                    <a:pt x="17962" y="40518"/>
                    <a:pt x="33844" y="41353"/>
                    <a:pt x="47163" y="41353"/>
                  </a:cubicBez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sp>
      </p:grpSp>
      <p:grpSp>
        <p:nvGrpSpPr>
          <p:cNvPr id="307" name="Google Shape;307;p31"/>
          <p:cNvGrpSpPr/>
          <p:nvPr/>
        </p:nvGrpSpPr>
        <p:grpSpPr>
          <a:xfrm rot="-7097964">
            <a:off x="39067" y="4424124"/>
            <a:ext cx="666391" cy="486730"/>
            <a:chOff x="4891777" y="1196142"/>
            <a:chExt cx="2324664" cy="1697408"/>
          </a:xfrm>
        </p:grpSpPr>
        <p:sp>
          <p:nvSpPr>
            <p:cNvPr id="308" name="Google Shape;308;p31"/>
            <p:cNvSpPr/>
            <p:nvPr/>
          </p:nvSpPr>
          <p:spPr>
            <a:xfrm>
              <a:off x="6238558" y="2146691"/>
              <a:ext cx="977883" cy="746859"/>
            </a:xfrm>
            <a:custGeom>
              <a:avLst/>
              <a:gdLst/>
              <a:ahLst/>
              <a:cxnLst/>
              <a:rect l="l" t="t" r="r" b="b"/>
              <a:pathLst>
                <a:path w="977883" h="746859" extrusionOk="0">
                  <a:moveTo>
                    <a:pt x="115185" y="746860"/>
                  </a:moveTo>
                  <a:cubicBezTo>
                    <a:pt x="106834" y="743886"/>
                    <a:pt x="98673" y="739774"/>
                    <a:pt x="90069" y="738161"/>
                  </a:cubicBezTo>
                  <a:cubicBezTo>
                    <a:pt x="-5526" y="720162"/>
                    <a:pt x="-27763" y="672966"/>
                    <a:pt x="36546" y="598660"/>
                  </a:cubicBezTo>
                  <a:cubicBezTo>
                    <a:pt x="107910" y="516257"/>
                    <a:pt x="187720" y="440369"/>
                    <a:pt x="269300" y="367772"/>
                  </a:cubicBezTo>
                  <a:cubicBezTo>
                    <a:pt x="399375" y="252059"/>
                    <a:pt x="533878" y="141312"/>
                    <a:pt x="666736" y="28731"/>
                  </a:cubicBezTo>
                  <a:cubicBezTo>
                    <a:pt x="724719" y="-20395"/>
                    <a:pt x="783492" y="-6255"/>
                    <a:pt x="824710" y="69095"/>
                  </a:cubicBezTo>
                  <a:cubicBezTo>
                    <a:pt x="895947" y="199200"/>
                    <a:pt x="942796" y="338037"/>
                    <a:pt x="966425" y="484497"/>
                  </a:cubicBezTo>
                  <a:cubicBezTo>
                    <a:pt x="971265" y="514580"/>
                    <a:pt x="975789" y="544884"/>
                    <a:pt x="977529" y="575283"/>
                  </a:cubicBezTo>
                  <a:cubicBezTo>
                    <a:pt x="981071" y="636714"/>
                    <a:pt x="958422" y="665184"/>
                    <a:pt x="896232" y="672428"/>
                  </a:cubicBezTo>
                  <a:cubicBezTo>
                    <a:pt x="701943" y="695109"/>
                    <a:pt x="507433" y="715986"/>
                    <a:pt x="313049" y="737845"/>
                  </a:cubicBezTo>
                  <a:cubicBezTo>
                    <a:pt x="297264" y="739616"/>
                    <a:pt x="281732" y="743792"/>
                    <a:pt x="266074" y="746828"/>
                  </a:cubicBezTo>
                  <a:lnTo>
                    <a:pt x="115122" y="746828"/>
                  </a:lnTo>
                  <a:close/>
                  <a:moveTo>
                    <a:pt x="734050" y="64603"/>
                  </a:moveTo>
                  <a:cubicBezTo>
                    <a:pt x="513822" y="267306"/>
                    <a:pt x="268636" y="431196"/>
                    <a:pt x="66756" y="665405"/>
                  </a:cubicBezTo>
                  <a:cubicBezTo>
                    <a:pt x="100381" y="668790"/>
                    <a:pt x="117684" y="673250"/>
                    <a:pt x="134481" y="671795"/>
                  </a:cubicBezTo>
                  <a:cubicBezTo>
                    <a:pt x="382578" y="650127"/>
                    <a:pt x="630643" y="628110"/>
                    <a:pt x="878486" y="603785"/>
                  </a:cubicBezTo>
                  <a:cubicBezTo>
                    <a:pt x="888672" y="602772"/>
                    <a:pt x="905311" y="577466"/>
                    <a:pt x="904171" y="564813"/>
                  </a:cubicBezTo>
                  <a:cubicBezTo>
                    <a:pt x="889589" y="402220"/>
                    <a:pt x="841918" y="249212"/>
                    <a:pt x="763880" y="105789"/>
                  </a:cubicBezTo>
                  <a:cubicBezTo>
                    <a:pt x="757237" y="93579"/>
                    <a:pt x="747526" y="83045"/>
                    <a:pt x="734082" y="646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" name="Google Shape;309;p31"/>
            <p:cNvSpPr/>
            <p:nvPr/>
          </p:nvSpPr>
          <p:spPr>
            <a:xfrm>
              <a:off x="5836523" y="1196142"/>
              <a:ext cx="979281" cy="1449513"/>
            </a:xfrm>
            <a:custGeom>
              <a:avLst/>
              <a:gdLst/>
              <a:ahLst/>
              <a:cxnLst/>
              <a:rect l="l" t="t" r="r" b="b"/>
              <a:pathLst>
                <a:path w="979281" h="1449513" extrusionOk="0">
                  <a:moveTo>
                    <a:pt x="979250" y="368955"/>
                  </a:moveTo>
                  <a:cubicBezTo>
                    <a:pt x="961093" y="406535"/>
                    <a:pt x="953026" y="435448"/>
                    <a:pt x="935786" y="457053"/>
                  </a:cubicBezTo>
                  <a:cubicBezTo>
                    <a:pt x="793723" y="634988"/>
                    <a:pt x="652830" y="813998"/>
                    <a:pt x="505833" y="987820"/>
                  </a:cubicBezTo>
                  <a:cubicBezTo>
                    <a:pt x="385280" y="1130358"/>
                    <a:pt x="256787" y="1266126"/>
                    <a:pt x="131996" y="1405089"/>
                  </a:cubicBezTo>
                  <a:cubicBezTo>
                    <a:pt x="106088" y="1433938"/>
                    <a:pt x="80339" y="1463768"/>
                    <a:pt x="36148" y="1442068"/>
                  </a:cubicBezTo>
                  <a:cubicBezTo>
                    <a:pt x="-7157" y="1420811"/>
                    <a:pt x="-2729" y="1383199"/>
                    <a:pt x="4990" y="1344196"/>
                  </a:cubicBezTo>
                  <a:cubicBezTo>
                    <a:pt x="80687" y="962546"/>
                    <a:pt x="156100" y="580832"/>
                    <a:pt x="231228" y="199055"/>
                  </a:cubicBezTo>
                  <a:cubicBezTo>
                    <a:pt x="240243" y="153314"/>
                    <a:pt x="245621" y="106846"/>
                    <a:pt x="255427" y="61294"/>
                  </a:cubicBezTo>
                  <a:cubicBezTo>
                    <a:pt x="267890" y="3216"/>
                    <a:pt x="310911" y="-17250"/>
                    <a:pt x="358803" y="15838"/>
                  </a:cubicBezTo>
                  <a:cubicBezTo>
                    <a:pt x="531012" y="134841"/>
                    <a:pt x="715590" y="228949"/>
                    <a:pt x="910923" y="303792"/>
                  </a:cubicBezTo>
                  <a:cubicBezTo>
                    <a:pt x="937937" y="314136"/>
                    <a:pt x="956506" y="346528"/>
                    <a:pt x="979282" y="368955"/>
                  </a:cubicBezTo>
                  <a:close/>
                  <a:moveTo>
                    <a:pt x="898649" y="388346"/>
                  </a:moveTo>
                  <a:cubicBezTo>
                    <a:pt x="699584" y="286109"/>
                    <a:pt x="510957" y="189249"/>
                    <a:pt x="325684" y="94098"/>
                  </a:cubicBezTo>
                  <a:cubicBezTo>
                    <a:pt x="242710" y="506179"/>
                    <a:pt x="158156" y="926136"/>
                    <a:pt x="73601" y="1346094"/>
                  </a:cubicBezTo>
                  <a:cubicBezTo>
                    <a:pt x="77714" y="1348466"/>
                    <a:pt x="81858" y="1350807"/>
                    <a:pt x="85970" y="1353180"/>
                  </a:cubicBezTo>
                  <a:cubicBezTo>
                    <a:pt x="356937" y="1029987"/>
                    <a:pt x="670988" y="743109"/>
                    <a:pt x="898618" y="38837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31"/>
            <p:cNvSpPr/>
            <p:nvPr/>
          </p:nvSpPr>
          <p:spPr>
            <a:xfrm>
              <a:off x="4891777" y="1613886"/>
              <a:ext cx="546955" cy="986365"/>
            </a:xfrm>
            <a:custGeom>
              <a:avLst/>
              <a:gdLst/>
              <a:ahLst/>
              <a:cxnLst/>
              <a:rect l="l" t="t" r="r" b="b"/>
              <a:pathLst>
                <a:path w="546955" h="986365" extrusionOk="0">
                  <a:moveTo>
                    <a:pt x="545911" y="758987"/>
                  </a:moveTo>
                  <a:cubicBezTo>
                    <a:pt x="545911" y="816401"/>
                    <a:pt x="549170" y="874068"/>
                    <a:pt x="544172" y="931038"/>
                  </a:cubicBezTo>
                  <a:cubicBezTo>
                    <a:pt x="542400" y="951283"/>
                    <a:pt x="522946" y="983074"/>
                    <a:pt x="507383" y="985795"/>
                  </a:cubicBezTo>
                  <a:cubicBezTo>
                    <a:pt x="487074" y="989369"/>
                    <a:pt x="451709" y="975672"/>
                    <a:pt x="441586" y="958401"/>
                  </a:cubicBezTo>
                  <a:cubicBezTo>
                    <a:pt x="301200" y="718814"/>
                    <a:pt x="161477" y="478752"/>
                    <a:pt x="27291" y="235685"/>
                  </a:cubicBezTo>
                  <a:cubicBezTo>
                    <a:pt x="-27307" y="136801"/>
                    <a:pt x="23" y="89036"/>
                    <a:pt x="109220" y="61104"/>
                  </a:cubicBezTo>
                  <a:cubicBezTo>
                    <a:pt x="180362" y="42915"/>
                    <a:pt x="251283" y="23745"/>
                    <a:pt x="322678" y="6537"/>
                  </a:cubicBezTo>
                  <a:cubicBezTo>
                    <a:pt x="395687" y="-11051"/>
                    <a:pt x="425011" y="5208"/>
                    <a:pt x="449589" y="75433"/>
                  </a:cubicBezTo>
                  <a:cubicBezTo>
                    <a:pt x="527090" y="296863"/>
                    <a:pt x="543919" y="526929"/>
                    <a:pt x="545880" y="759019"/>
                  </a:cubicBezTo>
                  <a:close/>
                  <a:moveTo>
                    <a:pt x="53388" y="148410"/>
                  </a:moveTo>
                  <a:cubicBezTo>
                    <a:pt x="194028" y="395937"/>
                    <a:pt x="327170" y="630337"/>
                    <a:pt x="460344" y="864736"/>
                  </a:cubicBezTo>
                  <a:cubicBezTo>
                    <a:pt x="469233" y="757121"/>
                    <a:pt x="479230" y="655706"/>
                    <a:pt x="466924" y="557075"/>
                  </a:cubicBezTo>
                  <a:cubicBezTo>
                    <a:pt x="448103" y="406471"/>
                    <a:pt x="414635" y="257639"/>
                    <a:pt x="384869" y="108553"/>
                  </a:cubicBezTo>
                  <a:cubicBezTo>
                    <a:pt x="382117" y="94729"/>
                    <a:pt x="358771" y="72397"/>
                    <a:pt x="349503" y="74421"/>
                  </a:cubicBezTo>
                  <a:cubicBezTo>
                    <a:pt x="257325" y="94824"/>
                    <a:pt x="166096" y="119498"/>
                    <a:pt x="53388" y="1484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" name="Google Shape;311;p31"/>
            <p:cNvSpPr/>
            <p:nvPr/>
          </p:nvSpPr>
          <p:spPr>
            <a:xfrm>
              <a:off x="6238558" y="2146691"/>
              <a:ext cx="977883" cy="746859"/>
            </a:xfrm>
            <a:custGeom>
              <a:avLst/>
              <a:gdLst/>
              <a:ahLst/>
              <a:cxnLst/>
              <a:rect l="l" t="t" r="r" b="b"/>
              <a:pathLst>
                <a:path w="977883" h="746859" extrusionOk="0">
                  <a:moveTo>
                    <a:pt x="115185" y="746860"/>
                  </a:moveTo>
                  <a:cubicBezTo>
                    <a:pt x="106834" y="743886"/>
                    <a:pt x="98673" y="739774"/>
                    <a:pt x="90069" y="738161"/>
                  </a:cubicBezTo>
                  <a:cubicBezTo>
                    <a:pt x="-5526" y="720162"/>
                    <a:pt x="-27763" y="672966"/>
                    <a:pt x="36546" y="598660"/>
                  </a:cubicBezTo>
                  <a:cubicBezTo>
                    <a:pt x="107910" y="516257"/>
                    <a:pt x="187720" y="440369"/>
                    <a:pt x="269300" y="367772"/>
                  </a:cubicBezTo>
                  <a:cubicBezTo>
                    <a:pt x="399375" y="252059"/>
                    <a:pt x="533878" y="141312"/>
                    <a:pt x="666736" y="28731"/>
                  </a:cubicBezTo>
                  <a:cubicBezTo>
                    <a:pt x="724719" y="-20395"/>
                    <a:pt x="783492" y="-6255"/>
                    <a:pt x="824710" y="69095"/>
                  </a:cubicBezTo>
                  <a:cubicBezTo>
                    <a:pt x="895947" y="199200"/>
                    <a:pt x="942796" y="338037"/>
                    <a:pt x="966425" y="484497"/>
                  </a:cubicBezTo>
                  <a:cubicBezTo>
                    <a:pt x="971265" y="514580"/>
                    <a:pt x="975789" y="544884"/>
                    <a:pt x="977529" y="575283"/>
                  </a:cubicBezTo>
                  <a:cubicBezTo>
                    <a:pt x="981071" y="636714"/>
                    <a:pt x="958422" y="665184"/>
                    <a:pt x="896232" y="672428"/>
                  </a:cubicBezTo>
                  <a:cubicBezTo>
                    <a:pt x="701943" y="695109"/>
                    <a:pt x="507433" y="715986"/>
                    <a:pt x="313049" y="737845"/>
                  </a:cubicBezTo>
                  <a:cubicBezTo>
                    <a:pt x="297264" y="739616"/>
                    <a:pt x="281732" y="743792"/>
                    <a:pt x="266074" y="746828"/>
                  </a:cubicBezTo>
                  <a:lnTo>
                    <a:pt x="115122" y="746828"/>
                  </a:lnTo>
                  <a:close/>
                  <a:moveTo>
                    <a:pt x="734050" y="64603"/>
                  </a:moveTo>
                  <a:cubicBezTo>
                    <a:pt x="513822" y="267306"/>
                    <a:pt x="268636" y="431196"/>
                    <a:pt x="66756" y="665405"/>
                  </a:cubicBezTo>
                  <a:cubicBezTo>
                    <a:pt x="100381" y="668790"/>
                    <a:pt x="117684" y="673250"/>
                    <a:pt x="134481" y="671795"/>
                  </a:cubicBezTo>
                  <a:cubicBezTo>
                    <a:pt x="382578" y="650127"/>
                    <a:pt x="630643" y="628110"/>
                    <a:pt x="878486" y="603785"/>
                  </a:cubicBezTo>
                  <a:cubicBezTo>
                    <a:pt x="888672" y="602772"/>
                    <a:pt x="905311" y="577466"/>
                    <a:pt x="904171" y="564813"/>
                  </a:cubicBezTo>
                  <a:cubicBezTo>
                    <a:pt x="889589" y="402220"/>
                    <a:pt x="841918" y="249212"/>
                    <a:pt x="763880" y="105789"/>
                  </a:cubicBezTo>
                  <a:cubicBezTo>
                    <a:pt x="757237" y="93579"/>
                    <a:pt x="747526" y="83045"/>
                    <a:pt x="734082" y="646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Google Shape;312;p31"/>
            <p:cNvSpPr/>
            <p:nvPr/>
          </p:nvSpPr>
          <p:spPr>
            <a:xfrm>
              <a:off x="5836523" y="1196142"/>
              <a:ext cx="979281" cy="1449513"/>
            </a:xfrm>
            <a:custGeom>
              <a:avLst/>
              <a:gdLst/>
              <a:ahLst/>
              <a:cxnLst/>
              <a:rect l="l" t="t" r="r" b="b"/>
              <a:pathLst>
                <a:path w="979281" h="1449513" extrusionOk="0">
                  <a:moveTo>
                    <a:pt x="979250" y="368955"/>
                  </a:moveTo>
                  <a:cubicBezTo>
                    <a:pt x="961093" y="406535"/>
                    <a:pt x="953026" y="435448"/>
                    <a:pt x="935786" y="457053"/>
                  </a:cubicBezTo>
                  <a:cubicBezTo>
                    <a:pt x="793723" y="634988"/>
                    <a:pt x="652830" y="813998"/>
                    <a:pt x="505833" y="987820"/>
                  </a:cubicBezTo>
                  <a:cubicBezTo>
                    <a:pt x="385280" y="1130358"/>
                    <a:pt x="256787" y="1266126"/>
                    <a:pt x="131996" y="1405089"/>
                  </a:cubicBezTo>
                  <a:cubicBezTo>
                    <a:pt x="106088" y="1433938"/>
                    <a:pt x="80339" y="1463768"/>
                    <a:pt x="36148" y="1442068"/>
                  </a:cubicBezTo>
                  <a:cubicBezTo>
                    <a:pt x="-7157" y="1420811"/>
                    <a:pt x="-2729" y="1383199"/>
                    <a:pt x="4990" y="1344196"/>
                  </a:cubicBezTo>
                  <a:cubicBezTo>
                    <a:pt x="80687" y="962546"/>
                    <a:pt x="156100" y="580832"/>
                    <a:pt x="231228" y="199055"/>
                  </a:cubicBezTo>
                  <a:cubicBezTo>
                    <a:pt x="240243" y="153314"/>
                    <a:pt x="245621" y="106846"/>
                    <a:pt x="255427" y="61294"/>
                  </a:cubicBezTo>
                  <a:cubicBezTo>
                    <a:pt x="267890" y="3216"/>
                    <a:pt x="310911" y="-17250"/>
                    <a:pt x="358803" y="15838"/>
                  </a:cubicBezTo>
                  <a:cubicBezTo>
                    <a:pt x="531012" y="134841"/>
                    <a:pt x="715590" y="228949"/>
                    <a:pt x="910923" y="303792"/>
                  </a:cubicBezTo>
                  <a:cubicBezTo>
                    <a:pt x="937937" y="314136"/>
                    <a:pt x="956506" y="346528"/>
                    <a:pt x="979282" y="368955"/>
                  </a:cubicBezTo>
                  <a:close/>
                  <a:moveTo>
                    <a:pt x="898649" y="388346"/>
                  </a:moveTo>
                  <a:cubicBezTo>
                    <a:pt x="699584" y="286109"/>
                    <a:pt x="510957" y="189249"/>
                    <a:pt x="325684" y="94098"/>
                  </a:cubicBezTo>
                  <a:cubicBezTo>
                    <a:pt x="242710" y="506179"/>
                    <a:pt x="158156" y="926136"/>
                    <a:pt x="73601" y="1346094"/>
                  </a:cubicBezTo>
                  <a:cubicBezTo>
                    <a:pt x="77714" y="1348466"/>
                    <a:pt x="81858" y="1350807"/>
                    <a:pt x="85970" y="1353180"/>
                  </a:cubicBezTo>
                  <a:cubicBezTo>
                    <a:pt x="356937" y="1029987"/>
                    <a:pt x="670988" y="743109"/>
                    <a:pt x="898618" y="38837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313;p31"/>
            <p:cNvSpPr/>
            <p:nvPr/>
          </p:nvSpPr>
          <p:spPr>
            <a:xfrm>
              <a:off x="4891777" y="1613886"/>
              <a:ext cx="546955" cy="986365"/>
            </a:xfrm>
            <a:custGeom>
              <a:avLst/>
              <a:gdLst/>
              <a:ahLst/>
              <a:cxnLst/>
              <a:rect l="l" t="t" r="r" b="b"/>
              <a:pathLst>
                <a:path w="546955" h="986365" extrusionOk="0">
                  <a:moveTo>
                    <a:pt x="545911" y="758987"/>
                  </a:moveTo>
                  <a:cubicBezTo>
                    <a:pt x="545911" y="816401"/>
                    <a:pt x="549170" y="874068"/>
                    <a:pt x="544172" y="931038"/>
                  </a:cubicBezTo>
                  <a:cubicBezTo>
                    <a:pt x="542400" y="951283"/>
                    <a:pt x="522946" y="983074"/>
                    <a:pt x="507383" y="985795"/>
                  </a:cubicBezTo>
                  <a:cubicBezTo>
                    <a:pt x="487074" y="989369"/>
                    <a:pt x="451709" y="975672"/>
                    <a:pt x="441586" y="958401"/>
                  </a:cubicBezTo>
                  <a:cubicBezTo>
                    <a:pt x="301200" y="718814"/>
                    <a:pt x="161477" y="478752"/>
                    <a:pt x="27291" y="235685"/>
                  </a:cubicBezTo>
                  <a:cubicBezTo>
                    <a:pt x="-27307" y="136801"/>
                    <a:pt x="23" y="89036"/>
                    <a:pt x="109220" y="61104"/>
                  </a:cubicBezTo>
                  <a:cubicBezTo>
                    <a:pt x="180362" y="42915"/>
                    <a:pt x="251283" y="23745"/>
                    <a:pt x="322678" y="6537"/>
                  </a:cubicBezTo>
                  <a:cubicBezTo>
                    <a:pt x="395687" y="-11051"/>
                    <a:pt x="425011" y="5208"/>
                    <a:pt x="449589" y="75433"/>
                  </a:cubicBezTo>
                  <a:cubicBezTo>
                    <a:pt x="527090" y="296863"/>
                    <a:pt x="543919" y="526929"/>
                    <a:pt x="545880" y="759019"/>
                  </a:cubicBezTo>
                  <a:close/>
                  <a:moveTo>
                    <a:pt x="53388" y="148410"/>
                  </a:moveTo>
                  <a:cubicBezTo>
                    <a:pt x="194028" y="395937"/>
                    <a:pt x="327170" y="630337"/>
                    <a:pt x="460344" y="864736"/>
                  </a:cubicBezTo>
                  <a:cubicBezTo>
                    <a:pt x="469233" y="757121"/>
                    <a:pt x="479230" y="655706"/>
                    <a:pt x="466924" y="557075"/>
                  </a:cubicBezTo>
                  <a:cubicBezTo>
                    <a:pt x="448103" y="406471"/>
                    <a:pt x="414635" y="257639"/>
                    <a:pt x="384869" y="108553"/>
                  </a:cubicBezTo>
                  <a:cubicBezTo>
                    <a:pt x="382117" y="94729"/>
                    <a:pt x="358771" y="72397"/>
                    <a:pt x="349503" y="74421"/>
                  </a:cubicBezTo>
                  <a:cubicBezTo>
                    <a:pt x="257325" y="94824"/>
                    <a:pt x="166096" y="119498"/>
                    <a:pt x="53388" y="1484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4" name="Google Shape;314;p31"/>
          <p:cNvSpPr/>
          <p:nvPr/>
        </p:nvSpPr>
        <p:spPr>
          <a:xfrm rot="9010595">
            <a:off x="8586351" y="2017197"/>
            <a:ext cx="339205" cy="358511"/>
          </a:xfrm>
          <a:custGeom>
            <a:avLst/>
            <a:gdLst/>
            <a:ahLst/>
            <a:cxnLst/>
            <a:rect l="l" t="t" r="r" b="b"/>
            <a:pathLst>
              <a:path w="749761" h="792434" extrusionOk="0">
                <a:moveTo>
                  <a:pt x="412904" y="0"/>
                </a:moveTo>
                <a:cubicBezTo>
                  <a:pt x="418534" y="129442"/>
                  <a:pt x="424133" y="258915"/>
                  <a:pt x="429859" y="390349"/>
                </a:cubicBezTo>
                <a:cubicBezTo>
                  <a:pt x="521499" y="390349"/>
                  <a:pt x="611336" y="391298"/>
                  <a:pt x="701110" y="389780"/>
                </a:cubicBezTo>
                <a:cubicBezTo>
                  <a:pt x="727935" y="389337"/>
                  <a:pt x="746883" y="393260"/>
                  <a:pt x="749762" y="423785"/>
                </a:cubicBezTo>
                <a:lnTo>
                  <a:pt x="749762" y="456399"/>
                </a:lnTo>
                <a:cubicBezTo>
                  <a:pt x="643475" y="461080"/>
                  <a:pt x="537189" y="465730"/>
                  <a:pt x="427360" y="470570"/>
                </a:cubicBezTo>
                <a:cubicBezTo>
                  <a:pt x="422362" y="577046"/>
                  <a:pt x="417364" y="683080"/>
                  <a:pt x="412239" y="792434"/>
                </a:cubicBezTo>
                <a:lnTo>
                  <a:pt x="348974" y="792434"/>
                </a:lnTo>
                <a:lnTo>
                  <a:pt x="348974" y="465952"/>
                </a:lnTo>
                <a:cubicBezTo>
                  <a:pt x="233956" y="462789"/>
                  <a:pt x="116978" y="459594"/>
                  <a:pt x="0" y="456367"/>
                </a:cubicBezTo>
                <a:lnTo>
                  <a:pt x="0" y="391172"/>
                </a:lnTo>
                <a:lnTo>
                  <a:pt x="345968" y="391172"/>
                </a:lnTo>
                <a:cubicBezTo>
                  <a:pt x="345968" y="275364"/>
                  <a:pt x="348151" y="163922"/>
                  <a:pt x="344577" y="52669"/>
                </a:cubicBezTo>
                <a:cubicBezTo>
                  <a:pt x="343564" y="20846"/>
                  <a:pt x="351504" y="6232"/>
                  <a:pt x="380290" y="0"/>
                </a:cubicBezTo>
                <a:lnTo>
                  <a:pt x="41290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noFill/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lleza"/>
              <a:buNone/>
              <a:defRPr sz="3500" b="1">
                <a:solidFill>
                  <a:schemeClr val="dk1"/>
                </a:solidFill>
                <a:latin typeface="Belleza"/>
                <a:ea typeface="Belleza"/>
                <a:cs typeface="Belleza"/>
                <a:sym typeface="Bellez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lleza"/>
              <a:buNone/>
              <a:defRPr sz="3500" b="1">
                <a:solidFill>
                  <a:schemeClr val="dk1"/>
                </a:solidFill>
                <a:latin typeface="Belleza"/>
                <a:ea typeface="Belleza"/>
                <a:cs typeface="Belleza"/>
                <a:sym typeface="Bellez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lleza"/>
              <a:buNone/>
              <a:defRPr sz="3500" b="1">
                <a:solidFill>
                  <a:schemeClr val="dk1"/>
                </a:solidFill>
                <a:latin typeface="Belleza"/>
                <a:ea typeface="Belleza"/>
                <a:cs typeface="Belleza"/>
                <a:sym typeface="Bellez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lleza"/>
              <a:buNone/>
              <a:defRPr sz="3500" b="1">
                <a:solidFill>
                  <a:schemeClr val="dk1"/>
                </a:solidFill>
                <a:latin typeface="Belleza"/>
                <a:ea typeface="Belleza"/>
                <a:cs typeface="Belleza"/>
                <a:sym typeface="Bellez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lleza"/>
              <a:buNone/>
              <a:defRPr sz="3500" b="1">
                <a:solidFill>
                  <a:schemeClr val="dk1"/>
                </a:solidFill>
                <a:latin typeface="Belleza"/>
                <a:ea typeface="Belleza"/>
                <a:cs typeface="Belleza"/>
                <a:sym typeface="Bellez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lleza"/>
              <a:buNone/>
              <a:defRPr sz="3500" b="1">
                <a:solidFill>
                  <a:schemeClr val="dk1"/>
                </a:solidFill>
                <a:latin typeface="Belleza"/>
                <a:ea typeface="Belleza"/>
                <a:cs typeface="Belleza"/>
                <a:sym typeface="Bellez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lleza"/>
              <a:buNone/>
              <a:defRPr sz="3500" b="1">
                <a:solidFill>
                  <a:schemeClr val="dk1"/>
                </a:solidFill>
                <a:latin typeface="Belleza"/>
                <a:ea typeface="Belleza"/>
                <a:cs typeface="Belleza"/>
                <a:sym typeface="Bellez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lleza"/>
              <a:buNone/>
              <a:defRPr sz="3500" b="1">
                <a:solidFill>
                  <a:schemeClr val="dk1"/>
                </a:solidFill>
                <a:latin typeface="Belleza"/>
                <a:ea typeface="Belleza"/>
                <a:cs typeface="Belleza"/>
                <a:sym typeface="Bellez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lleza"/>
              <a:buNone/>
              <a:defRPr sz="3500" b="1">
                <a:solidFill>
                  <a:schemeClr val="dk1"/>
                </a:solidFill>
                <a:latin typeface="Belleza"/>
                <a:ea typeface="Belleza"/>
                <a:cs typeface="Belleza"/>
                <a:sym typeface="Bellez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●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○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■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●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○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■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●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○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■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3" r:id="rId4"/>
    <p:sldLayoutId id="2147483654" r:id="rId5"/>
    <p:sldLayoutId id="2147483655" r:id="rId6"/>
    <p:sldLayoutId id="2147483658" r:id="rId7"/>
    <p:sldLayoutId id="2147483659" r:id="rId8"/>
    <p:sldLayoutId id="2147483666" r:id="rId9"/>
    <p:sldLayoutId id="2147483667" r:id="rId10"/>
    <p:sldLayoutId id="2147483668" r:id="rId11"/>
    <p:sldLayoutId id="2147483676" r:id="rId12"/>
    <p:sldLayoutId id="2147483677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jpe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jpeg"/><Relationship Id="rId4" Type="http://schemas.openxmlformats.org/officeDocument/2006/relationships/hyperlink" Target="https://lms.inacap.cl/pluginfile.php/15252140/mod_resource/content/1/FGIE01_U01S00_TOOLKIT_U01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5"/>
          <p:cNvSpPr txBox="1">
            <a:spLocks noGrp="1"/>
          </p:cNvSpPr>
          <p:nvPr>
            <p:ph type="ctrTitle"/>
          </p:nvPr>
        </p:nvSpPr>
        <p:spPr>
          <a:xfrm>
            <a:off x="713225" y="1169082"/>
            <a:ext cx="5127900" cy="224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" sz="4000" dirty="0">
                <a:latin typeface="Aptos Black" panose="020B0004020202020204" pitchFamily="34" charset="0"/>
              </a:rPr>
              <a:t>Unidad 1:</a:t>
            </a:r>
            <a:r>
              <a:rPr lang="es-MX" sz="4000" dirty="0">
                <a:latin typeface="Aptos Black" panose="020B0004020202020204" pitchFamily="34" charset="0"/>
              </a:rPr>
              <a:t> Detección de oportunidades e ideación de propuestas.</a:t>
            </a:r>
            <a:endParaRPr sz="4000" dirty="0"/>
          </a:p>
        </p:txBody>
      </p:sp>
      <p:sp>
        <p:nvSpPr>
          <p:cNvPr id="326" name="Google Shape;326;p35"/>
          <p:cNvSpPr txBox="1">
            <a:spLocks noGrp="1"/>
          </p:cNvSpPr>
          <p:nvPr>
            <p:ph type="subTitle" idx="1"/>
          </p:nvPr>
        </p:nvSpPr>
        <p:spPr>
          <a:xfrm>
            <a:off x="713224" y="3569199"/>
            <a:ext cx="5210173" cy="7032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s-MX" dirty="0"/>
              <a:t>Docente Formación Integral: Estefanía González C.</a:t>
            </a:r>
          </a:p>
          <a:p>
            <a:pPr marL="0" indent="0"/>
            <a:r>
              <a:rPr lang="es-ES" dirty="0"/>
              <a:t>Innovación y Emprendimiento I</a:t>
            </a:r>
          </a:p>
        </p:txBody>
      </p:sp>
      <p:pic>
        <p:nvPicPr>
          <p:cNvPr id="327" name="Google Shape;327;p35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6476" b="6476"/>
          <a:stretch/>
        </p:blipFill>
        <p:spPr>
          <a:xfrm>
            <a:off x="6067150" y="731688"/>
            <a:ext cx="2894227" cy="3779773"/>
          </a:xfrm>
          <a:prstGeom prst="rect">
            <a:avLst/>
          </a:prstGeom>
        </p:spPr>
      </p:pic>
      <p:grpSp>
        <p:nvGrpSpPr>
          <p:cNvPr id="328" name="Google Shape;328;p35"/>
          <p:cNvGrpSpPr/>
          <p:nvPr/>
        </p:nvGrpSpPr>
        <p:grpSpPr>
          <a:xfrm>
            <a:off x="6900814" y="632057"/>
            <a:ext cx="285439" cy="285439"/>
            <a:chOff x="4644320" y="463251"/>
            <a:chExt cx="899586" cy="899586"/>
          </a:xfrm>
        </p:grpSpPr>
        <p:sp>
          <p:nvSpPr>
            <p:cNvPr id="329" name="Google Shape;329;p35"/>
            <p:cNvSpPr/>
            <p:nvPr/>
          </p:nvSpPr>
          <p:spPr>
            <a:xfrm>
              <a:off x="4644320" y="463251"/>
              <a:ext cx="899586" cy="899586"/>
            </a:xfrm>
            <a:custGeom>
              <a:avLst/>
              <a:gdLst/>
              <a:ahLst/>
              <a:cxnLst/>
              <a:rect l="l" t="t" r="r" b="b"/>
              <a:pathLst>
                <a:path w="1564497" h="1564497" extrusionOk="0">
                  <a:moveTo>
                    <a:pt x="1564497" y="782249"/>
                  </a:moveTo>
                  <a:cubicBezTo>
                    <a:pt x="1564497" y="1214273"/>
                    <a:pt x="1214273" y="1564497"/>
                    <a:pt x="782249" y="1564497"/>
                  </a:cubicBezTo>
                  <a:cubicBezTo>
                    <a:pt x="350225" y="1564497"/>
                    <a:pt x="0" y="1214272"/>
                    <a:pt x="0" y="782249"/>
                  </a:cubicBezTo>
                  <a:cubicBezTo>
                    <a:pt x="0" y="350225"/>
                    <a:pt x="350225" y="0"/>
                    <a:pt x="782249" y="0"/>
                  </a:cubicBezTo>
                  <a:cubicBezTo>
                    <a:pt x="1214273" y="0"/>
                    <a:pt x="1564497" y="350225"/>
                    <a:pt x="1564497" y="7822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66675" dir="1920000" algn="bl" rotWithShape="0">
                <a:srgbClr val="000000">
                  <a:alpha val="25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35"/>
            <p:cNvSpPr/>
            <p:nvPr/>
          </p:nvSpPr>
          <p:spPr>
            <a:xfrm>
              <a:off x="4852223" y="569351"/>
              <a:ext cx="224902" cy="180685"/>
            </a:xfrm>
            <a:custGeom>
              <a:avLst/>
              <a:gdLst/>
              <a:ahLst/>
              <a:cxnLst/>
              <a:rect l="l" t="t" r="r" b="b"/>
              <a:pathLst>
                <a:path w="391134" h="314235" extrusionOk="0">
                  <a:moveTo>
                    <a:pt x="3287" y="202574"/>
                  </a:moveTo>
                  <a:cubicBezTo>
                    <a:pt x="22900" y="285610"/>
                    <a:pt x="124915" y="332585"/>
                    <a:pt x="231107" y="307469"/>
                  </a:cubicBezTo>
                  <a:cubicBezTo>
                    <a:pt x="337298" y="282352"/>
                    <a:pt x="407460" y="194698"/>
                    <a:pt x="387848" y="111662"/>
                  </a:cubicBezTo>
                  <a:cubicBezTo>
                    <a:pt x="368235" y="28625"/>
                    <a:pt x="266219" y="-18349"/>
                    <a:pt x="160028" y="6767"/>
                  </a:cubicBezTo>
                  <a:cubicBezTo>
                    <a:pt x="53836" y="31883"/>
                    <a:pt x="-16325" y="119538"/>
                    <a:pt x="3287" y="202574"/>
                  </a:cubicBezTo>
                  <a:close/>
                </a:path>
              </a:pathLst>
            </a:custGeom>
            <a:solidFill>
              <a:srgbClr val="FFFFFF">
                <a:alpha val="512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1" name="Google Shape;331;p35"/>
          <p:cNvGrpSpPr/>
          <p:nvPr/>
        </p:nvGrpSpPr>
        <p:grpSpPr>
          <a:xfrm rot="-3214907">
            <a:off x="435516" y="354817"/>
            <a:ext cx="666455" cy="486729"/>
            <a:chOff x="4891777" y="1196142"/>
            <a:chExt cx="2324664" cy="1697408"/>
          </a:xfrm>
        </p:grpSpPr>
        <p:sp>
          <p:nvSpPr>
            <p:cNvPr id="332" name="Google Shape;332;p35"/>
            <p:cNvSpPr/>
            <p:nvPr/>
          </p:nvSpPr>
          <p:spPr>
            <a:xfrm>
              <a:off x="6238558" y="2146691"/>
              <a:ext cx="977883" cy="746859"/>
            </a:xfrm>
            <a:custGeom>
              <a:avLst/>
              <a:gdLst/>
              <a:ahLst/>
              <a:cxnLst/>
              <a:rect l="l" t="t" r="r" b="b"/>
              <a:pathLst>
                <a:path w="977883" h="746859" extrusionOk="0">
                  <a:moveTo>
                    <a:pt x="115185" y="746860"/>
                  </a:moveTo>
                  <a:cubicBezTo>
                    <a:pt x="106834" y="743886"/>
                    <a:pt x="98673" y="739774"/>
                    <a:pt x="90069" y="738161"/>
                  </a:cubicBezTo>
                  <a:cubicBezTo>
                    <a:pt x="-5526" y="720162"/>
                    <a:pt x="-27763" y="672966"/>
                    <a:pt x="36546" y="598660"/>
                  </a:cubicBezTo>
                  <a:cubicBezTo>
                    <a:pt x="107910" y="516257"/>
                    <a:pt x="187720" y="440369"/>
                    <a:pt x="269300" y="367772"/>
                  </a:cubicBezTo>
                  <a:cubicBezTo>
                    <a:pt x="399375" y="252059"/>
                    <a:pt x="533878" y="141312"/>
                    <a:pt x="666736" y="28731"/>
                  </a:cubicBezTo>
                  <a:cubicBezTo>
                    <a:pt x="724719" y="-20395"/>
                    <a:pt x="783492" y="-6255"/>
                    <a:pt x="824710" y="69095"/>
                  </a:cubicBezTo>
                  <a:cubicBezTo>
                    <a:pt x="895947" y="199200"/>
                    <a:pt x="942796" y="338037"/>
                    <a:pt x="966425" y="484497"/>
                  </a:cubicBezTo>
                  <a:cubicBezTo>
                    <a:pt x="971265" y="514580"/>
                    <a:pt x="975789" y="544884"/>
                    <a:pt x="977529" y="575283"/>
                  </a:cubicBezTo>
                  <a:cubicBezTo>
                    <a:pt x="981071" y="636714"/>
                    <a:pt x="958422" y="665184"/>
                    <a:pt x="896232" y="672428"/>
                  </a:cubicBezTo>
                  <a:cubicBezTo>
                    <a:pt x="701943" y="695109"/>
                    <a:pt x="507433" y="715986"/>
                    <a:pt x="313049" y="737845"/>
                  </a:cubicBezTo>
                  <a:cubicBezTo>
                    <a:pt x="297264" y="739616"/>
                    <a:pt x="281732" y="743792"/>
                    <a:pt x="266074" y="746828"/>
                  </a:cubicBezTo>
                  <a:lnTo>
                    <a:pt x="115122" y="746828"/>
                  </a:lnTo>
                  <a:close/>
                  <a:moveTo>
                    <a:pt x="734050" y="64603"/>
                  </a:moveTo>
                  <a:cubicBezTo>
                    <a:pt x="513822" y="267306"/>
                    <a:pt x="268636" y="431196"/>
                    <a:pt x="66756" y="665405"/>
                  </a:cubicBezTo>
                  <a:cubicBezTo>
                    <a:pt x="100381" y="668790"/>
                    <a:pt x="117684" y="673250"/>
                    <a:pt x="134481" y="671795"/>
                  </a:cubicBezTo>
                  <a:cubicBezTo>
                    <a:pt x="382578" y="650127"/>
                    <a:pt x="630643" y="628110"/>
                    <a:pt x="878486" y="603785"/>
                  </a:cubicBezTo>
                  <a:cubicBezTo>
                    <a:pt x="888672" y="602772"/>
                    <a:pt x="905311" y="577466"/>
                    <a:pt x="904171" y="564813"/>
                  </a:cubicBezTo>
                  <a:cubicBezTo>
                    <a:pt x="889589" y="402220"/>
                    <a:pt x="841918" y="249212"/>
                    <a:pt x="763880" y="105789"/>
                  </a:cubicBezTo>
                  <a:cubicBezTo>
                    <a:pt x="757237" y="93579"/>
                    <a:pt x="747526" y="83045"/>
                    <a:pt x="734082" y="646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35"/>
            <p:cNvSpPr/>
            <p:nvPr/>
          </p:nvSpPr>
          <p:spPr>
            <a:xfrm>
              <a:off x="5836523" y="1196142"/>
              <a:ext cx="979281" cy="1449513"/>
            </a:xfrm>
            <a:custGeom>
              <a:avLst/>
              <a:gdLst/>
              <a:ahLst/>
              <a:cxnLst/>
              <a:rect l="l" t="t" r="r" b="b"/>
              <a:pathLst>
                <a:path w="979281" h="1449513" extrusionOk="0">
                  <a:moveTo>
                    <a:pt x="979250" y="368955"/>
                  </a:moveTo>
                  <a:cubicBezTo>
                    <a:pt x="961093" y="406535"/>
                    <a:pt x="953026" y="435448"/>
                    <a:pt x="935786" y="457053"/>
                  </a:cubicBezTo>
                  <a:cubicBezTo>
                    <a:pt x="793723" y="634988"/>
                    <a:pt x="652830" y="813998"/>
                    <a:pt x="505833" y="987820"/>
                  </a:cubicBezTo>
                  <a:cubicBezTo>
                    <a:pt x="385280" y="1130358"/>
                    <a:pt x="256787" y="1266126"/>
                    <a:pt x="131996" y="1405089"/>
                  </a:cubicBezTo>
                  <a:cubicBezTo>
                    <a:pt x="106088" y="1433938"/>
                    <a:pt x="80339" y="1463768"/>
                    <a:pt x="36148" y="1442068"/>
                  </a:cubicBezTo>
                  <a:cubicBezTo>
                    <a:pt x="-7157" y="1420811"/>
                    <a:pt x="-2729" y="1383199"/>
                    <a:pt x="4990" y="1344196"/>
                  </a:cubicBezTo>
                  <a:cubicBezTo>
                    <a:pt x="80687" y="962546"/>
                    <a:pt x="156100" y="580832"/>
                    <a:pt x="231228" y="199055"/>
                  </a:cubicBezTo>
                  <a:cubicBezTo>
                    <a:pt x="240243" y="153314"/>
                    <a:pt x="245621" y="106846"/>
                    <a:pt x="255427" y="61294"/>
                  </a:cubicBezTo>
                  <a:cubicBezTo>
                    <a:pt x="267890" y="3216"/>
                    <a:pt x="310911" y="-17250"/>
                    <a:pt x="358803" y="15838"/>
                  </a:cubicBezTo>
                  <a:cubicBezTo>
                    <a:pt x="531012" y="134841"/>
                    <a:pt x="715590" y="228949"/>
                    <a:pt x="910923" y="303792"/>
                  </a:cubicBezTo>
                  <a:cubicBezTo>
                    <a:pt x="937937" y="314136"/>
                    <a:pt x="956506" y="346528"/>
                    <a:pt x="979282" y="368955"/>
                  </a:cubicBezTo>
                  <a:close/>
                  <a:moveTo>
                    <a:pt x="898649" y="388346"/>
                  </a:moveTo>
                  <a:cubicBezTo>
                    <a:pt x="699584" y="286109"/>
                    <a:pt x="510957" y="189249"/>
                    <a:pt x="325684" y="94098"/>
                  </a:cubicBezTo>
                  <a:cubicBezTo>
                    <a:pt x="242710" y="506179"/>
                    <a:pt x="158156" y="926136"/>
                    <a:pt x="73601" y="1346094"/>
                  </a:cubicBezTo>
                  <a:cubicBezTo>
                    <a:pt x="77714" y="1348466"/>
                    <a:pt x="81858" y="1350807"/>
                    <a:pt x="85970" y="1353180"/>
                  </a:cubicBezTo>
                  <a:cubicBezTo>
                    <a:pt x="356937" y="1029987"/>
                    <a:pt x="670988" y="743109"/>
                    <a:pt x="898618" y="38837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Google Shape;334;p35"/>
            <p:cNvSpPr/>
            <p:nvPr/>
          </p:nvSpPr>
          <p:spPr>
            <a:xfrm>
              <a:off x="4891777" y="1613886"/>
              <a:ext cx="546955" cy="986365"/>
            </a:xfrm>
            <a:custGeom>
              <a:avLst/>
              <a:gdLst/>
              <a:ahLst/>
              <a:cxnLst/>
              <a:rect l="l" t="t" r="r" b="b"/>
              <a:pathLst>
                <a:path w="546955" h="986365" extrusionOk="0">
                  <a:moveTo>
                    <a:pt x="545911" y="758987"/>
                  </a:moveTo>
                  <a:cubicBezTo>
                    <a:pt x="545911" y="816401"/>
                    <a:pt x="549170" y="874068"/>
                    <a:pt x="544172" y="931038"/>
                  </a:cubicBezTo>
                  <a:cubicBezTo>
                    <a:pt x="542400" y="951283"/>
                    <a:pt x="522946" y="983074"/>
                    <a:pt x="507383" y="985795"/>
                  </a:cubicBezTo>
                  <a:cubicBezTo>
                    <a:pt x="487074" y="989369"/>
                    <a:pt x="451709" y="975672"/>
                    <a:pt x="441586" y="958401"/>
                  </a:cubicBezTo>
                  <a:cubicBezTo>
                    <a:pt x="301200" y="718814"/>
                    <a:pt x="161477" y="478752"/>
                    <a:pt x="27291" y="235685"/>
                  </a:cubicBezTo>
                  <a:cubicBezTo>
                    <a:pt x="-27307" y="136801"/>
                    <a:pt x="23" y="89036"/>
                    <a:pt x="109220" y="61104"/>
                  </a:cubicBezTo>
                  <a:cubicBezTo>
                    <a:pt x="180362" y="42915"/>
                    <a:pt x="251283" y="23745"/>
                    <a:pt x="322678" y="6537"/>
                  </a:cubicBezTo>
                  <a:cubicBezTo>
                    <a:pt x="395687" y="-11051"/>
                    <a:pt x="425011" y="5208"/>
                    <a:pt x="449589" y="75433"/>
                  </a:cubicBezTo>
                  <a:cubicBezTo>
                    <a:pt x="527090" y="296863"/>
                    <a:pt x="543919" y="526929"/>
                    <a:pt x="545880" y="759019"/>
                  </a:cubicBezTo>
                  <a:close/>
                  <a:moveTo>
                    <a:pt x="53388" y="148410"/>
                  </a:moveTo>
                  <a:cubicBezTo>
                    <a:pt x="194028" y="395937"/>
                    <a:pt x="327170" y="630337"/>
                    <a:pt x="460344" y="864736"/>
                  </a:cubicBezTo>
                  <a:cubicBezTo>
                    <a:pt x="469233" y="757121"/>
                    <a:pt x="479230" y="655706"/>
                    <a:pt x="466924" y="557075"/>
                  </a:cubicBezTo>
                  <a:cubicBezTo>
                    <a:pt x="448103" y="406471"/>
                    <a:pt x="414635" y="257639"/>
                    <a:pt x="384869" y="108553"/>
                  </a:cubicBezTo>
                  <a:cubicBezTo>
                    <a:pt x="382117" y="94729"/>
                    <a:pt x="358771" y="72397"/>
                    <a:pt x="349503" y="74421"/>
                  </a:cubicBezTo>
                  <a:cubicBezTo>
                    <a:pt x="257325" y="94824"/>
                    <a:pt x="166096" y="119498"/>
                    <a:pt x="53388" y="1484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35"/>
            <p:cNvSpPr/>
            <p:nvPr/>
          </p:nvSpPr>
          <p:spPr>
            <a:xfrm>
              <a:off x="6238558" y="2146691"/>
              <a:ext cx="977883" cy="746859"/>
            </a:xfrm>
            <a:custGeom>
              <a:avLst/>
              <a:gdLst/>
              <a:ahLst/>
              <a:cxnLst/>
              <a:rect l="l" t="t" r="r" b="b"/>
              <a:pathLst>
                <a:path w="977883" h="746859" extrusionOk="0">
                  <a:moveTo>
                    <a:pt x="115185" y="746860"/>
                  </a:moveTo>
                  <a:cubicBezTo>
                    <a:pt x="106834" y="743886"/>
                    <a:pt x="98673" y="739774"/>
                    <a:pt x="90069" y="738161"/>
                  </a:cubicBezTo>
                  <a:cubicBezTo>
                    <a:pt x="-5526" y="720162"/>
                    <a:pt x="-27763" y="672966"/>
                    <a:pt x="36546" y="598660"/>
                  </a:cubicBezTo>
                  <a:cubicBezTo>
                    <a:pt x="107910" y="516257"/>
                    <a:pt x="187720" y="440369"/>
                    <a:pt x="269300" y="367772"/>
                  </a:cubicBezTo>
                  <a:cubicBezTo>
                    <a:pt x="399375" y="252059"/>
                    <a:pt x="533878" y="141312"/>
                    <a:pt x="666736" y="28731"/>
                  </a:cubicBezTo>
                  <a:cubicBezTo>
                    <a:pt x="724719" y="-20395"/>
                    <a:pt x="783492" y="-6255"/>
                    <a:pt x="824710" y="69095"/>
                  </a:cubicBezTo>
                  <a:cubicBezTo>
                    <a:pt x="895947" y="199200"/>
                    <a:pt x="942796" y="338037"/>
                    <a:pt x="966425" y="484497"/>
                  </a:cubicBezTo>
                  <a:cubicBezTo>
                    <a:pt x="971265" y="514580"/>
                    <a:pt x="975789" y="544884"/>
                    <a:pt x="977529" y="575283"/>
                  </a:cubicBezTo>
                  <a:cubicBezTo>
                    <a:pt x="981071" y="636714"/>
                    <a:pt x="958422" y="665184"/>
                    <a:pt x="896232" y="672428"/>
                  </a:cubicBezTo>
                  <a:cubicBezTo>
                    <a:pt x="701943" y="695109"/>
                    <a:pt x="507433" y="715986"/>
                    <a:pt x="313049" y="737845"/>
                  </a:cubicBezTo>
                  <a:cubicBezTo>
                    <a:pt x="297264" y="739616"/>
                    <a:pt x="281732" y="743792"/>
                    <a:pt x="266074" y="746828"/>
                  </a:cubicBezTo>
                  <a:lnTo>
                    <a:pt x="115122" y="746828"/>
                  </a:lnTo>
                  <a:close/>
                  <a:moveTo>
                    <a:pt x="734050" y="64603"/>
                  </a:moveTo>
                  <a:cubicBezTo>
                    <a:pt x="513822" y="267306"/>
                    <a:pt x="268636" y="431196"/>
                    <a:pt x="66756" y="665405"/>
                  </a:cubicBezTo>
                  <a:cubicBezTo>
                    <a:pt x="100381" y="668790"/>
                    <a:pt x="117684" y="673250"/>
                    <a:pt x="134481" y="671795"/>
                  </a:cubicBezTo>
                  <a:cubicBezTo>
                    <a:pt x="382578" y="650127"/>
                    <a:pt x="630643" y="628110"/>
                    <a:pt x="878486" y="603785"/>
                  </a:cubicBezTo>
                  <a:cubicBezTo>
                    <a:pt x="888672" y="602772"/>
                    <a:pt x="905311" y="577466"/>
                    <a:pt x="904171" y="564813"/>
                  </a:cubicBezTo>
                  <a:cubicBezTo>
                    <a:pt x="889589" y="402220"/>
                    <a:pt x="841918" y="249212"/>
                    <a:pt x="763880" y="105789"/>
                  </a:cubicBezTo>
                  <a:cubicBezTo>
                    <a:pt x="757237" y="93579"/>
                    <a:pt x="747526" y="83045"/>
                    <a:pt x="734082" y="646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35"/>
            <p:cNvSpPr/>
            <p:nvPr/>
          </p:nvSpPr>
          <p:spPr>
            <a:xfrm>
              <a:off x="5836523" y="1196142"/>
              <a:ext cx="979281" cy="1449513"/>
            </a:xfrm>
            <a:custGeom>
              <a:avLst/>
              <a:gdLst/>
              <a:ahLst/>
              <a:cxnLst/>
              <a:rect l="l" t="t" r="r" b="b"/>
              <a:pathLst>
                <a:path w="979281" h="1449513" extrusionOk="0">
                  <a:moveTo>
                    <a:pt x="979250" y="368955"/>
                  </a:moveTo>
                  <a:cubicBezTo>
                    <a:pt x="961093" y="406535"/>
                    <a:pt x="953026" y="435448"/>
                    <a:pt x="935786" y="457053"/>
                  </a:cubicBezTo>
                  <a:cubicBezTo>
                    <a:pt x="793723" y="634988"/>
                    <a:pt x="652830" y="813998"/>
                    <a:pt x="505833" y="987820"/>
                  </a:cubicBezTo>
                  <a:cubicBezTo>
                    <a:pt x="385280" y="1130358"/>
                    <a:pt x="256787" y="1266126"/>
                    <a:pt x="131996" y="1405089"/>
                  </a:cubicBezTo>
                  <a:cubicBezTo>
                    <a:pt x="106088" y="1433938"/>
                    <a:pt x="80339" y="1463768"/>
                    <a:pt x="36148" y="1442068"/>
                  </a:cubicBezTo>
                  <a:cubicBezTo>
                    <a:pt x="-7157" y="1420811"/>
                    <a:pt x="-2729" y="1383199"/>
                    <a:pt x="4990" y="1344196"/>
                  </a:cubicBezTo>
                  <a:cubicBezTo>
                    <a:pt x="80687" y="962546"/>
                    <a:pt x="156100" y="580832"/>
                    <a:pt x="231228" y="199055"/>
                  </a:cubicBezTo>
                  <a:cubicBezTo>
                    <a:pt x="240243" y="153314"/>
                    <a:pt x="245621" y="106846"/>
                    <a:pt x="255427" y="61294"/>
                  </a:cubicBezTo>
                  <a:cubicBezTo>
                    <a:pt x="267890" y="3216"/>
                    <a:pt x="310911" y="-17250"/>
                    <a:pt x="358803" y="15838"/>
                  </a:cubicBezTo>
                  <a:cubicBezTo>
                    <a:pt x="531012" y="134841"/>
                    <a:pt x="715590" y="228949"/>
                    <a:pt x="910923" y="303792"/>
                  </a:cubicBezTo>
                  <a:cubicBezTo>
                    <a:pt x="937937" y="314136"/>
                    <a:pt x="956506" y="346528"/>
                    <a:pt x="979282" y="368955"/>
                  </a:cubicBezTo>
                  <a:close/>
                  <a:moveTo>
                    <a:pt x="898649" y="388346"/>
                  </a:moveTo>
                  <a:cubicBezTo>
                    <a:pt x="699584" y="286109"/>
                    <a:pt x="510957" y="189249"/>
                    <a:pt x="325684" y="94098"/>
                  </a:cubicBezTo>
                  <a:cubicBezTo>
                    <a:pt x="242710" y="506179"/>
                    <a:pt x="158156" y="926136"/>
                    <a:pt x="73601" y="1346094"/>
                  </a:cubicBezTo>
                  <a:cubicBezTo>
                    <a:pt x="77714" y="1348466"/>
                    <a:pt x="81858" y="1350807"/>
                    <a:pt x="85970" y="1353180"/>
                  </a:cubicBezTo>
                  <a:cubicBezTo>
                    <a:pt x="356937" y="1029987"/>
                    <a:pt x="670988" y="743109"/>
                    <a:pt x="898618" y="38837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35"/>
            <p:cNvSpPr/>
            <p:nvPr/>
          </p:nvSpPr>
          <p:spPr>
            <a:xfrm>
              <a:off x="4891777" y="1613886"/>
              <a:ext cx="546955" cy="986365"/>
            </a:xfrm>
            <a:custGeom>
              <a:avLst/>
              <a:gdLst/>
              <a:ahLst/>
              <a:cxnLst/>
              <a:rect l="l" t="t" r="r" b="b"/>
              <a:pathLst>
                <a:path w="546955" h="986365" extrusionOk="0">
                  <a:moveTo>
                    <a:pt x="545911" y="758987"/>
                  </a:moveTo>
                  <a:cubicBezTo>
                    <a:pt x="545911" y="816401"/>
                    <a:pt x="549170" y="874068"/>
                    <a:pt x="544172" y="931038"/>
                  </a:cubicBezTo>
                  <a:cubicBezTo>
                    <a:pt x="542400" y="951283"/>
                    <a:pt x="522946" y="983074"/>
                    <a:pt x="507383" y="985795"/>
                  </a:cubicBezTo>
                  <a:cubicBezTo>
                    <a:pt x="487074" y="989369"/>
                    <a:pt x="451709" y="975672"/>
                    <a:pt x="441586" y="958401"/>
                  </a:cubicBezTo>
                  <a:cubicBezTo>
                    <a:pt x="301200" y="718814"/>
                    <a:pt x="161477" y="478752"/>
                    <a:pt x="27291" y="235685"/>
                  </a:cubicBezTo>
                  <a:cubicBezTo>
                    <a:pt x="-27307" y="136801"/>
                    <a:pt x="23" y="89036"/>
                    <a:pt x="109220" y="61104"/>
                  </a:cubicBezTo>
                  <a:cubicBezTo>
                    <a:pt x="180362" y="42915"/>
                    <a:pt x="251283" y="23745"/>
                    <a:pt x="322678" y="6537"/>
                  </a:cubicBezTo>
                  <a:cubicBezTo>
                    <a:pt x="395687" y="-11051"/>
                    <a:pt x="425011" y="5208"/>
                    <a:pt x="449589" y="75433"/>
                  </a:cubicBezTo>
                  <a:cubicBezTo>
                    <a:pt x="527090" y="296863"/>
                    <a:pt x="543919" y="526929"/>
                    <a:pt x="545880" y="759019"/>
                  </a:cubicBezTo>
                  <a:close/>
                  <a:moveTo>
                    <a:pt x="53388" y="148410"/>
                  </a:moveTo>
                  <a:cubicBezTo>
                    <a:pt x="194028" y="395937"/>
                    <a:pt x="327170" y="630337"/>
                    <a:pt x="460344" y="864736"/>
                  </a:cubicBezTo>
                  <a:cubicBezTo>
                    <a:pt x="469233" y="757121"/>
                    <a:pt x="479230" y="655706"/>
                    <a:pt x="466924" y="557075"/>
                  </a:cubicBezTo>
                  <a:cubicBezTo>
                    <a:pt x="448103" y="406471"/>
                    <a:pt x="414635" y="257639"/>
                    <a:pt x="384869" y="108553"/>
                  </a:cubicBezTo>
                  <a:cubicBezTo>
                    <a:pt x="382117" y="94729"/>
                    <a:pt x="358771" y="72397"/>
                    <a:pt x="349503" y="74421"/>
                  </a:cubicBezTo>
                  <a:cubicBezTo>
                    <a:pt x="257325" y="94824"/>
                    <a:pt x="166096" y="119498"/>
                    <a:pt x="53388" y="1484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8" name="Google Shape;338;p35"/>
          <p:cNvSpPr/>
          <p:nvPr/>
        </p:nvSpPr>
        <p:spPr>
          <a:xfrm>
            <a:off x="4010500" y="-169425"/>
            <a:ext cx="2717117" cy="1180290"/>
          </a:xfrm>
          <a:custGeom>
            <a:avLst/>
            <a:gdLst/>
            <a:ahLst/>
            <a:cxnLst/>
            <a:rect l="l" t="t" r="r" b="b"/>
            <a:pathLst>
              <a:path w="108338" h="47061" extrusionOk="0">
                <a:moveTo>
                  <a:pt x="0" y="1367"/>
                </a:moveTo>
                <a:cubicBezTo>
                  <a:pt x="0" y="22633"/>
                  <a:pt x="24010" y="43839"/>
                  <a:pt x="45112" y="46479"/>
                </a:cubicBezTo>
                <a:cubicBezTo>
                  <a:pt x="61401" y="48517"/>
                  <a:pt x="81003" y="45094"/>
                  <a:pt x="92617" y="33492"/>
                </a:cubicBezTo>
                <a:cubicBezTo>
                  <a:pt x="101342" y="24776"/>
                  <a:pt x="108338" y="12333"/>
                  <a:pt x="108338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sp>
      <p:grpSp>
        <p:nvGrpSpPr>
          <p:cNvPr id="16" name="Group 14">
            <a:extLst>
              <a:ext uri="{FF2B5EF4-FFF2-40B4-BE49-F238E27FC236}">
                <a16:creationId xmlns:a16="http://schemas.microsoft.com/office/drawing/2014/main" id="{CF0E6B2F-6D25-C509-A951-35AE4043B191}"/>
              </a:ext>
            </a:extLst>
          </p:cNvPr>
          <p:cNvGrpSpPr/>
          <p:nvPr/>
        </p:nvGrpSpPr>
        <p:grpSpPr>
          <a:xfrm>
            <a:off x="-1601721" y="4482077"/>
            <a:ext cx="18288000" cy="856676"/>
            <a:chOff x="0" y="0"/>
            <a:chExt cx="4816593" cy="225627"/>
          </a:xfrm>
        </p:grpSpPr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83B25B75-2284-9555-12B5-D3E594263FFE}"/>
                </a:ext>
              </a:extLst>
            </p:cNvPr>
            <p:cNvSpPr/>
            <p:nvPr/>
          </p:nvSpPr>
          <p:spPr>
            <a:xfrm>
              <a:off x="0" y="0"/>
              <a:ext cx="4816592" cy="225627"/>
            </a:xfrm>
            <a:custGeom>
              <a:avLst/>
              <a:gdLst/>
              <a:ahLst/>
              <a:cxnLst/>
              <a:rect l="l" t="t" r="r" b="b"/>
              <a:pathLst>
                <a:path w="4816592" h="225627">
                  <a:moveTo>
                    <a:pt x="0" y="0"/>
                  </a:moveTo>
                  <a:lnTo>
                    <a:pt x="4816592" y="0"/>
                  </a:lnTo>
                  <a:lnTo>
                    <a:pt x="4816592" y="225627"/>
                  </a:lnTo>
                  <a:lnTo>
                    <a:pt x="0" y="2256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8" name="TextBox 16">
              <a:extLst>
                <a:ext uri="{FF2B5EF4-FFF2-40B4-BE49-F238E27FC236}">
                  <a16:creationId xmlns:a16="http://schemas.microsoft.com/office/drawing/2014/main" id="{4C800803-DE69-7218-A820-7B08F5C72CC4}"/>
                </a:ext>
              </a:extLst>
            </p:cNvPr>
            <p:cNvSpPr txBox="1"/>
            <p:nvPr/>
          </p:nvSpPr>
          <p:spPr>
            <a:xfrm>
              <a:off x="0" y="-28575"/>
              <a:ext cx="4816593" cy="254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Freeform 17">
            <a:extLst>
              <a:ext uri="{FF2B5EF4-FFF2-40B4-BE49-F238E27FC236}">
                <a16:creationId xmlns:a16="http://schemas.microsoft.com/office/drawing/2014/main" id="{90049126-6A02-EBBD-9152-DA20BA14A260}"/>
              </a:ext>
            </a:extLst>
          </p:cNvPr>
          <p:cNvSpPr/>
          <p:nvPr/>
        </p:nvSpPr>
        <p:spPr>
          <a:xfrm>
            <a:off x="3220602" y="4482077"/>
            <a:ext cx="2702796" cy="647086"/>
          </a:xfrm>
          <a:custGeom>
            <a:avLst/>
            <a:gdLst/>
            <a:ahLst/>
            <a:cxnLst/>
            <a:rect l="l" t="t" r="r" b="b"/>
            <a:pathLst>
              <a:path w="2702796" h="647086">
                <a:moveTo>
                  <a:pt x="0" y="0"/>
                </a:moveTo>
                <a:lnTo>
                  <a:pt x="2702796" y="0"/>
                </a:lnTo>
                <a:lnTo>
                  <a:pt x="2702796" y="647087"/>
                </a:lnTo>
                <a:lnTo>
                  <a:pt x="0" y="6470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01" y="335372"/>
            <a:ext cx="7634600" cy="4038209"/>
          </a:xfrm>
          <a:prstGeom prst="rect">
            <a:avLst/>
          </a:prstGeom>
        </p:spPr>
      </p:pic>
      <p:grpSp>
        <p:nvGrpSpPr>
          <p:cNvPr id="3" name="Group 14">
            <a:extLst>
              <a:ext uri="{FF2B5EF4-FFF2-40B4-BE49-F238E27FC236}">
                <a16:creationId xmlns:a16="http://schemas.microsoft.com/office/drawing/2014/main" id="{0D6EE4F4-D43A-4D7E-BAF6-D8BA9B0D056F}"/>
              </a:ext>
            </a:extLst>
          </p:cNvPr>
          <p:cNvGrpSpPr/>
          <p:nvPr/>
        </p:nvGrpSpPr>
        <p:grpSpPr>
          <a:xfrm>
            <a:off x="-1601721" y="4482077"/>
            <a:ext cx="18288000" cy="856676"/>
            <a:chOff x="0" y="0"/>
            <a:chExt cx="4816593" cy="225627"/>
          </a:xfrm>
        </p:grpSpPr>
        <p:sp>
          <p:nvSpPr>
            <p:cNvPr id="4" name="Freeform 15">
              <a:extLst>
                <a:ext uri="{FF2B5EF4-FFF2-40B4-BE49-F238E27FC236}">
                  <a16:creationId xmlns:a16="http://schemas.microsoft.com/office/drawing/2014/main" id="{1030BFEA-2DFE-4238-B224-23FF5CEECC81}"/>
                </a:ext>
              </a:extLst>
            </p:cNvPr>
            <p:cNvSpPr/>
            <p:nvPr/>
          </p:nvSpPr>
          <p:spPr>
            <a:xfrm>
              <a:off x="0" y="0"/>
              <a:ext cx="4816592" cy="225627"/>
            </a:xfrm>
            <a:custGeom>
              <a:avLst/>
              <a:gdLst/>
              <a:ahLst/>
              <a:cxnLst/>
              <a:rect l="l" t="t" r="r" b="b"/>
              <a:pathLst>
                <a:path w="4816592" h="225627">
                  <a:moveTo>
                    <a:pt x="0" y="0"/>
                  </a:moveTo>
                  <a:lnTo>
                    <a:pt x="4816592" y="0"/>
                  </a:lnTo>
                  <a:lnTo>
                    <a:pt x="4816592" y="225627"/>
                  </a:lnTo>
                  <a:lnTo>
                    <a:pt x="0" y="2256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16">
              <a:extLst>
                <a:ext uri="{FF2B5EF4-FFF2-40B4-BE49-F238E27FC236}">
                  <a16:creationId xmlns:a16="http://schemas.microsoft.com/office/drawing/2014/main" id="{4B27F779-CD56-440C-8466-447765C5AD91}"/>
                </a:ext>
              </a:extLst>
            </p:cNvPr>
            <p:cNvSpPr txBox="1"/>
            <p:nvPr/>
          </p:nvSpPr>
          <p:spPr>
            <a:xfrm>
              <a:off x="0" y="-28575"/>
              <a:ext cx="4816593" cy="254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17">
            <a:extLst>
              <a:ext uri="{FF2B5EF4-FFF2-40B4-BE49-F238E27FC236}">
                <a16:creationId xmlns:a16="http://schemas.microsoft.com/office/drawing/2014/main" id="{7A2F58FC-23A6-41CA-929A-E15C80235840}"/>
              </a:ext>
            </a:extLst>
          </p:cNvPr>
          <p:cNvSpPr/>
          <p:nvPr/>
        </p:nvSpPr>
        <p:spPr>
          <a:xfrm>
            <a:off x="3220602" y="4482077"/>
            <a:ext cx="2702796" cy="647086"/>
          </a:xfrm>
          <a:custGeom>
            <a:avLst/>
            <a:gdLst/>
            <a:ahLst/>
            <a:cxnLst/>
            <a:rect l="l" t="t" r="r" b="b"/>
            <a:pathLst>
              <a:path w="2702796" h="647086">
                <a:moveTo>
                  <a:pt x="0" y="0"/>
                </a:moveTo>
                <a:lnTo>
                  <a:pt x="2702796" y="0"/>
                </a:lnTo>
                <a:lnTo>
                  <a:pt x="2702796" y="647087"/>
                </a:lnTo>
                <a:lnTo>
                  <a:pt x="0" y="6470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2" name="Google Shape;362;p37"/>
          <p:cNvGrpSpPr/>
          <p:nvPr/>
        </p:nvGrpSpPr>
        <p:grpSpPr>
          <a:xfrm rot="4612673">
            <a:off x="7762522" y="4020514"/>
            <a:ext cx="1336512" cy="1258917"/>
            <a:chOff x="5289380" y="3942370"/>
            <a:chExt cx="1358820" cy="1279930"/>
          </a:xfrm>
        </p:grpSpPr>
        <p:sp>
          <p:nvSpPr>
            <p:cNvPr id="363" name="Google Shape;363;p37"/>
            <p:cNvSpPr/>
            <p:nvPr/>
          </p:nvSpPr>
          <p:spPr>
            <a:xfrm>
              <a:off x="5289380" y="3942370"/>
              <a:ext cx="415377" cy="285771"/>
            </a:xfrm>
            <a:custGeom>
              <a:avLst/>
              <a:gdLst/>
              <a:ahLst/>
              <a:cxnLst/>
              <a:rect l="l" t="t" r="r" b="b"/>
              <a:pathLst>
                <a:path w="769217" h="529205" extrusionOk="0">
                  <a:moveTo>
                    <a:pt x="397282" y="181575"/>
                  </a:moveTo>
                  <a:cubicBezTo>
                    <a:pt x="483924" y="129570"/>
                    <a:pt x="566042" y="80318"/>
                    <a:pt x="648067" y="30939"/>
                  </a:cubicBezTo>
                  <a:cubicBezTo>
                    <a:pt x="658948" y="24391"/>
                    <a:pt x="668912" y="16261"/>
                    <a:pt x="680079" y="10314"/>
                  </a:cubicBezTo>
                  <a:cubicBezTo>
                    <a:pt x="709719" y="-5470"/>
                    <a:pt x="737492" y="-4933"/>
                    <a:pt x="758623" y="24581"/>
                  </a:cubicBezTo>
                  <a:cubicBezTo>
                    <a:pt x="777603" y="51121"/>
                    <a:pt x="770897" y="85506"/>
                    <a:pt x="739991" y="104738"/>
                  </a:cubicBezTo>
                  <a:cubicBezTo>
                    <a:pt x="657335" y="156110"/>
                    <a:pt x="573476" y="205615"/>
                    <a:pt x="489997" y="255659"/>
                  </a:cubicBezTo>
                  <a:cubicBezTo>
                    <a:pt x="478134" y="262776"/>
                    <a:pt x="465703" y="268913"/>
                    <a:pt x="451057" y="276884"/>
                  </a:cubicBezTo>
                  <a:cubicBezTo>
                    <a:pt x="481235" y="330597"/>
                    <a:pt x="510464" y="381779"/>
                    <a:pt x="538870" y="433435"/>
                  </a:cubicBezTo>
                  <a:cubicBezTo>
                    <a:pt x="559811" y="471490"/>
                    <a:pt x="553642" y="503723"/>
                    <a:pt x="523306" y="521438"/>
                  </a:cubicBezTo>
                  <a:cubicBezTo>
                    <a:pt x="493698" y="538709"/>
                    <a:pt x="461876" y="526910"/>
                    <a:pt x="439669" y="488698"/>
                  </a:cubicBezTo>
                  <a:cubicBezTo>
                    <a:pt x="408542" y="435144"/>
                    <a:pt x="378491" y="380956"/>
                    <a:pt x="348219" y="327497"/>
                  </a:cubicBezTo>
                  <a:cubicBezTo>
                    <a:pt x="260627" y="356789"/>
                    <a:pt x="175630" y="385923"/>
                    <a:pt x="90095" y="413538"/>
                  </a:cubicBezTo>
                  <a:cubicBezTo>
                    <a:pt x="38090" y="430335"/>
                    <a:pt x="13164" y="421383"/>
                    <a:pt x="3199" y="385954"/>
                  </a:cubicBezTo>
                  <a:cubicBezTo>
                    <a:pt x="-8093" y="345781"/>
                    <a:pt x="10380" y="320791"/>
                    <a:pt x="60676" y="304247"/>
                  </a:cubicBezTo>
                  <a:cubicBezTo>
                    <a:pt x="127611" y="282230"/>
                    <a:pt x="194135" y="258854"/>
                    <a:pt x="260754" y="235825"/>
                  </a:cubicBezTo>
                  <a:cubicBezTo>
                    <a:pt x="268599" y="233105"/>
                    <a:pt x="275969" y="229087"/>
                    <a:pt x="288591" y="223425"/>
                  </a:cubicBezTo>
                  <a:cubicBezTo>
                    <a:pt x="265499" y="181827"/>
                    <a:pt x="243229" y="141875"/>
                    <a:pt x="221118" y="101860"/>
                  </a:cubicBezTo>
                  <a:cubicBezTo>
                    <a:pt x="197805" y="59693"/>
                    <a:pt x="201948" y="27491"/>
                    <a:pt x="232759" y="9239"/>
                  </a:cubicBezTo>
                  <a:cubicBezTo>
                    <a:pt x="263316" y="-8823"/>
                    <a:pt x="295487" y="4051"/>
                    <a:pt x="319053" y="44604"/>
                  </a:cubicBezTo>
                  <a:cubicBezTo>
                    <a:pt x="343790" y="87151"/>
                    <a:pt x="367894" y="130076"/>
                    <a:pt x="397282" y="1816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37"/>
            <p:cNvSpPr/>
            <p:nvPr/>
          </p:nvSpPr>
          <p:spPr>
            <a:xfrm>
              <a:off x="5469125" y="4188475"/>
              <a:ext cx="1179075" cy="1033825"/>
            </a:xfrm>
            <a:custGeom>
              <a:avLst/>
              <a:gdLst/>
              <a:ahLst/>
              <a:cxnLst/>
              <a:rect l="l" t="t" r="r" b="b"/>
              <a:pathLst>
                <a:path w="47163" h="41353" extrusionOk="0">
                  <a:moveTo>
                    <a:pt x="0" y="0"/>
                  </a:moveTo>
                  <a:cubicBezTo>
                    <a:pt x="0" y="10751"/>
                    <a:pt x="942" y="23498"/>
                    <a:pt x="8544" y="31100"/>
                  </a:cubicBezTo>
                  <a:cubicBezTo>
                    <a:pt x="17962" y="40518"/>
                    <a:pt x="33844" y="41353"/>
                    <a:pt x="47163" y="41353"/>
                  </a:cubicBez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sp>
      </p:grpSp>
      <p:pic>
        <p:nvPicPr>
          <p:cNvPr id="12" name="Imagen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158" y="633142"/>
            <a:ext cx="8183117" cy="3877216"/>
          </a:xfrm>
          <a:prstGeom prst="rect">
            <a:avLst/>
          </a:prstGeom>
        </p:spPr>
      </p:pic>
      <p:grpSp>
        <p:nvGrpSpPr>
          <p:cNvPr id="6" name="Group 14">
            <a:extLst>
              <a:ext uri="{FF2B5EF4-FFF2-40B4-BE49-F238E27FC236}">
                <a16:creationId xmlns:a16="http://schemas.microsoft.com/office/drawing/2014/main" id="{A76C3F22-4049-4654-8D16-BEC320975B05}"/>
              </a:ext>
            </a:extLst>
          </p:cNvPr>
          <p:cNvGrpSpPr/>
          <p:nvPr/>
        </p:nvGrpSpPr>
        <p:grpSpPr>
          <a:xfrm>
            <a:off x="-1601721" y="4482077"/>
            <a:ext cx="18288000" cy="856676"/>
            <a:chOff x="0" y="0"/>
            <a:chExt cx="4816593" cy="225627"/>
          </a:xfrm>
        </p:grpSpPr>
        <p:sp>
          <p:nvSpPr>
            <p:cNvPr id="7" name="Freeform 15">
              <a:extLst>
                <a:ext uri="{FF2B5EF4-FFF2-40B4-BE49-F238E27FC236}">
                  <a16:creationId xmlns:a16="http://schemas.microsoft.com/office/drawing/2014/main" id="{AE5319C3-482F-43F4-957D-A86CEF629376}"/>
                </a:ext>
              </a:extLst>
            </p:cNvPr>
            <p:cNvSpPr/>
            <p:nvPr/>
          </p:nvSpPr>
          <p:spPr>
            <a:xfrm>
              <a:off x="0" y="0"/>
              <a:ext cx="4816592" cy="225627"/>
            </a:xfrm>
            <a:custGeom>
              <a:avLst/>
              <a:gdLst/>
              <a:ahLst/>
              <a:cxnLst/>
              <a:rect l="l" t="t" r="r" b="b"/>
              <a:pathLst>
                <a:path w="4816592" h="225627">
                  <a:moveTo>
                    <a:pt x="0" y="0"/>
                  </a:moveTo>
                  <a:lnTo>
                    <a:pt x="4816592" y="0"/>
                  </a:lnTo>
                  <a:lnTo>
                    <a:pt x="4816592" y="225627"/>
                  </a:lnTo>
                  <a:lnTo>
                    <a:pt x="0" y="2256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TextBox 16">
              <a:extLst>
                <a:ext uri="{FF2B5EF4-FFF2-40B4-BE49-F238E27FC236}">
                  <a16:creationId xmlns:a16="http://schemas.microsoft.com/office/drawing/2014/main" id="{A08E81EC-58DC-46EE-9E7C-C3A7CEA30DCC}"/>
                </a:ext>
              </a:extLst>
            </p:cNvPr>
            <p:cNvSpPr txBox="1"/>
            <p:nvPr/>
          </p:nvSpPr>
          <p:spPr>
            <a:xfrm>
              <a:off x="0" y="-28575"/>
              <a:ext cx="4816593" cy="254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17">
            <a:extLst>
              <a:ext uri="{FF2B5EF4-FFF2-40B4-BE49-F238E27FC236}">
                <a16:creationId xmlns:a16="http://schemas.microsoft.com/office/drawing/2014/main" id="{FEFE3C25-9177-4DAE-BF8A-E385822BD8CB}"/>
              </a:ext>
            </a:extLst>
          </p:cNvPr>
          <p:cNvSpPr/>
          <p:nvPr/>
        </p:nvSpPr>
        <p:spPr>
          <a:xfrm>
            <a:off x="3220602" y="4482077"/>
            <a:ext cx="2702796" cy="647086"/>
          </a:xfrm>
          <a:custGeom>
            <a:avLst/>
            <a:gdLst/>
            <a:ahLst/>
            <a:cxnLst/>
            <a:rect l="l" t="t" r="r" b="b"/>
            <a:pathLst>
              <a:path w="2702796" h="647086">
                <a:moveTo>
                  <a:pt x="0" y="0"/>
                </a:moveTo>
                <a:lnTo>
                  <a:pt x="2702796" y="0"/>
                </a:lnTo>
                <a:lnTo>
                  <a:pt x="2702796" y="647087"/>
                </a:lnTo>
                <a:lnTo>
                  <a:pt x="0" y="6470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8"/>
          <p:cNvSpPr txBox="1">
            <a:spLocks noGrp="1"/>
          </p:cNvSpPr>
          <p:nvPr>
            <p:ph type="title"/>
          </p:nvPr>
        </p:nvSpPr>
        <p:spPr>
          <a:xfrm>
            <a:off x="-103686" y="67011"/>
            <a:ext cx="6443772" cy="63157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Mapa de clasificación de ideas. </a:t>
            </a:r>
            <a:endParaRPr sz="3200" dirty="0"/>
          </a:p>
        </p:txBody>
      </p:sp>
      <p:sp>
        <p:nvSpPr>
          <p:cNvPr id="371" name="Google Shape;371;p38"/>
          <p:cNvSpPr/>
          <p:nvPr/>
        </p:nvSpPr>
        <p:spPr>
          <a:xfrm>
            <a:off x="5640950" y="-111150"/>
            <a:ext cx="2717117" cy="1180290"/>
          </a:xfrm>
          <a:custGeom>
            <a:avLst/>
            <a:gdLst/>
            <a:ahLst/>
            <a:cxnLst/>
            <a:rect l="l" t="t" r="r" b="b"/>
            <a:pathLst>
              <a:path w="108338" h="47061" extrusionOk="0">
                <a:moveTo>
                  <a:pt x="0" y="1367"/>
                </a:moveTo>
                <a:cubicBezTo>
                  <a:pt x="0" y="22633"/>
                  <a:pt x="24010" y="43839"/>
                  <a:pt x="45112" y="46479"/>
                </a:cubicBezTo>
                <a:cubicBezTo>
                  <a:pt x="61401" y="48517"/>
                  <a:pt x="81003" y="45094"/>
                  <a:pt x="92617" y="33492"/>
                </a:cubicBezTo>
                <a:cubicBezTo>
                  <a:pt x="101342" y="24776"/>
                  <a:pt x="108338" y="12333"/>
                  <a:pt x="108338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sp>
      <p:grpSp>
        <p:nvGrpSpPr>
          <p:cNvPr id="372" name="Google Shape;372;p38"/>
          <p:cNvGrpSpPr/>
          <p:nvPr/>
        </p:nvGrpSpPr>
        <p:grpSpPr>
          <a:xfrm>
            <a:off x="-1417067" y="1727849"/>
            <a:ext cx="3317006" cy="3611933"/>
            <a:chOff x="-1287917" y="1727849"/>
            <a:chExt cx="3317006" cy="3611933"/>
          </a:xfrm>
        </p:grpSpPr>
        <p:sp>
          <p:nvSpPr>
            <p:cNvPr id="373" name="Google Shape;373;p38"/>
            <p:cNvSpPr/>
            <p:nvPr/>
          </p:nvSpPr>
          <p:spPr>
            <a:xfrm rot="2385968">
              <a:off x="359449" y="1813801"/>
              <a:ext cx="357758" cy="246130"/>
            </a:xfrm>
            <a:custGeom>
              <a:avLst/>
              <a:gdLst/>
              <a:ahLst/>
              <a:cxnLst/>
              <a:rect l="l" t="t" r="r" b="b"/>
              <a:pathLst>
                <a:path w="769217" h="529205" extrusionOk="0">
                  <a:moveTo>
                    <a:pt x="397282" y="181575"/>
                  </a:moveTo>
                  <a:cubicBezTo>
                    <a:pt x="483924" y="129570"/>
                    <a:pt x="566042" y="80318"/>
                    <a:pt x="648067" y="30939"/>
                  </a:cubicBezTo>
                  <a:cubicBezTo>
                    <a:pt x="658948" y="24391"/>
                    <a:pt x="668912" y="16261"/>
                    <a:pt x="680079" y="10314"/>
                  </a:cubicBezTo>
                  <a:cubicBezTo>
                    <a:pt x="709719" y="-5470"/>
                    <a:pt x="737492" y="-4933"/>
                    <a:pt x="758623" y="24581"/>
                  </a:cubicBezTo>
                  <a:cubicBezTo>
                    <a:pt x="777603" y="51121"/>
                    <a:pt x="770897" y="85506"/>
                    <a:pt x="739991" y="104738"/>
                  </a:cubicBezTo>
                  <a:cubicBezTo>
                    <a:pt x="657335" y="156110"/>
                    <a:pt x="573476" y="205615"/>
                    <a:pt x="489997" y="255659"/>
                  </a:cubicBezTo>
                  <a:cubicBezTo>
                    <a:pt x="478134" y="262776"/>
                    <a:pt x="465703" y="268913"/>
                    <a:pt x="451057" y="276884"/>
                  </a:cubicBezTo>
                  <a:cubicBezTo>
                    <a:pt x="481235" y="330597"/>
                    <a:pt x="510464" y="381779"/>
                    <a:pt x="538870" y="433435"/>
                  </a:cubicBezTo>
                  <a:cubicBezTo>
                    <a:pt x="559811" y="471490"/>
                    <a:pt x="553642" y="503723"/>
                    <a:pt x="523306" y="521438"/>
                  </a:cubicBezTo>
                  <a:cubicBezTo>
                    <a:pt x="493698" y="538709"/>
                    <a:pt x="461876" y="526910"/>
                    <a:pt x="439669" y="488698"/>
                  </a:cubicBezTo>
                  <a:cubicBezTo>
                    <a:pt x="408542" y="435144"/>
                    <a:pt x="378491" y="380956"/>
                    <a:pt x="348219" y="327497"/>
                  </a:cubicBezTo>
                  <a:cubicBezTo>
                    <a:pt x="260627" y="356789"/>
                    <a:pt x="175630" y="385923"/>
                    <a:pt x="90095" y="413538"/>
                  </a:cubicBezTo>
                  <a:cubicBezTo>
                    <a:pt x="38090" y="430335"/>
                    <a:pt x="13164" y="421383"/>
                    <a:pt x="3199" y="385954"/>
                  </a:cubicBezTo>
                  <a:cubicBezTo>
                    <a:pt x="-8093" y="345781"/>
                    <a:pt x="10380" y="320791"/>
                    <a:pt x="60676" y="304247"/>
                  </a:cubicBezTo>
                  <a:cubicBezTo>
                    <a:pt x="127611" y="282230"/>
                    <a:pt x="194135" y="258854"/>
                    <a:pt x="260754" y="235825"/>
                  </a:cubicBezTo>
                  <a:cubicBezTo>
                    <a:pt x="268599" y="233105"/>
                    <a:pt x="275969" y="229087"/>
                    <a:pt x="288591" y="223425"/>
                  </a:cubicBezTo>
                  <a:cubicBezTo>
                    <a:pt x="265499" y="181827"/>
                    <a:pt x="243229" y="141875"/>
                    <a:pt x="221118" y="101860"/>
                  </a:cubicBezTo>
                  <a:cubicBezTo>
                    <a:pt x="197805" y="59693"/>
                    <a:pt x="201948" y="27491"/>
                    <a:pt x="232759" y="9239"/>
                  </a:cubicBezTo>
                  <a:cubicBezTo>
                    <a:pt x="263316" y="-8823"/>
                    <a:pt x="295487" y="4051"/>
                    <a:pt x="319053" y="44604"/>
                  </a:cubicBezTo>
                  <a:cubicBezTo>
                    <a:pt x="343790" y="87151"/>
                    <a:pt x="367894" y="130076"/>
                    <a:pt x="397282" y="1816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" name="Google Shape;374;p38"/>
            <p:cNvSpPr/>
            <p:nvPr/>
          </p:nvSpPr>
          <p:spPr>
            <a:xfrm rot="-7516314">
              <a:off x="-911791" y="2519127"/>
              <a:ext cx="2564755" cy="2248803"/>
            </a:xfrm>
            <a:custGeom>
              <a:avLst/>
              <a:gdLst/>
              <a:ahLst/>
              <a:cxnLst/>
              <a:rect l="l" t="t" r="r" b="b"/>
              <a:pathLst>
                <a:path w="47163" h="41353" extrusionOk="0">
                  <a:moveTo>
                    <a:pt x="0" y="0"/>
                  </a:moveTo>
                  <a:cubicBezTo>
                    <a:pt x="0" y="10751"/>
                    <a:pt x="942" y="23498"/>
                    <a:pt x="8544" y="31100"/>
                  </a:cubicBezTo>
                  <a:cubicBezTo>
                    <a:pt x="17962" y="40518"/>
                    <a:pt x="33844" y="41353"/>
                    <a:pt x="47163" y="41353"/>
                  </a:cubicBez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sp>
      </p:grpSp>
      <p:grpSp>
        <p:nvGrpSpPr>
          <p:cNvPr id="375" name="Google Shape;375;p38"/>
          <p:cNvGrpSpPr/>
          <p:nvPr/>
        </p:nvGrpSpPr>
        <p:grpSpPr>
          <a:xfrm rot="8732923">
            <a:off x="124093" y="56843"/>
            <a:ext cx="570167" cy="489389"/>
            <a:chOff x="6002926" y="4457081"/>
            <a:chExt cx="570173" cy="489394"/>
          </a:xfrm>
        </p:grpSpPr>
        <p:sp>
          <p:nvSpPr>
            <p:cNvPr id="376" name="Google Shape;376;p38"/>
            <p:cNvSpPr/>
            <p:nvPr/>
          </p:nvSpPr>
          <p:spPr>
            <a:xfrm rot="9004109">
              <a:off x="6037516" y="4594879"/>
              <a:ext cx="279275" cy="213297"/>
            </a:xfrm>
            <a:custGeom>
              <a:avLst/>
              <a:gdLst/>
              <a:ahLst/>
              <a:cxnLst/>
              <a:rect l="l" t="t" r="r" b="b"/>
              <a:pathLst>
                <a:path w="977883" h="746859" extrusionOk="0">
                  <a:moveTo>
                    <a:pt x="115185" y="746860"/>
                  </a:moveTo>
                  <a:cubicBezTo>
                    <a:pt x="106834" y="743886"/>
                    <a:pt x="98673" y="739774"/>
                    <a:pt x="90069" y="738161"/>
                  </a:cubicBezTo>
                  <a:cubicBezTo>
                    <a:pt x="-5526" y="720162"/>
                    <a:pt x="-27763" y="672966"/>
                    <a:pt x="36546" y="598660"/>
                  </a:cubicBezTo>
                  <a:cubicBezTo>
                    <a:pt x="107910" y="516257"/>
                    <a:pt x="187720" y="440369"/>
                    <a:pt x="269300" y="367772"/>
                  </a:cubicBezTo>
                  <a:cubicBezTo>
                    <a:pt x="399375" y="252059"/>
                    <a:pt x="533878" y="141312"/>
                    <a:pt x="666736" y="28731"/>
                  </a:cubicBezTo>
                  <a:cubicBezTo>
                    <a:pt x="724719" y="-20395"/>
                    <a:pt x="783492" y="-6255"/>
                    <a:pt x="824710" y="69095"/>
                  </a:cubicBezTo>
                  <a:cubicBezTo>
                    <a:pt x="895947" y="199200"/>
                    <a:pt x="942796" y="338037"/>
                    <a:pt x="966425" y="484497"/>
                  </a:cubicBezTo>
                  <a:cubicBezTo>
                    <a:pt x="971265" y="514580"/>
                    <a:pt x="975789" y="544884"/>
                    <a:pt x="977529" y="575283"/>
                  </a:cubicBezTo>
                  <a:cubicBezTo>
                    <a:pt x="981071" y="636714"/>
                    <a:pt x="958422" y="665184"/>
                    <a:pt x="896232" y="672428"/>
                  </a:cubicBezTo>
                  <a:cubicBezTo>
                    <a:pt x="701943" y="695109"/>
                    <a:pt x="507433" y="715986"/>
                    <a:pt x="313049" y="737845"/>
                  </a:cubicBezTo>
                  <a:cubicBezTo>
                    <a:pt x="297264" y="739616"/>
                    <a:pt x="281732" y="743792"/>
                    <a:pt x="266074" y="746828"/>
                  </a:cubicBezTo>
                  <a:lnTo>
                    <a:pt x="115122" y="746828"/>
                  </a:lnTo>
                  <a:close/>
                  <a:moveTo>
                    <a:pt x="734050" y="64603"/>
                  </a:moveTo>
                  <a:cubicBezTo>
                    <a:pt x="513822" y="267306"/>
                    <a:pt x="268636" y="431196"/>
                    <a:pt x="66756" y="665405"/>
                  </a:cubicBezTo>
                  <a:cubicBezTo>
                    <a:pt x="100381" y="668790"/>
                    <a:pt x="117684" y="673250"/>
                    <a:pt x="134481" y="671795"/>
                  </a:cubicBezTo>
                  <a:cubicBezTo>
                    <a:pt x="382578" y="650127"/>
                    <a:pt x="630643" y="628110"/>
                    <a:pt x="878486" y="603785"/>
                  </a:cubicBezTo>
                  <a:cubicBezTo>
                    <a:pt x="888672" y="602772"/>
                    <a:pt x="905311" y="577466"/>
                    <a:pt x="904171" y="564813"/>
                  </a:cubicBezTo>
                  <a:cubicBezTo>
                    <a:pt x="889589" y="402220"/>
                    <a:pt x="841918" y="249212"/>
                    <a:pt x="763880" y="105789"/>
                  </a:cubicBezTo>
                  <a:cubicBezTo>
                    <a:pt x="757237" y="93579"/>
                    <a:pt x="747526" y="83045"/>
                    <a:pt x="734082" y="646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" name="Google Shape;377;p38"/>
            <p:cNvSpPr/>
            <p:nvPr/>
          </p:nvSpPr>
          <p:spPr>
            <a:xfrm rot="9475173">
              <a:off x="6225408" y="4494516"/>
              <a:ext cx="280049" cy="414523"/>
            </a:xfrm>
            <a:custGeom>
              <a:avLst/>
              <a:gdLst/>
              <a:ahLst/>
              <a:cxnLst/>
              <a:rect l="l" t="t" r="r" b="b"/>
              <a:pathLst>
                <a:path w="979281" h="1449513" extrusionOk="0">
                  <a:moveTo>
                    <a:pt x="979250" y="368955"/>
                  </a:moveTo>
                  <a:cubicBezTo>
                    <a:pt x="961093" y="406535"/>
                    <a:pt x="953026" y="435448"/>
                    <a:pt x="935786" y="457053"/>
                  </a:cubicBezTo>
                  <a:cubicBezTo>
                    <a:pt x="793723" y="634988"/>
                    <a:pt x="652830" y="813998"/>
                    <a:pt x="505833" y="987820"/>
                  </a:cubicBezTo>
                  <a:cubicBezTo>
                    <a:pt x="385280" y="1130358"/>
                    <a:pt x="256787" y="1266126"/>
                    <a:pt x="131996" y="1405089"/>
                  </a:cubicBezTo>
                  <a:cubicBezTo>
                    <a:pt x="106088" y="1433938"/>
                    <a:pt x="80339" y="1463768"/>
                    <a:pt x="36148" y="1442068"/>
                  </a:cubicBezTo>
                  <a:cubicBezTo>
                    <a:pt x="-7157" y="1420811"/>
                    <a:pt x="-2729" y="1383199"/>
                    <a:pt x="4990" y="1344196"/>
                  </a:cubicBezTo>
                  <a:cubicBezTo>
                    <a:pt x="80687" y="962546"/>
                    <a:pt x="156100" y="580832"/>
                    <a:pt x="231228" y="199055"/>
                  </a:cubicBezTo>
                  <a:cubicBezTo>
                    <a:pt x="240243" y="153314"/>
                    <a:pt x="245621" y="106846"/>
                    <a:pt x="255427" y="61294"/>
                  </a:cubicBezTo>
                  <a:cubicBezTo>
                    <a:pt x="267890" y="3216"/>
                    <a:pt x="310911" y="-17250"/>
                    <a:pt x="358803" y="15838"/>
                  </a:cubicBezTo>
                  <a:cubicBezTo>
                    <a:pt x="531012" y="134841"/>
                    <a:pt x="715590" y="228949"/>
                    <a:pt x="910923" y="303792"/>
                  </a:cubicBezTo>
                  <a:cubicBezTo>
                    <a:pt x="937937" y="314136"/>
                    <a:pt x="956506" y="346528"/>
                    <a:pt x="979282" y="368955"/>
                  </a:cubicBezTo>
                  <a:close/>
                  <a:moveTo>
                    <a:pt x="898649" y="388346"/>
                  </a:moveTo>
                  <a:cubicBezTo>
                    <a:pt x="699584" y="286109"/>
                    <a:pt x="510957" y="189249"/>
                    <a:pt x="325684" y="94098"/>
                  </a:cubicBezTo>
                  <a:cubicBezTo>
                    <a:pt x="242710" y="506179"/>
                    <a:pt x="158156" y="926136"/>
                    <a:pt x="73601" y="1346094"/>
                  </a:cubicBezTo>
                  <a:cubicBezTo>
                    <a:pt x="77714" y="1348466"/>
                    <a:pt x="81858" y="1350807"/>
                    <a:pt x="85970" y="1353180"/>
                  </a:cubicBezTo>
                  <a:cubicBezTo>
                    <a:pt x="356937" y="1029987"/>
                    <a:pt x="670988" y="743109"/>
                    <a:pt x="898618" y="38837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825" y="795864"/>
            <a:ext cx="3667940" cy="3633090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8107" y="810348"/>
            <a:ext cx="3889068" cy="3618606"/>
          </a:xfrm>
          <a:prstGeom prst="rect">
            <a:avLst/>
          </a:prstGeom>
        </p:spPr>
      </p:pic>
      <p:grpSp>
        <p:nvGrpSpPr>
          <p:cNvPr id="12" name="Group 14">
            <a:extLst>
              <a:ext uri="{FF2B5EF4-FFF2-40B4-BE49-F238E27FC236}">
                <a16:creationId xmlns:a16="http://schemas.microsoft.com/office/drawing/2014/main" id="{2E8F1F4E-7CC6-4ADD-8212-68AAC89EF608}"/>
              </a:ext>
            </a:extLst>
          </p:cNvPr>
          <p:cNvGrpSpPr/>
          <p:nvPr/>
        </p:nvGrpSpPr>
        <p:grpSpPr>
          <a:xfrm>
            <a:off x="-1601721" y="4482077"/>
            <a:ext cx="18288000" cy="856676"/>
            <a:chOff x="0" y="0"/>
            <a:chExt cx="4816593" cy="225627"/>
          </a:xfrm>
        </p:grpSpPr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451A3316-182F-48F6-AE62-628ED390D60C}"/>
                </a:ext>
              </a:extLst>
            </p:cNvPr>
            <p:cNvSpPr/>
            <p:nvPr/>
          </p:nvSpPr>
          <p:spPr>
            <a:xfrm>
              <a:off x="0" y="0"/>
              <a:ext cx="4816592" cy="225627"/>
            </a:xfrm>
            <a:custGeom>
              <a:avLst/>
              <a:gdLst/>
              <a:ahLst/>
              <a:cxnLst/>
              <a:rect l="l" t="t" r="r" b="b"/>
              <a:pathLst>
                <a:path w="4816592" h="225627">
                  <a:moveTo>
                    <a:pt x="0" y="0"/>
                  </a:moveTo>
                  <a:lnTo>
                    <a:pt x="4816592" y="0"/>
                  </a:lnTo>
                  <a:lnTo>
                    <a:pt x="4816592" y="225627"/>
                  </a:lnTo>
                  <a:lnTo>
                    <a:pt x="0" y="2256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4" name="TextBox 16">
              <a:extLst>
                <a:ext uri="{FF2B5EF4-FFF2-40B4-BE49-F238E27FC236}">
                  <a16:creationId xmlns:a16="http://schemas.microsoft.com/office/drawing/2014/main" id="{57C901BC-0659-474C-97F8-89C0267C602F}"/>
                </a:ext>
              </a:extLst>
            </p:cNvPr>
            <p:cNvSpPr txBox="1"/>
            <p:nvPr/>
          </p:nvSpPr>
          <p:spPr>
            <a:xfrm>
              <a:off x="0" y="-28575"/>
              <a:ext cx="4816593" cy="254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7">
            <a:extLst>
              <a:ext uri="{FF2B5EF4-FFF2-40B4-BE49-F238E27FC236}">
                <a16:creationId xmlns:a16="http://schemas.microsoft.com/office/drawing/2014/main" id="{955A9734-2BD8-4E76-A8DC-0B2F2294AF55}"/>
              </a:ext>
            </a:extLst>
          </p:cNvPr>
          <p:cNvSpPr/>
          <p:nvPr/>
        </p:nvSpPr>
        <p:spPr>
          <a:xfrm>
            <a:off x="3220602" y="4482077"/>
            <a:ext cx="2702796" cy="647086"/>
          </a:xfrm>
          <a:custGeom>
            <a:avLst/>
            <a:gdLst/>
            <a:ahLst/>
            <a:cxnLst/>
            <a:rect l="l" t="t" r="r" b="b"/>
            <a:pathLst>
              <a:path w="2702796" h="647086">
                <a:moveTo>
                  <a:pt x="0" y="0"/>
                </a:moveTo>
                <a:lnTo>
                  <a:pt x="2702796" y="0"/>
                </a:lnTo>
                <a:lnTo>
                  <a:pt x="2702796" y="647087"/>
                </a:lnTo>
                <a:lnTo>
                  <a:pt x="0" y="6470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1"/>
          <p:cNvSpPr txBox="1">
            <a:spLocks noGrp="1"/>
          </p:cNvSpPr>
          <p:nvPr>
            <p:ph type="title"/>
          </p:nvPr>
        </p:nvSpPr>
        <p:spPr>
          <a:xfrm>
            <a:off x="720000" y="40300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Ejes de Factibilidad y Originalidad</a:t>
            </a:r>
            <a:endParaRPr dirty="0"/>
          </a:p>
        </p:txBody>
      </p:sp>
      <p:sp>
        <p:nvSpPr>
          <p:cNvPr id="407" name="Google Shape;407;p41"/>
          <p:cNvSpPr txBox="1">
            <a:spLocks noGrp="1"/>
          </p:cNvSpPr>
          <p:nvPr>
            <p:ph type="subTitle" idx="1"/>
          </p:nvPr>
        </p:nvSpPr>
        <p:spPr>
          <a:xfrm>
            <a:off x="315309" y="1227549"/>
            <a:ext cx="4590267" cy="30711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s-MX" sz="1600" b="1" dirty="0"/>
              <a:t>Definiciones Clave</a:t>
            </a:r>
          </a:p>
          <a:p>
            <a:r>
              <a:rPr lang="es-MX" b="1" dirty="0"/>
              <a:t>Factibilidad</a:t>
            </a:r>
            <a:r>
              <a:rPr lang="es-MX" dirty="0"/>
              <a:t>: Posibilidad de implementar una solución considerando inversión, operatividad y tecnología.</a:t>
            </a:r>
          </a:p>
          <a:p>
            <a:r>
              <a:rPr lang="es-MX" b="1" dirty="0"/>
              <a:t>Viabilidad</a:t>
            </a:r>
            <a:r>
              <a:rPr lang="es-MX" dirty="0"/>
              <a:t>: Capacidad de mantener la solución de manera continua en el tiempo.</a:t>
            </a:r>
          </a:p>
          <a:p>
            <a:r>
              <a:rPr lang="es-MX" b="1" dirty="0"/>
              <a:t>Originalidad</a:t>
            </a:r>
            <a:r>
              <a:rPr lang="es-MX" dirty="0"/>
              <a:t>: Novedad o unicidad de la solución, sin considerar su impacto.</a:t>
            </a:r>
          </a:p>
          <a:p>
            <a:r>
              <a:rPr lang="es-MX" b="1" dirty="0"/>
              <a:t>Innovación</a:t>
            </a:r>
            <a:r>
              <a:rPr lang="es-MX" dirty="0"/>
              <a:t>: Implementación de una solución que genera un cambio positivo significativo y sostenible.</a:t>
            </a:r>
          </a:p>
        </p:txBody>
      </p:sp>
      <p:pic>
        <p:nvPicPr>
          <p:cNvPr id="408" name="Google Shape;408;p41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1090" r="15168"/>
          <a:stretch/>
        </p:blipFill>
        <p:spPr>
          <a:xfrm>
            <a:off x="5086799" y="1081452"/>
            <a:ext cx="3594798" cy="3249051"/>
          </a:xfrm>
          <a:prstGeom prst="rect">
            <a:avLst/>
          </a:prstGeom>
        </p:spPr>
      </p:pic>
      <p:grpSp>
        <p:nvGrpSpPr>
          <p:cNvPr id="409" name="Google Shape;409;p41"/>
          <p:cNvGrpSpPr/>
          <p:nvPr/>
        </p:nvGrpSpPr>
        <p:grpSpPr>
          <a:xfrm rot="-3321913">
            <a:off x="5329179" y="1383449"/>
            <a:ext cx="613946" cy="448480"/>
            <a:chOff x="4891777" y="1196142"/>
            <a:chExt cx="2324664" cy="1697408"/>
          </a:xfrm>
        </p:grpSpPr>
        <p:sp>
          <p:nvSpPr>
            <p:cNvPr id="410" name="Google Shape;410;p41"/>
            <p:cNvSpPr/>
            <p:nvPr/>
          </p:nvSpPr>
          <p:spPr>
            <a:xfrm>
              <a:off x="6238558" y="2146691"/>
              <a:ext cx="977883" cy="746859"/>
            </a:xfrm>
            <a:custGeom>
              <a:avLst/>
              <a:gdLst/>
              <a:ahLst/>
              <a:cxnLst/>
              <a:rect l="l" t="t" r="r" b="b"/>
              <a:pathLst>
                <a:path w="977883" h="746859" extrusionOk="0">
                  <a:moveTo>
                    <a:pt x="115185" y="746860"/>
                  </a:moveTo>
                  <a:cubicBezTo>
                    <a:pt x="106834" y="743886"/>
                    <a:pt x="98673" y="739774"/>
                    <a:pt x="90069" y="738161"/>
                  </a:cubicBezTo>
                  <a:cubicBezTo>
                    <a:pt x="-5526" y="720162"/>
                    <a:pt x="-27763" y="672966"/>
                    <a:pt x="36546" y="598660"/>
                  </a:cubicBezTo>
                  <a:cubicBezTo>
                    <a:pt x="107910" y="516257"/>
                    <a:pt x="187720" y="440369"/>
                    <a:pt x="269300" y="367772"/>
                  </a:cubicBezTo>
                  <a:cubicBezTo>
                    <a:pt x="399375" y="252059"/>
                    <a:pt x="533878" y="141312"/>
                    <a:pt x="666736" y="28731"/>
                  </a:cubicBezTo>
                  <a:cubicBezTo>
                    <a:pt x="724719" y="-20395"/>
                    <a:pt x="783492" y="-6255"/>
                    <a:pt x="824710" y="69095"/>
                  </a:cubicBezTo>
                  <a:cubicBezTo>
                    <a:pt x="895947" y="199200"/>
                    <a:pt x="942796" y="338037"/>
                    <a:pt x="966425" y="484497"/>
                  </a:cubicBezTo>
                  <a:cubicBezTo>
                    <a:pt x="971265" y="514580"/>
                    <a:pt x="975789" y="544884"/>
                    <a:pt x="977529" y="575283"/>
                  </a:cubicBezTo>
                  <a:cubicBezTo>
                    <a:pt x="981071" y="636714"/>
                    <a:pt x="958422" y="665184"/>
                    <a:pt x="896232" y="672428"/>
                  </a:cubicBezTo>
                  <a:cubicBezTo>
                    <a:pt x="701943" y="695109"/>
                    <a:pt x="507433" y="715986"/>
                    <a:pt x="313049" y="737845"/>
                  </a:cubicBezTo>
                  <a:cubicBezTo>
                    <a:pt x="297264" y="739616"/>
                    <a:pt x="281732" y="743792"/>
                    <a:pt x="266074" y="746828"/>
                  </a:cubicBezTo>
                  <a:lnTo>
                    <a:pt x="115122" y="746828"/>
                  </a:lnTo>
                  <a:close/>
                  <a:moveTo>
                    <a:pt x="734050" y="64603"/>
                  </a:moveTo>
                  <a:cubicBezTo>
                    <a:pt x="513822" y="267306"/>
                    <a:pt x="268636" y="431196"/>
                    <a:pt x="66756" y="665405"/>
                  </a:cubicBezTo>
                  <a:cubicBezTo>
                    <a:pt x="100381" y="668790"/>
                    <a:pt x="117684" y="673250"/>
                    <a:pt x="134481" y="671795"/>
                  </a:cubicBezTo>
                  <a:cubicBezTo>
                    <a:pt x="382578" y="650127"/>
                    <a:pt x="630643" y="628110"/>
                    <a:pt x="878486" y="603785"/>
                  </a:cubicBezTo>
                  <a:cubicBezTo>
                    <a:pt x="888672" y="602772"/>
                    <a:pt x="905311" y="577466"/>
                    <a:pt x="904171" y="564813"/>
                  </a:cubicBezTo>
                  <a:cubicBezTo>
                    <a:pt x="889589" y="402220"/>
                    <a:pt x="841918" y="249212"/>
                    <a:pt x="763880" y="105789"/>
                  </a:cubicBezTo>
                  <a:cubicBezTo>
                    <a:pt x="757237" y="93579"/>
                    <a:pt x="747526" y="83045"/>
                    <a:pt x="734082" y="646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41"/>
            <p:cNvSpPr/>
            <p:nvPr/>
          </p:nvSpPr>
          <p:spPr>
            <a:xfrm>
              <a:off x="5836523" y="1196142"/>
              <a:ext cx="979281" cy="1449513"/>
            </a:xfrm>
            <a:custGeom>
              <a:avLst/>
              <a:gdLst/>
              <a:ahLst/>
              <a:cxnLst/>
              <a:rect l="l" t="t" r="r" b="b"/>
              <a:pathLst>
                <a:path w="979281" h="1449513" extrusionOk="0">
                  <a:moveTo>
                    <a:pt x="979250" y="368955"/>
                  </a:moveTo>
                  <a:cubicBezTo>
                    <a:pt x="961093" y="406535"/>
                    <a:pt x="953026" y="435448"/>
                    <a:pt x="935786" y="457053"/>
                  </a:cubicBezTo>
                  <a:cubicBezTo>
                    <a:pt x="793723" y="634988"/>
                    <a:pt x="652830" y="813998"/>
                    <a:pt x="505833" y="987820"/>
                  </a:cubicBezTo>
                  <a:cubicBezTo>
                    <a:pt x="385280" y="1130358"/>
                    <a:pt x="256787" y="1266126"/>
                    <a:pt x="131996" y="1405089"/>
                  </a:cubicBezTo>
                  <a:cubicBezTo>
                    <a:pt x="106088" y="1433938"/>
                    <a:pt x="80339" y="1463768"/>
                    <a:pt x="36148" y="1442068"/>
                  </a:cubicBezTo>
                  <a:cubicBezTo>
                    <a:pt x="-7157" y="1420811"/>
                    <a:pt x="-2729" y="1383199"/>
                    <a:pt x="4990" y="1344196"/>
                  </a:cubicBezTo>
                  <a:cubicBezTo>
                    <a:pt x="80687" y="962546"/>
                    <a:pt x="156100" y="580832"/>
                    <a:pt x="231228" y="199055"/>
                  </a:cubicBezTo>
                  <a:cubicBezTo>
                    <a:pt x="240243" y="153314"/>
                    <a:pt x="245621" y="106846"/>
                    <a:pt x="255427" y="61294"/>
                  </a:cubicBezTo>
                  <a:cubicBezTo>
                    <a:pt x="267890" y="3216"/>
                    <a:pt x="310911" y="-17250"/>
                    <a:pt x="358803" y="15838"/>
                  </a:cubicBezTo>
                  <a:cubicBezTo>
                    <a:pt x="531012" y="134841"/>
                    <a:pt x="715590" y="228949"/>
                    <a:pt x="910923" y="303792"/>
                  </a:cubicBezTo>
                  <a:cubicBezTo>
                    <a:pt x="937937" y="314136"/>
                    <a:pt x="956506" y="346528"/>
                    <a:pt x="979282" y="368955"/>
                  </a:cubicBezTo>
                  <a:close/>
                  <a:moveTo>
                    <a:pt x="898649" y="388346"/>
                  </a:moveTo>
                  <a:cubicBezTo>
                    <a:pt x="699584" y="286109"/>
                    <a:pt x="510957" y="189249"/>
                    <a:pt x="325684" y="94098"/>
                  </a:cubicBezTo>
                  <a:cubicBezTo>
                    <a:pt x="242710" y="506179"/>
                    <a:pt x="158156" y="926136"/>
                    <a:pt x="73601" y="1346094"/>
                  </a:cubicBezTo>
                  <a:cubicBezTo>
                    <a:pt x="77714" y="1348466"/>
                    <a:pt x="81858" y="1350807"/>
                    <a:pt x="85970" y="1353180"/>
                  </a:cubicBezTo>
                  <a:cubicBezTo>
                    <a:pt x="356937" y="1029987"/>
                    <a:pt x="670988" y="743109"/>
                    <a:pt x="898618" y="38837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41"/>
            <p:cNvSpPr/>
            <p:nvPr/>
          </p:nvSpPr>
          <p:spPr>
            <a:xfrm>
              <a:off x="4891777" y="1613886"/>
              <a:ext cx="546955" cy="986365"/>
            </a:xfrm>
            <a:custGeom>
              <a:avLst/>
              <a:gdLst/>
              <a:ahLst/>
              <a:cxnLst/>
              <a:rect l="l" t="t" r="r" b="b"/>
              <a:pathLst>
                <a:path w="546955" h="986365" extrusionOk="0">
                  <a:moveTo>
                    <a:pt x="545911" y="758987"/>
                  </a:moveTo>
                  <a:cubicBezTo>
                    <a:pt x="545911" y="816401"/>
                    <a:pt x="549170" y="874068"/>
                    <a:pt x="544172" y="931038"/>
                  </a:cubicBezTo>
                  <a:cubicBezTo>
                    <a:pt x="542400" y="951283"/>
                    <a:pt x="522946" y="983074"/>
                    <a:pt x="507383" y="985795"/>
                  </a:cubicBezTo>
                  <a:cubicBezTo>
                    <a:pt x="487074" y="989369"/>
                    <a:pt x="451709" y="975672"/>
                    <a:pt x="441586" y="958401"/>
                  </a:cubicBezTo>
                  <a:cubicBezTo>
                    <a:pt x="301200" y="718814"/>
                    <a:pt x="161477" y="478752"/>
                    <a:pt x="27291" y="235685"/>
                  </a:cubicBezTo>
                  <a:cubicBezTo>
                    <a:pt x="-27307" y="136801"/>
                    <a:pt x="23" y="89036"/>
                    <a:pt x="109220" y="61104"/>
                  </a:cubicBezTo>
                  <a:cubicBezTo>
                    <a:pt x="180362" y="42915"/>
                    <a:pt x="251283" y="23745"/>
                    <a:pt x="322678" y="6537"/>
                  </a:cubicBezTo>
                  <a:cubicBezTo>
                    <a:pt x="395687" y="-11051"/>
                    <a:pt x="425011" y="5208"/>
                    <a:pt x="449589" y="75433"/>
                  </a:cubicBezTo>
                  <a:cubicBezTo>
                    <a:pt x="527090" y="296863"/>
                    <a:pt x="543919" y="526929"/>
                    <a:pt x="545880" y="759019"/>
                  </a:cubicBezTo>
                  <a:close/>
                  <a:moveTo>
                    <a:pt x="53388" y="148410"/>
                  </a:moveTo>
                  <a:cubicBezTo>
                    <a:pt x="194028" y="395937"/>
                    <a:pt x="327170" y="630337"/>
                    <a:pt x="460344" y="864736"/>
                  </a:cubicBezTo>
                  <a:cubicBezTo>
                    <a:pt x="469233" y="757121"/>
                    <a:pt x="479230" y="655706"/>
                    <a:pt x="466924" y="557075"/>
                  </a:cubicBezTo>
                  <a:cubicBezTo>
                    <a:pt x="448103" y="406471"/>
                    <a:pt x="414635" y="257639"/>
                    <a:pt x="384869" y="108553"/>
                  </a:cubicBezTo>
                  <a:cubicBezTo>
                    <a:pt x="382117" y="94729"/>
                    <a:pt x="358771" y="72397"/>
                    <a:pt x="349503" y="74421"/>
                  </a:cubicBezTo>
                  <a:cubicBezTo>
                    <a:pt x="257325" y="94824"/>
                    <a:pt x="166096" y="119498"/>
                    <a:pt x="53388" y="1484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41"/>
            <p:cNvSpPr/>
            <p:nvPr/>
          </p:nvSpPr>
          <p:spPr>
            <a:xfrm>
              <a:off x="6238558" y="2146691"/>
              <a:ext cx="977883" cy="746859"/>
            </a:xfrm>
            <a:custGeom>
              <a:avLst/>
              <a:gdLst/>
              <a:ahLst/>
              <a:cxnLst/>
              <a:rect l="l" t="t" r="r" b="b"/>
              <a:pathLst>
                <a:path w="977883" h="746859" extrusionOk="0">
                  <a:moveTo>
                    <a:pt x="115185" y="746860"/>
                  </a:moveTo>
                  <a:cubicBezTo>
                    <a:pt x="106834" y="743886"/>
                    <a:pt x="98673" y="739774"/>
                    <a:pt x="90069" y="738161"/>
                  </a:cubicBezTo>
                  <a:cubicBezTo>
                    <a:pt x="-5526" y="720162"/>
                    <a:pt x="-27763" y="672966"/>
                    <a:pt x="36546" y="598660"/>
                  </a:cubicBezTo>
                  <a:cubicBezTo>
                    <a:pt x="107910" y="516257"/>
                    <a:pt x="187720" y="440369"/>
                    <a:pt x="269300" y="367772"/>
                  </a:cubicBezTo>
                  <a:cubicBezTo>
                    <a:pt x="399375" y="252059"/>
                    <a:pt x="533878" y="141312"/>
                    <a:pt x="666736" y="28731"/>
                  </a:cubicBezTo>
                  <a:cubicBezTo>
                    <a:pt x="724719" y="-20395"/>
                    <a:pt x="783492" y="-6255"/>
                    <a:pt x="824710" y="69095"/>
                  </a:cubicBezTo>
                  <a:cubicBezTo>
                    <a:pt x="895947" y="199200"/>
                    <a:pt x="942796" y="338037"/>
                    <a:pt x="966425" y="484497"/>
                  </a:cubicBezTo>
                  <a:cubicBezTo>
                    <a:pt x="971265" y="514580"/>
                    <a:pt x="975789" y="544884"/>
                    <a:pt x="977529" y="575283"/>
                  </a:cubicBezTo>
                  <a:cubicBezTo>
                    <a:pt x="981071" y="636714"/>
                    <a:pt x="958422" y="665184"/>
                    <a:pt x="896232" y="672428"/>
                  </a:cubicBezTo>
                  <a:cubicBezTo>
                    <a:pt x="701943" y="695109"/>
                    <a:pt x="507433" y="715986"/>
                    <a:pt x="313049" y="737845"/>
                  </a:cubicBezTo>
                  <a:cubicBezTo>
                    <a:pt x="297264" y="739616"/>
                    <a:pt x="281732" y="743792"/>
                    <a:pt x="266074" y="746828"/>
                  </a:cubicBezTo>
                  <a:lnTo>
                    <a:pt x="115122" y="746828"/>
                  </a:lnTo>
                  <a:close/>
                  <a:moveTo>
                    <a:pt x="734050" y="64603"/>
                  </a:moveTo>
                  <a:cubicBezTo>
                    <a:pt x="513822" y="267306"/>
                    <a:pt x="268636" y="431196"/>
                    <a:pt x="66756" y="665405"/>
                  </a:cubicBezTo>
                  <a:cubicBezTo>
                    <a:pt x="100381" y="668790"/>
                    <a:pt x="117684" y="673250"/>
                    <a:pt x="134481" y="671795"/>
                  </a:cubicBezTo>
                  <a:cubicBezTo>
                    <a:pt x="382578" y="650127"/>
                    <a:pt x="630643" y="628110"/>
                    <a:pt x="878486" y="603785"/>
                  </a:cubicBezTo>
                  <a:cubicBezTo>
                    <a:pt x="888672" y="602772"/>
                    <a:pt x="905311" y="577466"/>
                    <a:pt x="904171" y="564813"/>
                  </a:cubicBezTo>
                  <a:cubicBezTo>
                    <a:pt x="889589" y="402220"/>
                    <a:pt x="841918" y="249212"/>
                    <a:pt x="763880" y="105789"/>
                  </a:cubicBezTo>
                  <a:cubicBezTo>
                    <a:pt x="757237" y="93579"/>
                    <a:pt x="747526" y="83045"/>
                    <a:pt x="734082" y="646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" name="Google Shape;414;p41"/>
            <p:cNvSpPr/>
            <p:nvPr/>
          </p:nvSpPr>
          <p:spPr>
            <a:xfrm>
              <a:off x="5836523" y="1196142"/>
              <a:ext cx="979281" cy="1449513"/>
            </a:xfrm>
            <a:custGeom>
              <a:avLst/>
              <a:gdLst/>
              <a:ahLst/>
              <a:cxnLst/>
              <a:rect l="l" t="t" r="r" b="b"/>
              <a:pathLst>
                <a:path w="979281" h="1449513" extrusionOk="0">
                  <a:moveTo>
                    <a:pt x="979250" y="368955"/>
                  </a:moveTo>
                  <a:cubicBezTo>
                    <a:pt x="961093" y="406535"/>
                    <a:pt x="953026" y="435448"/>
                    <a:pt x="935786" y="457053"/>
                  </a:cubicBezTo>
                  <a:cubicBezTo>
                    <a:pt x="793723" y="634988"/>
                    <a:pt x="652830" y="813998"/>
                    <a:pt x="505833" y="987820"/>
                  </a:cubicBezTo>
                  <a:cubicBezTo>
                    <a:pt x="385280" y="1130358"/>
                    <a:pt x="256787" y="1266126"/>
                    <a:pt x="131996" y="1405089"/>
                  </a:cubicBezTo>
                  <a:cubicBezTo>
                    <a:pt x="106088" y="1433938"/>
                    <a:pt x="80339" y="1463768"/>
                    <a:pt x="36148" y="1442068"/>
                  </a:cubicBezTo>
                  <a:cubicBezTo>
                    <a:pt x="-7157" y="1420811"/>
                    <a:pt x="-2729" y="1383199"/>
                    <a:pt x="4990" y="1344196"/>
                  </a:cubicBezTo>
                  <a:cubicBezTo>
                    <a:pt x="80687" y="962546"/>
                    <a:pt x="156100" y="580832"/>
                    <a:pt x="231228" y="199055"/>
                  </a:cubicBezTo>
                  <a:cubicBezTo>
                    <a:pt x="240243" y="153314"/>
                    <a:pt x="245621" y="106846"/>
                    <a:pt x="255427" y="61294"/>
                  </a:cubicBezTo>
                  <a:cubicBezTo>
                    <a:pt x="267890" y="3216"/>
                    <a:pt x="310911" y="-17250"/>
                    <a:pt x="358803" y="15838"/>
                  </a:cubicBezTo>
                  <a:cubicBezTo>
                    <a:pt x="531012" y="134841"/>
                    <a:pt x="715590" y="228949"/>
                    <a:pt x="910923" y="303792"/>
                  </a:cubicBezTo>
                  <a:cubicBezTo>
                    <a:pt x="937937" y="314136"/>
                    <a:pt x="956506" y="346528"/>
                    <a:pt x="979282" y="368955"/>
                  </a:cubicBezTo>
                  <a:close/>
                  <a:moveTo>
                    <a:pt x="898649" y="388346"/>
                  </a:moveTo>
                  <a:cubicBezTo>
                    <a:pt x="699584" y="286109"/>
                    <a:pt x="510957" y="189249"/>
                    <a:pt x="325684" y="94098"/>
                  </a:cubicBezTo>
                  <a:cubicBezTo>
                    <a:pt x="242710" y="506179"/>
                    <a:pt x="158156" y="926136"/>
                    <a:pt x="73601" y="1346094"/>
                  </a:cubicBezTo>
                  <a:cubicBezTo>
                    <a:pt x="77714" y="1348466"/>
                    <a:pt x="81858" y="1350807"/>
                    <a:pt x="85970" y="1353180"/>
                  </a:cubicBezTo>
                  <a:cubicBezTo>
                    <a:pt x="356937" y="1029987"/>
                    <a:pt x="670988" y="743109"/>
                    <a:pt x="898618" y="38837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" name="Google Shape;415;p41"/>
            <p:cNvSpPr/>
            <p:nvPr/>
          </p:nvSpPr>
          <p:spPr>
            <a:xfrm>
              <a:off x="4891777" y="1613886"/>
              <a:ext cx="546955" cy="986365"/>
            </a:xfrm>
            <a:custGeom>
              <a:avLst/>
              <a:gdLst/>
              <a:ahLst/>
              <a:cxnLst/>
              <a:rect l="l" t="t" r="r" b="b"/>
              <a:pathLst>
                <a:path w="546955" h="986365" extrusionOk="0">
                  <a:moveTo>
                    <a:pt x="545911" y="758987"/>
                  </a:moveTo>
                  <a:cubicBezTo>
                    <a:pt x="545911" y="816401"/>
                    <a:pt x="549170" y="874068"/>
                    <a:pt x="544172" y="931038"/>
                  </a:cubicBezTo>
                  <a:cubicBezTo>
                    <a:pt x="542400" y="951283"/>
                    <a:pt x="522946" y="983074"/>
                    <a:pt x="507383" y="985795"/>
                  </a:cubicBezTo>
                  <a:cubicBezTo>
                    <a:pt x="487074" y="989369"/>
                    <a:pt x="451709" y="975672"/>
                    <a:pt x="441586" y="958401"/>
                  </a:cubicBezTo>
                  <a:cubicBezTo>
                    <a:pt x="301200" y="718814"/>
                    <a:pt x="161477" y="478752"/>
                    <a:pt x="27291" y="235685"/>
                  </a:cubicBezTo>
                  <a:cubicBezTo>
                    <a:pt x="-27307" y="136801"/>
                    <a:pt x="23" y="89036"/>
                    <a:pt x="109220" y="61104"/>
                  </a:cubicBezTo>
                  <a:cubicBezTo>
                    <a:pt x="180362" y="42915"/>
                    <a:pt x="251283" y="23745"/>
                    <a:pt x="322678" y="6537"/>
                  </a:cubicBezTo>
                  <a:cubicBezTo>
                    <a:pt x="395687" y="-11051"/>
                    <a:pt x="425011" y="5208"/>
                    <a:pt x="449589" y="75433"/>
                  </a:cubicBezTo>
                  <a:cubicBezTo>
                    <a:pt x="527090" y="296863"/>
                    <a:pt x="543919" y="526929"/>
                    <a:pt x="545880" y="759019"/>
                  </a:cubicBezTo>
                  <a:close/>
                  <a:moveTo>
                    <a:pt x="53388" y="148410"/>
                  </a:moveTo>
                  <a:cubicBezTo>
                    <a:pt x="194028" y="395937"/>
                    <a:pt x="327170" y="630337"/>
                    <a:pt x="460344" y="864736"/>
                  </a:cubicBezTo>
                  <a:cubicBezTo>
                    <a:pt x="469233" y="757121"/>
                    <a:pt x="479230" y="655706"/>
                    <a:pt x="466924" y="557075"/>
                  </a:cubicBezTo>
                  <a:cubicBezTo>
                    <a:pt x="448103" y="406471"/>
                    <a:pt x="414635" y="257639"/>
                    <a:pt x="384869" y="108553"/>
                  </a:cubicBezTo>
                  <a:cubicBezTo>
                    <a:pt x="382117" y="94729"/>
                    <a:pt x="358771" y="72397"/>
                    <a:pt x="349503" y="74421"/>
                  </a:cubicBezTo>
                  <a:cubicBezTo>
                    <a:pt x="257325" y="94824"/>
                    <a:pt x="166096" y="119498"/>
                    <a:pt x="53388" y="1484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6" name="Google Shape;416;p41"/>
          <p:cNvGrpSpPr/>
          <p:nvPr/>
        </p:nvGrpSpPr>
        <p:grpSpPr>
          <a:xfrm rot="-5121918">
            <a:off x="5440543" y="3454173"/>
            <a:ext cx="3004250" cy="3267021"/>
            <a:chOff x="-1114858" y="1752910"/>
            <a:chExt cx="3004341" cy="3267119"/>
          </a:xfrm>
        </p:grpSpPr>
        <p:sp>
          <p:nvSpPr>
            <p:cNvPr id="417" name="Google Shape;417;p41"/>
            <p:cNvSpPr/>
            <p:nvPr/>
          </p:nvSpPr>
          <p:spPr>
            <a:xfrm rot="2385968">
              <a:off x="377358" y="1838861"/>
              <a:ext cx="357758" cy="246130"/>
            </a:xfrm>
            <a:custGeom>
              <a:avLst/>
              <a:gdLst/>
              <a:ahLst/>
              <a:cxnLst/>
              <a:rect l="l" t="t" r="r" b="b"/>
              <a:pathLst>
                <a:path w="769217" h="529205" extrusionOk="0">
                  <a:moveTo>
                    <a:pt x="397282" y="181575"/>
                  </a:moveTo>
                  <a:cubicBezTo>
                    <a:pt x="483924" y="129570"/>
                    <a:pt x="566042" y="80318"/>
                    <a:pt x="648067" y="30939"/>
                  </a:cubicBezTo>
                  <a:cubicBezTo>
                    <a:pt x="658948" y="24391"/>
                    <a:pt x="668912" y="16261"/>
                    <a:pt x="680079" y="10314"/>
                  </a:cubicBezTo>
                  <a:cubicBezTo>
                    <a:pt x="709719" y="-5470"/>
                    <a:pt x="737492" y="-4933"/>
                    <a:pt x="758623" y="24581"/>
                  </a:cubicBezTo>
                  <a:cubicBezTo>
                    <a:pt x="777603" y="51121"/>
                    <a:pt x="770897" y="85506"/>
                    <a:pt x="739991" y="104738"/>
                  </a:cubicBezTo>
                  <a:cubicBezTo>
                    <a:pt x="657335" y="156110"/>
                    <a:pt x="573476" y="205615"/>
                    <a:pt x="489997" y="255659"/>
                  </a:cubicBezTo>
                  <a:cubicBezTo>
                    <a:pt x="478134" y="262776"/>
                    <a:pt x="465703" y="268913"/>
                    <a:pt x="451057" y="276884"/>
                  </a:cubicBezTo>
                  <a:cubicBezTo>
                    <a:pt x="481235" y="330597"/>
                    <a:pt x="510464" y="381779"/>
                    <a:pt x="538870" y="433435"/>
                  </a:cubicBezTo>
                  <a:cubicBezTo>
                    <a:pt x="559811" y="471490"/>
                    <a:pt x="553642" y="503723"/>
                    <a:pt x="523306" y="521438"/>
                  </a:cubicBezTo>
                  <a:cubicBezTo>
                    <a:pt x="493698" y="538709"/>
                    <a:pt x="461876" y="526910"/>
                    <a:pt x="439669" y="488698"/>
                  </a:cubicBezTo>
                  <a:cubicBezTo>
                    <a:pt x="408542" y="435144"/>
                    <a:pt x="378491" y="380956"/>
                    <a:pt x="348219" y="327497"/>
                  </a:cubicBezTo>
                  <a:cubicBezTo>
                    <a:pt x="260627" y="356789"/>
                    <a:pt x="175630" y="385923"/>
                    <a:pt x="90095" y="413538"/>
                  </a:cubicBezTo>
                  <a:cubicBezTo>
                    <a:pt x="38090" y="430335"/>
                    <a:pt x="13164" y="421383"/>
                    <a:pt x="3199" y="385954"/>
                  </a:cubicBezTo>
                  <a:cubicBezTo>
                    <a:pt x="-8093" y="345781"/>
                    <a:pt x="10380" y="320791"/>
                    <a:pt x="60676" y="304247"/>
                  </a:cubicBezTo>
                  <a:cubicBezTo>
                    <a:pt x="127611" y="282230"/>
                    <a:pt x="194135" y="258854"/>
                    <a:pt x="260754" y="235825"/>
                  </a:cubicBezTo>
                  <a:cubicBezTo>
                    <a:pt x="268599" y="233105"/>
                    <a:pt x="275969" y="229087"/>
                    <a:pt x="288591" y="223425"/>
                  </a:cubicBezTo>
                  <a:cubicBezTo>
                    <a:pt x="265499" y="181827"/>
                    <a:pt x="243229" y="141875"/>
                    <a:pt x="221118" y="101860"/>
                  </a:cubicBezTo>
                  <a:cubicBezTo>
                    <a:pt x="197805" y="59693"/>
                    <a:pt x="201948" y="27491"/>
                    <a:pt x="232759" y="9239"/>
                  </a:cubicBezTo>
                  <a:cubicBezTo>
                    <a:pt x="263316" y="-8823"/>
                    <a:pt x="295487" y="4051"/>
                    <a:pt x="319053" y="44604"/>
                  </a:cubicBezTo>
                  <a:cubicBezTo>
                    <a:pt x="343790" y="87151"/>
                    <a:pt x="367894" y="130076"/>
                    <a:pt x="397282" y="1816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" name="Google Shape;418;p41"/>
            <p:cNvSpPr/>
            <p:nvPr/>
          </p:nvSpPr>
          <p:spPr>
            <a:xfrm rot="-7516317">
              <a:off x="-774186" y="2465253"/>
              <a:ext cx="2322997" cy="2036828"/>
            </a:xfrm>
            <a:custGeom>
              <a:avLst/>
              <a:gdLst/>
              <a:ahLst/>
              <a:cxnLst/>
              <a:rect l="l" t="t" r="r" b="b"/>
              <a:pathLst>
                <a:path w="47163" h="41353" extrusionOk="0">
                  <a:moveTo>
                    <a:pt x="0" y="0"/>
                  </a:moveTo>
                  <a:cubicBezTo>
                    <a:pt x="0" y="10751"/>
                    <a:pt x="942" y="23498"/>
                    <a:pt x="8544" y="31100"/>
                  </a:cubicBezTo>
                  <a:cubicBezTo>
                    <a:pt x="17962" y="40518"/>
                    <a:pt x="33844" y="41353"/>
                    <a:pt x="47163" y="41353"/>
                  </a:cubicBez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sp>
      </p:grpSp>
      <p:grpSp>
        <p:nvGrpSpPr>
          <p:cNvPr id="419" name="Google Shape;419;p41"/>
          <p:cNvGrpSpPr/>
          <p:nvPr/>
        </p:nvGrpSpPr>
        <p:grpSpPr>
          <a:xfrm>
            <a:off x="8040064" y="1055382"/>
            <a:ext cx="285439" cy="285439"/>
            <a:chOff x="4644320" y="463251"/>
            <a:chExt cx="899586" cy="899586"/>
          </a:xfrm>
        </p:grpSpPr>
        <p:sp>
          <p:nvSpPr>
            <p:cNvPr id="420" name="Google Shape;420;p41"/>
            <p:cNvSpPr/>
            <p:nvPr/>
          </p:nvSpPr>
          <p:spPr>
            <a:xfrm>
              <a:off x="4644320" y="463251"/>
              <a:ext cx="899586" cy="899586"/>
            </a:xfrm>
            <a:custGeom>
              <a:avLst/>
              <a:gdLst/>
              <a:ahLst/>
              <a:cxnLst/>
              <a:rect l="l" t="t" r="r" b="b"/>
              <a:pathLst>
                <a:path w="1564497" h="1564497" extrusionOk="0">
                  <a:moveTo>
                    <a:pt x="1564497" y="782249"/>
                  </a:moveTo>
                  <a:cubicBezTo>
                    <a:pt x="1564497" y="1214273"/>
                    <a:pt x="1214273" y="1564497"/>
                    <a:pt x="782249" y="1564497"/>
                  </a:cubicBezTo>
                  <a:cubicBezTo>
                    <a:pt x="350225" y="1564497"/>
                    <a:pt x="0" y="1214272"/>
                    <a:pt x="0" y="782249"/>
                  </a:cubicBezTo>
                  <a:cubicBezTo>
                    <a:pt x="0" y="350225"/>
                    <a:pt x="350225" y="0"/>
                    <a:pt x="782249" y="0"/>
                  </a:cubicBezTo>
                  <a:cubicBezTo>
                    <a:pt x="1214273" y="0"/>
                    <a:pt x="1564497" y="350225"/>
                    <a:pt x="1564497" y="7822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66675" dir="1920000" algn="bl" rotWithShape="0">
                <a:srgbClr val="000000">
                  <a:alpha val="25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41"/>
            <p:cNvSpPr/>
            <p:nvPr/>
          </p:nvSpPr>
          <p:spPr>
            <a:xfrm>
              <a:off x="4852223" y="569351"/>
              <a:ext cx="224902" cy="180685"/>
            </a:xfrm>
            <a:custGeom>
              <a:avLst/>
              <a:gdLst/>
              <a:ahLst/>
              <a:cxnLst/>
              <a:rect l="l" t="t" r="r" b="b"/>
              <a:pathLst>
                <a:path w="391134" h="314235" extrusionOk="0">
                  <a:moveTo>
                    <a:pt x="3287" y="202574"/>
                  </a:moveTo>
                  <a:cubicBezTo>
                    <a:pt x="22900" y="285610"/>
                    <a:pt x="124915" y="332585"/>
                    <a:pt x="231107" y="307469"/>
                  </a:cubicBezTo>
                  <a:cubicBezTo>
                    <a:pt x="337298" y="282352"/>
                    <a:pt x="407460" y="194698"/>
                    <a:pt x="387848" y="111662"/>
                  </a:cubicBezTo>
                  <a:cubicBezTo>
                    <a:pt x="368235" y="28625"/>
                    <a:pt x="266219" y="-18349"/>
                    <a:pt x="160028" y="6767"/>
                  </a:cubicBezTo>
                  <a:cubicBezTo>
                    <a:pt x="53836" y="31883"/>
                    <a:pt x="-16325" y="119538"/>
                    <a:pt x="3287" y="202574"/>
                  </a:cubicBezTo>
                  <a:close/>
                </a:path>
              </a:pathLst>
            </a:custGeom>
            <a:solidFill>
              <a:srgbClr val="FFFFFF">
                <a:alpha val="512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2" name="Google Shape;422;p41"/>
          <p:cNvSpPr/>
          <p:nvPr/>
        </p:nvSpPr>
        <p:spPr>
          <a:xfrm rot="-9033530">
            <a:off x="-339597" y="4286547"/>
            <a:ext cx="1996363" cy="867201"/>
          </a:xfrm>
          <a:custGeom>
            <a:avLst/>
            <a:gdLst/>
            <a:ahLst/>
            <a:cxnLst/>
            <a:rect l="l" t="t" r="r" b="b"/>
            <a:pathLst>
              <a:path w="108338" h="47061" extrusionOk="0">
                <a:moveTo>
                  <a:pt x="0" y="1367"/>
                </a:moveTo>
                <a:cubicBezTo>
                  <a:pt x="0" y="22633"/>
                  <a:pt x="24010" y="43839"/>
                  <a:pt x="45112" y="46479"/>
                </a:cubicBezTo>
                <a:cubicBezTo>
                  <a:pt x="61401" y="48517"/>
                  <a:pt x="81003" y="45094"/>
                  <a:pt x="92617" y="33492"/>
                </a:cubicBezTo>
                <a:cubicBezTo>
                  <a:pt x="101342" y="24776"/>
                  <a:pt x="108338" y="12333"/>
                  <a:pt x="108338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sp>
      <p:grpSp>
        <p:nvGrpSpPr>
          <p:cNvPr id="19" name="Group 14">
            <a:extLst>
              <a:ext uri="{FF2B5EF4-FFF2-40B4-BE49-F238E27FC236}">
                <a16:creationId xmlns:a16="http://schemas.microsoft.com/office/drawing/2014/main" id="{C480FF35-10C4-44FB-875A-F7557C7BA7D1}"/>
              </a:ext>
            </a:extLst>
          </p:cNvPr>
          <p:cNvGrpSpPr/>
          <p:nvPr/>
        </p:nvGrpSpPr>
        <p:grpSpPr>
          <a:xfrm>
            <a:off x="-1601721" y="4482077"/>
            <a:ext cx="18288000" cy="856676"/>
            <a:chOff x="0" y="0"/>
            <a:chExt cx="4816593" cy="225627"/>
          </a:xfrm>
        </p:grpSpPr>
        <p:sp>
          <p:nvSpPr>
            <p:cNvPr id="20" name="Freeform 15">
              <a:extLst>
                <a:ext uri="{FF2B5EF4-FFF2-40B4-BE49-F238E27FC236}">
                  <a16:creationId xmlns:a16="http://schemas.microsoft.com/office/drawing/2014/main" id="{AD8FD4C8-8DD3-4C48-9685-E5B3DC1A7DED}"/>
                </a:ext>
              </a:extLst>
            </p:cNvPr>
            <p:cNvSpPr/>
            <p:nvPr/>
          </p:nvSpPr>
          <p:spPr>
            <a:xfrm>
              <a:off x="0" y="0"/>
              <a:ext cx="4816592" cy="225627"/>
            </a:xfrm>
            <a:custGeom>
              <a:avLst/>
              <a:gdLst/>
              <a:ahLst/>
              <a:cxnLst/>
              <a:rect l="l" t="t" r="r" b="b"/>
              <a:pathLst>
                <a:path w="4816592" h="225627">
                  <a:moveTo>
                    <a:pt x="0" y="0"/>
                  </a:moveTo>
                  <a:lnTo>
                    <a:pt x="4816592" y="0"/>
                  </a:lnTo>
                  <a:lnTo>
                    <a:pt x="4816592" y="225627"/>
                  </a:lnTo>
                  <a:lnTo>
                    <a:pt x="0" y="2256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1" name="TextBox 16">
              <a:extLst>
                <a:ext uri="{FF2B5EF4-FFF2-40B4-BE49-F238E27FC236}">
                  <a16:creationId xmlns:a16="http://schemas.microsoft.com/office/drawing/2014/main" id="{063B8A71-C4AB-4B68-ABF9-3C014F108CC6}"/>
                </a:ext>
              </a:extLst>
            </p:cNvPr>
            <p:cNvSpPr txBox="1"/>
            <p:nvPr/>
          </p:nvSpPr>
          <p:spPr>
            <a:xfrm>
              <a:off x="0" y="-28575"/>
              <a:ext cx="4816593" cy="254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Freeform 17">
            <a:extLst>
              <a:ext uri="{FF2B5EF4-FFF2-40B4-BE49-F238E27FC236}">
                <a16:creationId xmlns:a16="http://schemas.microsoft.com/office/drawing/2014/main" id="{C2558087-692B-4646-81D5-C59514AEE7BD}"/>
              </a:ext>
            </a:extLst>
          </p:cNvPr>
          <p:cNvSpPr/>
          <p:nvPr/>
        </p:nvSpPr>
        <p:spPr>
          <a:xfrm>
            <a:off x="3220602" y="4482077"/>
            <a:ext cx="2702796" cy="647086"/>
          </a:xfrm>
          <a:custGeom>
            <a:avLst/>
            <a:gdLst/>
            <a:ahLst/>
            <a:cxnLst/>
            <a:rect l="l" t="t" r="r" b="b"/>
            <a:pathLst>
              <a:path w="2702796" h="647086">
                <a:moveTo>
                  <a:pt x="0" y="0"/>
                </a:moveTo>
                <a:lnTo>
                  <a:pt x="2702796" y="0"/>
                </a:lnTo>
                <a:lnTo>
                  <a:pt x="2702796" y="647087"/>
                </a:lnTo>
                <a:lnTo>
                  <a:pt x="0" y="6470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9"/>
          <p:cNvSpPr txBox="1">
            <a:spLocks noGrp="1"/>
          </p:cNvSpPr>
          <p:nvPr>
            <p:ph type="title"/>
          </p:nvPr>
        </p:nvSpPr>
        <p:spPr>
          <a:xfrm>
            <a:off x="3734770" y="5062831"/>
            <a:ext cx="4754400" cy="50367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 sz="2000" dirty="0">
                <a:solidFill>
                  <a:srgbClr val="FF0000"/>
                </a:solidFill>
              </a:rPr>
              <a:t>Eje factible.</a:t>
            </a:r>
            <a:r>
              <a:rPr lang="en" sz="4800" dirty="0">
                <a:solidFill>
                  <a:srgbClr val="FF0000"/>
                </a:solidFill>
              </a:rPr>
              <a:t> </a:t>
            </a:r>
            <a:br>
              <a:rPr lang="en" sz="4800" dirty="0"/>
            </a:br>
            <a:r>
              <a:rPr lang="es-MX" sz="2000" b="0" dirty="0"/>
              <a:t>Se refiere a la capacidad de mantener la solución de manera continua.</a:t>
            </a:r>
            <a:br>
              <a:rPr lang="es-MX" sz="2000" b="0" dirty="0"/>
            </a:br>
            <a:r>
              <a:rPr lang="es-CL" sz="2000" dirty="0">
                <a:solidFill>
                  <a:srgbClr val="FF0000"/>
                </a:solidFill>
              </a:rPr>
              <a:t>Eje Original.</a:t>
            </a:r>
            <a:br>
              <a:rPr lang="es-CL" sz="2000" dirty="0"/>
            </a:br>
            <a:r>
              <a:rPr lang="es-CL" altLang="es-CL" sz="2000" dirty="0">
                <a:solidFill>
                  <a:schemeClr val="tx1"/>
                </a:solidFill>
                <a:latin typeface="Belleza" panose="020B0604020202020204" charset="0"/>
              </a:rPr>
              <a:t>Innovación:</a:t>
            </a:r>
            <a:r>
              <a:rPr lang="es-CL" altLang="es-CL" sz="2000" b="0" dirty="0">
                <a:solidFill>
                  <a:schemeClr val="tx1"/>
                </a:solidFill>
                <a:latin typeface="Belleza" panose="020B0604020202020204" charset="0"/>
              </a:rPr>
              <a:t> Se refiere a la implementación que genera un cambio positivo significativo. (</a:t>
            </a:r>
            <a:r>
              <a:rPr lang="es-CL" altLang="es-CL" sz="2000" b="0" dirty="0" err="1">
                <a:solidFill>
                  <a:schemeClr val="tx1"/>
                </a:solidFill>
                <a:latin typeface="Belleza" panose="020B0604020202020204" charset="0"/>
              </a:rPr>
              <a:t>Ej</a:t>
            </a:r>
            <a:r>
              <a:rPr lang="es-CL" altLang="es-CL" sz="2000" b="0" dirty="0">
                <a:solidFill>
                  <a:schemeClr val="tx1"/>
                </a:solidFill>
                <a:latin typeface="Belleza" panose="020B0604020202020204" charset="0"/>
              </a:rPr>
              <a:t>: cambios sostenibles) </a:t>
            </a:r>
            <a:br>
              <a:rPr lang="es-CL" altLang="es-CL" sz="2000" b="0" dirty="0">
                <a:solidFill>
                  <a:schemeClr val="tx1"/>
                </a:solidFill>
                <a:latin typeface="Belleza" panose="020B0604020202020204" charset="0"/>
              </a:rPr>
            </a:br>
            <a:r>
              <a:rPr lang="es-CL" altLang="es-CL" sz="2000" dirty="0">
                <a:solidFill>
                  <a:schemeClr val="tx1"/>
                </a:solidFill>
                <a:latin typeface="Belleza" panose="020B0604020202020204" charset="0"/>
              </a:rPr>
              <a:t>Novedad:</a:t>
            </a:r>
            <a:r>
              <a:rPr lang="es-CL" altLang="es-CL" sz="2000" b="0" dirty="0">
                <a:solidFill>
                  <a:schemeClr val="tx1"/>
                </a:solidFill>
                <a:latin typeface="Belleza" panose="020B0604020202020204" charset="0"/>
              </a:rPr>
              <a:t> Representa la singularidad, sin necesariamente tener un impacto práctico. (</a:t>
            </a:r>
            <a:r>
              <a:rPr lang="es-CL" altLang="es-CL" sz="2000" b="0" dirty="0" err="1">
                <a:solidFill>
                  <a:schemeClr val="tx1"/>
                </a:solidFill>
                <a:latin typeface="Belleza" panose="020B0604020202020204" charset="0"/>
              </a:rPr>
              <a:t>Ej</a:t>
            </a:r>
            <a:r>
              <a:rPr lang="es-CL" altLang="es-CL" sz="2000" b="0" dirty="0">
                <a:solidFill>
                  <a:schemeClr val="tx1"/>
                </a:solidFill>
                <a:latin typeface="Belleza" panose="020B0604020202020204" charset="0"/>
              </a:rPr>
              <a:t>: ideas pasajeras)</a:t>
            </a:r>
            <a:br>
              <a:rPr lang="es-CL" altLang="es-CL" sz="1600" b="0" dirty="0">
                <a:solidFill>
                  <a:schemeClr val="tx1"/>
                </a:solidFill>
                <a:latin typeface="Belleza" panose="020B0604020202020204" charset="0"/>
              </a:rPr>
            </a:br>
            <a:br>
              <a:rPr lang="es-CL" altLang="es-CL" sz="1600" b="0" dirty="0">
                <a:solidFill>
                  <a:schemeClr val="tx1"/>
                </a:solidFill>
                <a:latin typeface="Belleza" panose="020B0604020202020204" charset="0"/>
              </a:rPr>
            </a:br>
            <a:br>
              <a:rPr lang="es-CL" altLang="es-CL" sz="1600" b="0" dirty="0">
                <a:solidFill>
                  <a:schemeClr val="tx1"/>
                </a:solidFill>
                <a:latin typeface="Arial" panose="020B0604020202020204" pitchFamily="34" charset="0"/>
              </a:rPr>
            </a:br>
            <a:br>
              <a:rPr lang="es-CL" sz="1600" dirty="0"/>
            </a:br>
            <a:br>
              <a:rPr lang="es-CL" sz="1600" dirty="0"/>
            </a:br>
            <a:br>
              <a:rPr lang="es-CL" sz="1600" dirty="0"/>
            </a:br>
            <a:endParaRPr sz="1600" b="0" dirty="0"/>
          </a:p>
        </p:txBody>
      </p:sp>
      <p:pic>
        <p:nvPicPr>
          <p:cNvPr id="385" name="Google Shape;385;p39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5320" r="33175"/>
          <a:stretch/>
        </p:blipFill>
        <p:spPr>
          <a:xfrm>
            <a:off x="249443" y="566544"/>
            <a:ext cx="3485327" cy="3779702"/>
          </a:xfrm>
          <a:prstGeom prst="rect">
            <a:avLst/>
          </a:prstGeom>
        </p:spPr>
      </p:pic>
      <p:sp>
        <p:nvSpPr>
          <p:cNvPr id="386" name="Google Shape;386;p39"/>
          <p:cNvSpPr/>
          <p:nvPr/>
        </p:nvSpPr>
        <p:spPr>
          <a:xfrm rot="2492477">
            <a:off x="845815" y="143570"/>
            <a:ext cx="1399837" cy="1016428"/>
          </a:xfrm>
          <a:custGeom>
            <a:avLst/>
            <a:gdLst/>
            <a:ahLst/>
            <a:cxnLst/>
            <a:rect l="l" t="t" r="r" b="b"/>
            <a:pathLst>
              <a:path w="2171498" h="1630831" extrusionOk="0">
                <a:moveTo>
                  <a:pt x="277800" y="1630768"/>
                </a:moveTo>
                <a:cubicBezTo>
                  <a:pt x="261034" y="1619697"/>
                  <a:pt x="247749" y="1608910"/>
                  <a:pt x="232755" y="1601571"/>
                </a:cubicBezTo>
                <a:cubicBezTo>
                  <a:pt x="212699" y="1591764"/>
                  <a:pt x="205708" y="1577277"/>
                  <a:pt x="207448" y="1555703"/>
                </a:cubicBezTo>
                <a:cubicBezTo>
                  <a:pt x="211307" y="1508001"/>
                  <a:pt x="207954" y="1501674"/>
                  <a:pt x="163542" y="1482252"/>
                </a:cubicBezTo>
                <a:cubicBezTo>
                  <a:pt x="139184" y="1471591"/>
                  <a:pt x="128271" y="1456155"/>
                  <a:pt x="129536" y="1428793"/>
                </a:cubicBezTo>
                <a:cubicBezTo>
                  <a:pt x="131308" y="1391086"/>
                  <a:pt x="123463" y="1382008"/>
                  <a:pt x="87686" y="1368500"/>
                </a:cubicBezTo>
                <a:cubicBezTo>
                  <a:pt x="48240" y="1353601"/>
                  <a:pt x="46817" y="1351893"/>
                  <a:pt x="50549" y="1309126"/>
                </a:cubicBezTo>
                <a:cubicBezTo>
                  <a:pt x="52384" y="1288121"/>
                  <a:pt x="42673" y="1275278"/>
                  <a:pt x="25528" y="1264903"/>
                </a:cubicBezTo>
                <a:cubicBezTo>
                  <a:pt x="-8541" y="1244278"/>
                  <a:pt x="-8319" y="1235705"/>
                  <a:pt x="25053" y="1213626"/>
                </a:cubicBezTo>
                <a:cubicBezTo>
                  <a:pt x="630696" y="813186"/>
                  <a:pt x="1236370" y="412746"/>
                  <a:pt x="1842044" y="12337"/>
                </a:cubicBezTo>
                <a:cubicBezTo>
                  <a:pt x="1848180" y="8288"/>
                  <a:pt x="1854475" y="4492"/>
                  <a:pt x="1861656" y="0"/>
                </a:cubicBezTo>
                <a:cubicBezTo>
                  <a:pt x="1868900" y="16228"/>
                  <a:pt x="1872633" y="34290"/>
                  <a:pt x="1883293" y="46184"/>
                </a:cubicBezTo>
                <a:cubicBezTo>
                  <a:pt x="1897749" y="62285"/>
                  <a:pt x="1916381" y="75539"/>
                  <a:pt x="1935234" y="86579"/>
                </a:cubicBezTo>
                <a:cubicBezTo>
                  <a:pt x="1957377" y="99517"/>
                  <a:pt x="1969398" y="115302"/>
                  <a:pt x="1968954" y="141968"/>
                </a:cubicBezTo>
                <a:cubicBezTo>
                  <a:pt x="1968385" y="174835"/>
                  <a:pt x="1973003" y="179390"/>
                  <a:pt x="2006345" y="184641"/>
                </a:cubicBezTo>
                <a:cubicBezTo>
                  <a:pt x="2023964" y="187425"/>
                  <a:pt x="2028583" y="200109"/>
                  <a:pt x="2027223" y="213142"/>
                </a:cubicBezTo>
                <a:cubicBezTo>
                  <a:pt x="2022952" y="253854"/>
                  <a:pt x="2040635" y="275143"/>
                  <a:pt x="2080144" y="281881"/>
                </a:cubicBezTo>
                <a:cubicBezTo>
                  <a:pt x="2097827" y="284886"/>
                  <a:pt x="2107633" y="297539"/>
                  <a:pt x="2105766" y="315823"/>
                </a:cubicBezTo>
                <a:cubicBezTo>
                  <a:pt x="2103205" y="340528"/>
                  <a:pt x="2114529" y="356819"/>
                  <a:pt x="2134142" y="369282"/>
                </a:cubicBezTo>
                <a:cubicBezTo>
                  <a:pt x="2137621" y="371496"/>
                  <a:pt x="2140879" y="374058"/>
                  <a:pt x="2144264" y="376462"/>
                </a:cubicBezTo>
                <a:cubicBezTo>
                  <a:pt x="2180894" y="402655"/>
                  <a:pt x="2180674" y="410974"/>
                  <a:pt x="2142998" y="435110"/>
                </a:cubicBezTo>
                <a:cubicBezTo>
                  <a:pt x="1527645" y="829635"/>
                  <a:pt x="912292" y="1224160"/>
                  <a:pt x="296938" y="1618684"/>
                </a:cubicBezTo>
                <a:cubicBezTo>
                  <a:pt x="289377" y="1623524"/>
                  <a:pt x="281817" y="1628301"/>
                  <a:pt x="277831" y="1630831"/>
                </a:cubicBezTo>
                <a:close/>
              </a:path>
            </a:pathLst>
          </a:custGeom>
          <a:solidFill>
            <a:srgbClr val="000000">
              <a:alpha val="6772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7" name="Google Shape;387;p39"/>
          <p:cNvGrpSpPr/>
          <p:nvPr/>
        </p:nvGrpSpPr>
        <p:grpSpPr>
          <a:xfrm rot="1155446">
            <a:off x="6384190" y="272179"/>
            <a:ext cx="732332" cy="534625"/>
            <a:chOff x="4891777" y="1196142"/>
            <a:chExt cx="2324664" cy="1697408"/>
          </a:xfrm>
        </p:grpSpPr>
        <p:sp>
          <p:nvSpPr>
            <p:cNvPr id="388" name="Google Shape;388;p39"/>
            <p:cNvSpPr/>
            <p:nvPr/>
          </p:nvSpPr>
          <p:spPr>
            <a:xfrm>
              <a:off x="6238558" y="2146691"/>
              <a:ext cx="977883" cy="746859"/>
            </a:xfrm>
            <a:custGeom>
              <a:avLst/>
              <a:gdLst/>
              <a:ahLst/>
              <a:cxnLst/>
              <a:rect l="l" t="t" r="r" b="b"/>
              <a:pathLst>
                <a:path w="977883" h="746859" extrusionOk="0">
                  <a:moveTo>
                    <a:pt x="115185" y="746860"/>
                  </a:moveTo>
                  <a:cubicBezTo>
                    <a:pt x="106834" y="743886"/>
                    <a:pt x="98673" y="739774"/>
                    <a:pt x="90069" y="738161"/>
                  </a:cubicBezTo>
                  <a:cubicBezTo>
                    <a:pt x="-5526" y="720162"/>
                    <a:pt x="-27763" y="672966"/>
                    <a:pt x="36546" y="598660"/>
                  </a:cubicBezTo>
                  <a:cubicBezTo>
                    <a:pt x="107910" y="516257"/>
                    <a:pt x="187720" y="440369"/>
                    <a:pt x="269300" y="367772"/>
                  </a:cubicBezTo>
                  <a:cubicBezTo>
                    <a:pt x="399375" y="252059"/>
                    <a:pt x="533878" y="141312"/>
                    <a:pt x="666736" y="28731"/>
                  </a:cubicBezTo>
                  <a:cubicBezTo>
                    <a:pt x="724719" y="-20395"/>
                    <a:pt x="783492" y="-6255"/>
                    <a:pt x="824710" y="69095"/>
                  </a:cubicBezTo>
                  <a:cubicBezTo>
                    <a:pt x="895947" y="199200"/>
                    <a:pt x="942796" y="338037"/>
                    <a:pt x="966425" y="484497"/>
                  </a:cubicBezTo>
                  <a:cubicBezTo>
                    <a:pt x="971265" y="514580"/>
                    <a:pt x="975789" y="544884"/>
                    <a:pt x="977529" y="575283"/>
                  </a:cubicBezTo>
                  <a:cubicBezTo>
                    <a:pt x="981071" y="636714"/>
                    <a:pt x="958422" y="665184"/>
                    <a:pt x="896232" y="672428"/>
                  </a:cubicBezTo>
                  <a:cubicBezTo>
                    <a:pt x="701943" y="695109"/>
                    <a:pt x="507433" y="715986"/>
                    <a:pt x="313049" y="737845"/>
                  </a:cubicBezTo>
                  <a:cubicBezTo>
                    <a:pt x="297264" y="739616"/>
                    <a:pt x="281732" y="743792"/>
                    <a:pt x="266074" y="746828"/>
                  </a:cubicBezTo>
                  <a:lnTo>
                    <a:pt x="115122" y="746828"/>
                  </a:lnTo>
                  <a:close/>
                  <a:moveTo>
                    <a:pt x="734050" y="64603"/>
                  </a:moveTo>
                  <a:cubicBezTo>
                    <a:pt x="513822" y="267306"/>
                    <a:pt x="268636" y="431196"/>
                    <a:pt x="66756" y="665405"/>
                  </a:cubicBezTo>
                  <a:cubicBezTo>
                    <a:pt x="100381" y="668790"/>
                    <a:pt x="117684" y="673250"/>
                    <a:pt x="134481" y="671795"/>
                  </a:cubicBezTo>
                  <a:cubicBezTo>
                    <a:pt x="382578" y="650127"/>
                    <a:pt x="630643" y="628110"/>
                    <a:pt x="878486" y="603785"/>
                  </a:cubicBezTo>
                  <a:cubicBezTo>
                    <a:pt x="888672" y="602772"/>
                    <a:pt x="905311" y="577466"/>
                    <a:pt x="904171" y="564813"/>
                  </a:cubicBezTo>
                  <a:cubicBezTo>
                    <a:pt x="889589" y="402220"/>
                    <a:pt x="841918" y="249212"/>
                    <a:pt x="763880" y="105789"/>
                  </a:cubicBezTo>
                  <a:cubicBezTo>
                    <a:pt x="757237" y="93579"/>
                    <a:pt x="747526" y="83045"/>
                    <a:pt x="734082" y="646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" name="Google Shape;389;p39"/>
            <p:cNvSpPr/>
            <p:nvPr/>
          </p:nvSpPr>
          <p:spPr>
            <a:xfrm>
              <a:off x="5836523" y="1196142"/>
              <a:ext cx="979281" cy="1449513"/>
            </a:xfrm>
            <a:custGeom>
              <a:avLst/>
              <a:gdLst/>
              <a:ahLst/>
              <a:cxnLst/>
              <a:rect l="l" t="t" r="r" b="b"/>
              <a:pathLst>
                <a:path w="979281" h="1449513" extrusionOk="0">
                  <a:moveTo>
                    <a:pt x="979250" y="368955"/>
                  </a:moveTo>
                  <a:cubicBezTo>
                    <a:pt x="961093" y="406535"/>
                    <a:pt x="953026" y="435448"/>
                    <a:pt x="935786" y="457053"/>
                  </a:cubicBezTo>
                  <a:cubicBezTo>
                    <a:pt x="793723" y="634988"/>
                    <a:pt x="652830" y="813998"/>
                    <a:pt x="505833" y="987820"/>
                  </a:cubicBezTo>
                  <a:cubicBezTo>
                    <a:pt x="385280" y="1130358"/>
                    <a:pt x="256787" y="1266126"/>
                    <a:pt x="131996" y="1405089"/>
                  </a:cubicBezTo>
                  <a:cubicBezTo>
                    <a:pt x="106088" y="1433938"/>
                    <a:pt x="80339" y="1463768"/>
                    <a:pt x="36148" y="1442068"/>
                  </a:cubicBezTo>
                  <a:cubicBezTo>
                    <a:pt x="-7157" y="1420811"/>
                    <a:pt x="-2729" y="1383199"/>
                    <a:pt x="4990" y="1344196"/>
                  </a:cubicBezTo>
                  <a:cubicBezTo>
                    <a:pt x="80687" y="962546"/>
                    <a:pt x="156100" y="580832"/>
                    <a:pt x="231228" y="199055"/>
                  </a:cubicBezTo>
                  <a:cubicBezTo>
                    <a:pt x="240243" y="153314"/>
                    <a:pt x="245621" y="106846"/>
                    <a:pt x="255427" y="61294"/>
                  </a:cubicBezTo>
                  <a:cubicBezTo>
                    <a:pt x="267890" y="3216"/>
                    <a:pt x="310911" y="-17250"/>
                    <a:pt x="358803" y="15838"/>
                  </a:cubicBezTo>
                  <a:cubicBezTo>
                    <a:pt x="531012" y="134841"/>
                    <a:pt x="715590" y="228949"/>
                    <a:pt x="910923" y="303792"/>
                  </a:cubicBezTo>
                  <a:cubicBezTo>
                    <a:pt x="937937" y="314136"/>
                    <a:pt x="956506" y="346528"/>
                    <a:pt x="979282" y="368955"/>
                  </a:cubicBezTo>
                  <a:close/>
                  <a:moveTo>
                    <a:pt x="898649" y="388346"/>
                  </a:moveTo>
                  <a:cubicBezTo>
                    <a:pt x="699584" y="286109"/>
                    <a:pt x="510957" y="189249"/>
                    <a:pt x="325684" y="94098"/>
                  </a:cubicBezTo>
                  <a:cubicBezTo>
                    <a:pt x="242710" y="506179"/>
                    <a:pt x="158156" y="926136"/>
                    <a:pt x="73601" y="1346094"/>
                  </a:cubicBezTo>
                  <a:cubicBezTo>
                    <a:pt x="77714" y="1348466"/>
                    <a:pt x="81858" y="1350807"/>
                    <a:pt x="85970" y="1353180"/>
                  </a:cubicBezTo>
                  <a:cubicBezTo>
                    <a:pt x="356937" y="1029987"/>
                    <a:pt x="670988" y="743109"/>
                    <a:pt x="898618" y="38837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p39"/>
            <p:cNvSpPr/>
            <p:nvPr/>
          </p:nvSpPr>
          <p:spPr>
            <a:xfrm>
              <a:off x="4891777" y="1613886"/>
              <a:ext cx="546955" cy="986365"/>
            </a:xfrm>
            <a:custGeom>
              <a:avLst/>
              <a:gdLst/>
              <a:ahLst/>
              <a:cxnLst/>
              <a:rect l="l" t="t" r="r" b="b"/>
              <a:pathLst>
                <a:path w="546955" h="986365" extrusionOk="0">
                  <a:moveTo>
                    <a:pt x="545911" y="758987"/>
                  </a:moveTo>
                  <a:cubicBezTo>
                    <a:pt x="545911" y="816401"/>
                    <a:pt x="549170" y="874068"/>
                    <a:pt x="544172" y="931038"/>
                  </a:cubicBezTo>
                  <a:cubicBezTo>
                    <a:pt x="542400" y="951283"/>
                    <a:pt x="522946" y="983074"/>
                    <a:pt x="507383" y="985795"/>
                  </a:cubicBezTo>
                  <a:cubicBezTo>
                    <a:pt x="487074" y="989369"/>
                    <a:pt x="451709" y="975672"/>
                    <a:pt x="441586" y="958401"/>
                  </a:cubicBezTo>
                  <a:cubicBezTo>
                    <a:pt x="301200" y="718814"/>
                    <a:pt x="161477" y="478752"/>
                    <a:pt x="27291" y="235685"/>
                  </a:cubicBezTo>
                  <a:cubicBezTo>
                    <a:pt x="-27307" y="136801"/>
                    <a:pt x="23" y="89036"/>
                    <a:pt x="109220" y="61104"/>
                  </a:cubicBezTo>
                  <a:cubicBezTo>
                    <a:pt x="180362" y="42915"/>
                    <a:pt x="251283" y="23745"/>
                    <a:pt x="322678" y="6537"/>
                  </a:cubicBezTo>
                  <a:cubicBezTo>
                    <a:pt x="395687" y="-11051"/>
                    <a:pt x="425011" y="5208"/>
                    <a:pt x="449589" y="75433"/>
                  </a:cubicBezTo>
                  <a:cubicBezTo>
                    <a:pt x="527090" y="296863"/>
                    <a:pt x="543919" y="526929"/>
                    <a:pt x="545880" y="759019"/>
                  </a:cubicBezTo>
                  <a:close/>
                  <a:moveTo>
                    <a:pt x="53388" y="148410"/>
                  </a:moveTo>
                  <a:cubicBezTo>
                    <a:pt x="194028" y="395937"/>
                    <a:pt x="327170" y="630337"/>
                    <a:pt x="460344" y="864736"/>
                  </a:cubicBezTo>
                  <a:cubicBezTo>
                    <a:pt x="469233" y="757121"/>
                    <a:pt x="479230" y="655706"/>
                    <a:pt x="466924" y="557075"/>
                  </a:cubicBezTo>
                  <a:cubicBezTo>
                    <a:pt x="448103" y="406471"/>
                    <a:pt x="414635" y="257639"/>
                    <a:pt x="384869" y="108553"/>
                  </a:cubicBezTo>
                  <a:cubicBezTo>
                    <a:pt x="382117" y="94729"/>
                    <a:pt x="358771" y="72397"/>
                    <a:pt x="349503" y="74421"/>
                  </a:cubicBezTo>
                  <a:cubicBezTo>
                    <a:pt x="257325" y="94824"/>
                    <a:pt x="166096" y="119498"/>
                    <a:pt x="53388" y="1484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391;p39"/>
            <p:cNvSpPr/>
            <p:nvPr/>
          </p:nvSpPr>
          <p:spPr>
            <a:xfrm>
              <a:off x="6238558" y="2146691"/>
              <a:ext cx="977883" cy="746859"/>
            </a:xfrm>
            <a:custGeom>
              <a:avLst/>
              <a:gdLst/>
              <a:ahLst/>
              <a:cxnLst/>
              <a:rect l="l" t="t" r="r" b="b"/>
              <a:pathLst>
                <a:path w="977883" h="746859" extrusionOk="0">
                  <a:moveTo>
                    <a:pt x="115185" y="746860"/>
                  </a:moveTo>
                  <a:cubicBezTo>
                    <a:pt x="106834" y="743886"/>
                    <a:pt x="98673" y="739774"/>
                    <a:pt x="90069" y="738161"/>
                  </a:cubicBezTo>
                  <a:cubicBezTo>
                    <a:pt x="-5526" y="720162"/>
                    <a:pt x="-27763" y="672966"/>
                    <a:pt x="36546" y="598660"/>
                  </a:cubicBezTo>
                  <a:cubicBezTo>
                    <a:pt x="107910" y="516257"/>
                    <a:pt x="187720" y="440369"/>
                    <a:pt x="269300" y="367772"/>
                  </a:cubicBezTo>
                  <a:cubicBezTo>
                    <a:pt x="399375" y="252059"/>
                    <a:pt x="533878" y="141312"/>
                    <a:pt x="666736" y="28731"/>
                  </a:cubicBezTo>
                  <a:cubicBezTo>
                    <a:pt x="724719" y="-20395"/>
                    <a:pt x="783492" y="-6255"/>
                    <a:pt x="824710" y="69095"/>
                  </a:cubicBezTo>
                  <a:cubicBezTo>
                    <a:pt x="895947" y="199200"/>
                    <a:pt x="942796" y="338037"/>
                    <a:pt x="966425" y="484497"/>
                  </a:cubicBezTo>
                  <a:cubicBezTo>
                    <a:pt x="971265" y="514580"/>
                    <a:pt x="975789" y="544884"/>
                    <a:pt x="977529" y="575283"/>
                  </a:cubicBezTo>
                  <a:cubicBezTo>
                    <a:pt x="981071" y="636714"/>
                    <a:pt x="958422" y="665184"/>
                    <a:pt x="896232" y="672428"/>
                  </a:cubicBezTo>
                  <a:cubicBezTo>
                    <a:pt x="701943" y="695109"/>
                    <a:pt x="507433" y="715986"/>
                    <a:pt x="313049" y="737845"/>
                  </a:cubicBezTo>
                  <a:cubicBezTo>
                    <a:pt x="297264" y="739616"/>
                    <a:pt x="281732" y="743792"/>
                    <a:pt x="266074" y="746828"/>
                  </a:cubicBezTo>
                  <a:lnTo>
                    <a:pt x="115122" y="746828"/>
                  </a:lnTo>
                  <a:close/>
                  <a:moveTo>
                    <a:pt x="734050" y="64603"/>
                  </a:moveTo>
                  <a:cubicBezTo>
                    <a:pt x="513822" y="267306"/>
                    <a:pt x="268636" y="431196"/>
                    <a:pt x="66756" y="665405"/>
                  </a:cubicBezTo>
                  <a:cubicBezTo>
                    <a:pt x="100381" y="668790"/>
                    <a:pt x="117684" y="673250"/>
                    <a:pt x="134481" y="671795"/>
                  </a:cubicBezTo>
                  <a:cubicBezTo>
                    <a:pt x="382578" y="650127"/>
                    <a:pt x="630643" y="628110"/>
                    <a:pt x="878486" y="603785"/>
                  </a:cubicBezTo>
                  <a:cubicBezTo>
                    <a:pt x="888672" y="602772"/>
                    <a:pt x="905311" y="577466"/>
                    <a:pt x="904171" y="564813"/>
                  </a:cubicBezTo>
                  <a:cubicBezTo>
                    <a:pt x="889589" y="402220"/>
                    <a:pt x="841918" y="249212"/>
                    <a:pt x="763880" y="105789"/>
                  </a:cubicBezTo>
                  <a:cubicBezTo>
                    <a:pt x="757237" y="93579"/>
                    <a:pt x="747526" y="83045"/>
                    <a:pt x="734082" y="646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p39"/>
            <p:cNvSpPr/>
            <p:nvPr/>
          </p:nvSpPr>
          <p:spPr>
            <a:xfrm>
              <a:off x="5836523" y="1196142"/>
              <a:ext cx="979281" cy="1449513"/>
            </a:xfrm>
            <a:custGeom>
              <a:avLst/>
              <a:gdLst/>
              <a:ahLst/>
              <a:cxnLst/>
              <a:rect l="l" t="t" r="r" b="b"/>
              <a:pathLst>
                <a:path w="979281" h="1449513" extrusionOk="0">
                  <a:moveTo>
                    <a:pt x="979250" y="368955"/>
                  </a:moveTo>
                  <a:cubicBezTo>
                    <a:pt x="961093" y="406535"/>
                    <a:pt x="953026" y="435448"/>
                    <a:pt x="935786" y="457053"/>
                  </a:cubicBezTo>
                  <a:cubicBezTo>
                    <a:pt x="793723" y="634988"/>
                    <a:pt x="652830" y="813998"/>
                    <a:pt x="505833" y="987820"/>
                  </a:cubicBezTo>
                  <a:cubicBezTo>
                    <a:pt x="385280" y="1130358"/>
                    <a:pt x="256787" y="1266126"/>
                    <a:pt x="131996" y="1405089"/>
                  </a:cubicBezTo>
                  <a:cubicBezTo>
                    <a:pt x="106088" y="1433938"/>
                    <a:pt x="80339" y="1463768"/>
                    <a:pt x="36148" y="1442068"/>
                  </a:cubicBezTo>
                  <a:cubicBezTo>
                    <a:pt x="-7157" y="1420811"/>
                    <a:pt x="-2729" y="1383199"/>
                    <a:pt x="4990" y="1344196"/>
                  </a:cubicBezTo>
                  <a:cubicBezTo>
                    <a:pt x="80687" y="962546"/>
                    <a:pt x="156100" y="580832"/>
                    <a:pt x="231228" y="199055"/>
                  </a:cubicBezTo>
                  <a:cubicBezTo>
                    <a:pt x="240243" y="153314"/>
                    <a:pt x="245621" y="106846"/>
                    <a:pt x="255427" y="61294"/>
                  </a:cubicBezTo>
                  <a:cubicBezTo>
                    <a:pt x="267890" y="3216"/>
                    <a:pt x="310911" y="-17250"/>
                    <a:pt x="358803" y="15838"/>
                  </a:cubicBezTo>
                  <a:cubicBezTo>
                    <a:pt x="531012" y="134841"/>
                    <a:pt x="715590" y="228949"/>
                    <a:pt x="910923" y="303792"/>
                  </a:cubicBezTo>
                  <a:cubicBezTo>
                    <a:pt x="937937" y="314136"/>
                    <a:pt x="956506" y="346528"/>
                    <a:pt x="979282" y="368955"/>
                  </a:cubicBezTo>
                  <a:close/>
                  <a:moveTo>
                    <a:pt x="898649" y="388346"/>
                  </a:moveTo>
                  <a:cubicBezTo>
                    <a:pt x="699584" y="286109"/>
                    <a:pt x="510957" y="189249"/>
                    <a:pt x="325684" y="94098"/>
                  </a:cubicBezTo>
                  <a:cubicBezTo>
                    <a:pt x="242710" y="506179"/>
                    <a:pt x="158156" y="926136"/>
                    <a:pt x="73601" y="1346094"/>
                  </a:cubicBezTo>
                  <a:cubicBezTo>
                    <a:pt x="77714" y="1348466"/>
                    <a:pt x="81858" y="1350807"/>
                    <a:pt x="85970" y="1353180"/>
                  </a:cubicBezTo>
                  <a:cubicBezTo>
                    <a:pt x="356937" y="1029987"/>
                    <a:pt x="670988" y="743109"/>
                    <a:pt x="898618" y="38837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" name="Google Shape;393;p39"/>
            <p:cNvSpPr/>
            <p:nvPr/>
          </p:nvSpPr>
          <p:spPr>
            <a:xfrm>
              <a:off x="4891777" y="1613886"/>
              <a:ext cx="546955" cy="986365"/>
            </a:xfrm>
            <a:custGeom>
              <a:avLst/>
              <a:gdLst/>
              <a:ahLst/>
              <a:cxnLst/>
              <a:rect l="l" t="t" r="r" b="b"/>
              <a:pathLst>
                <a:path w="546955" h="986365" extrusionOk="0">
                  <a:moveTo>
                    <a:pt x="545911" y="758987"/>
                  </a:moveTo>
                  <a:cubicBezTo>
                    <a:pt x="545911" y="816401"/>
                    <a:pt x="549170" y="874068"/>
                    <a:pt x="544172" y="931038"/>
                  </a:cubicBezTo>
                  <a:cubicBezTo>
                    <a:pt x="542400" y="951283"/>
                    <a:pt x="522946" y="983074"/>
                    <a:pt x="507383" y="985795"/>
                  </a:cubicBezTo>
                  <a:cubicBezTo>
                    <a:pt x="487074" y="989369"/>
                    <a:pt x="451709" y="975672"/>
                    <a:pt x="441586" y="958401"/>
                  </a:cubicBezTo>
                  <a:cubicBezTo>
                    <a:pt x="301200" y="718814"/>
                    <a:pt x="161477" y="478752"/>
                    <a:pt x="27291" y="235685"/>
                  </a:cubicBezTo>
                  <a:cubicBezTo>
                    <a:pt x="-27307" y="136801"/>
                    <a:pt x="23" y="89036"/>
                    <a:pt x="109220" y="61104"/>
                  </a:cubicBezTo>
                  <a:cubicBezTo>
                    <a:pt x="180362" y="42915"/>
                    <a:pt x="251283" y="23745"/>
                    <a:pt x="322678" y="6537"/>
                  </a:cubicBezTo>
                  <a:cubicBezTo>
                    <a:pt x="395687" y="-11051"/>
                    <a:pt x="425011" y="5208"/>
                    <a:pt x="449589" y="75433"/>
                  </a:cubicBezTo>
                  <a:cubicBezTo>
                    <a:pt x="527090" y="296863"/>
                    <a:pt x="543919" y="526929"/>
                    <a:pt x="545880" y="759019"/>
                  </a:cubicBezTo>
                  <a:close/>
                  <a:moveTo>
                    <a:pt x="53388" y="148410"/>
                  </a:moveTo>
                  <a:cubicBezTo>
                    <a:pt x="194028" y="395937"/>
                    <a:pt x="327170" y="630337"/>
                    <a:pt x="460344" y="864736"/>
                  </a:cubicBezTo>
                  <a:cubicBezTo>
                    <a:pt x="469233" y="757121"/>
                    <a:pt x="479230" y="655706"/>
                    <a:pt x="466924" y="557075"/>
                  </a:cubicBezTo>
                  <a:cubicBezTo>
                    <a:pt x="448103" y="406471"/>
                    <a:pt x="414635" y="257639"/>
                    <a:pt x="384869" y="108553"/>
                  </a:cubicBezTo>
                  <a:cubicBezTo>
                    <a:pt x="382117" y="94729"/>
                    <a:pt x="358771" y="72397"/>
                    <a:pt x="349503" y="74421"/>
                  </a:cubicBezTo>
                  <a:cubicBezTo>
                    <a:pt x="257325" y="94824"/>
                    <a:pt x="166096" y="119498"/>
                    <a:pt x="53388" y="1484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4" name="Google Shape;394;p39"/>
          <p:cNvSpPr/>
          <p:nvPr/>
        </p:nvSpPr>
        <p:spPr>
          <a:xfrm rot="8999998">
            <a:off x="7461250" y="4350167"/>
            <a:ext cx="2361224" cy="1025694"/>
          </a:xfrm>
          <a:custGeom>
            <a:avLst/>
            <a:gdLst/>
            <a:ahLst/>
            <a:cxnLst/>
            <a:rect l="l" t="t" r="r" b="b"/>
            <a:pathLst>
              <a:path w="108338" h="47061" extrusionOk="0">
                <a:moveTo>
                  <a:pt x="0" y="1367"/>
                </a:moveTo>
                <a:cubicBezTo>
                  <a:pt x="0" y="22633"/>
                  <a:pt x="24010" y="43839"/>
                  <a:pt x="45112" y="46479"/>
                </a:cubicBezTo>
                <a:cubicBezTo>
                  <a:pt x="61401" y="48517"/>
                  <a:pt x="81003" y="45094"/>
                  <a:pt x="92617" y="33492"/>
                </a:cubicBezTo>
                <a:cubicBezTo>
                  <a:pt x="101342" y="24776"/>
                  <a:pt x="108338" y="12333"/>
                  <a:pt x="108338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sp>
      <p:grpSp>
        <p:nvGrpSpPr>
          <p:cNvPr id="13" name="Group 14">
            <a:extLst>
              <a:ext uri="{FF2B5EF4-FFF2-40B4-BE49-F238E27FC236}">
                <a16:creationId xmlns:a16="http://schemas.microsoft.com/office/drawing/2014/main" id="{E1AD1EA7-C069-4009-B8CB-984EA4C00E60}"/>
              </a:ext>
            </a:extLst>
          </p:cNvPr>
          <p:cNvGrpSpPr/>
          <p:nvPr/>
        </p:nvGrpSpPr>
        <p:grpSpPr>
          <a:xfrm>
            <a:off x="-1601721" y="4482077"/>
            <a:ext cx="18288000" cy="856676"/>
            <a:chOff x="0" y="0"/>
            <a:chExt cx="4816593" cy="225627"/>
          </a:xfrm>
        </p:grpSpPr>
        <p:sp>
          <p:nvSpPr>
            <p:cNvPr id="14" name="Freeform 15">
              <a:extLst>
                <a:ext uri="{FF2B5EF4-FFF2-40B4-BE49-F238E27FC236}">
                  <a16:creationId xmlns:a16="http://schemas.microsoft.com/office/drawing/2014/main" id="{70DA14AD-D44A-420E-8241-61D4B8DF6535}"/>
                </a:ext>
              </a:extLst>
            </p:cNvPr>
            <p:cNvSpPr/>
            <p:nvPr/>
          </p:nvSpPr>
          <p:spPr>
            <a:xfrm>
              <a:off x="0" y="0"/>
              <a:ext cx="4816592" cy="225627"/>
            </a:xfrm>
            <a:custGeom>
              <a:avLst/>
              <a:gdLst/>
              <a:ahLst/>
              <a:cxnLst/>
              <a:rect l="l" t="t" r="r" b="b"/>
              <a:pathLst>
                <a:path w="4816592" h="225627">
                  <a:moveTo>
                    <a:pt x="0" y="0"/>
                  </a:moveTo>
                  <a:lnTo>
                    <a:pt x="4816592" y="0"/>
                  </a:lnTo>
                  <a:lnTo>
                    <a:pt x="4816592" y="225627"/>
                  </a:lnTo>
                  <a:lnTo>
                    <a:pt x="0" y="2256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5" name="TextBox 16">
              <a:extLst>
                <a:ext uri="{FF2B5EF4-FFF2-40B4-BE49-F238E27FC236}">
                  <a16:creationId xmlns:a16="http://schemas.microsoft.com/office/drawing/2014/main" id="{1F7E343F-492E-498A-A57C-DC03113EA8CB}"/>
                </a:ext>
              </a:extLst>
            </p:cNvPr>
            <p:cNvSpPr txBox="1"/>
            <p:nvPr/>
          </p:nvSpPr>
          <p:spPr>
            <a:xfrm>
              <a:off x="0" y="-28575"/>
              <a:ext cx="4816593" cy="254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7">
            <a:extLst>
              <a:ext uri="{FF2B5EF4-FFF2-40B4-BE49-F238E27FC236}">
                <a16:creationId xmlns:a16="http://schemas.microsoft.com/office/drawing/2014/main" id="{951BB3DE-192B-416F-B4EB-DF2FE7AFC758}"/>
              </a:ext>
            </a:extLst>
          </p:cNvPr>
          <p:cNvSpPr/>
          <p:nvPr/>
        </p:nvSpPr>
        <p:spPr>
          <a:xfrm>
            <a:off x="3220602" y="4482077"/>
            <a:ext cx="2702796" cy="647086"/>
          </a:xfrm>
          <a:custGeom>
            <a:avLst/>
            <a:gdLst/>
            <a:ahLst/>
            <a:cxnLst/>
            <a:rect l="l" t="t" r="r" b="b"/>
            <a:pathLst>
              <a:path w="2702796" h="647086">
                <a:moveTo>
                  <a:pt x="0" y="0"/>
                </a:moveTo>
                <a:lnTo>
                  <a:pt x="2702796" y="0"/>
                </a:lnTo>
                <a:lnTo>
                  <a:pt x="2702796" y="647087"/>
                </a:lnTo>
                <a:lnTo>
                  <a:pt x="0" y="6470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3"/>
          <p:cNvSpPr txBox="1">
            <a:spLocks noGrp="1"/>
          </p:cNvSpPr>
          <p:nvPr>
            <p:ph type="title"/>
          </p:nvPr>
        </p:nvSpPr>
        <p:spPr>
          <a:xfrm>
            <a:off x="720000" y="40300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Cuadrantes.</a:t>
            </a:r>
            <a:endParaRPr dirty="0"/>
          </a:p>
        </p:txBody>
      </p:sp>
      <p:sp>
        <p:nvSpPr>
          <p:cNvPr id="448" name="Google Shape;448;p43"/>
          <p:cNvSpPr txBox="1">
            <a:spLocks noGrp="1"/>
          </p:cNvSpPr>
          <p:nvPr>
            <p:ph type="subTitle" idx="1"/>
          </p:nvPr>
        </p:nvSpPr>
        <p:spPr>
          <a:xfrm>
            <a:off x="3515432" y="2144305"/>
            <a:ext cx="2370600" cy="102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s-MX" dirty="0"/>
              <a:t>Soluciones viables pero poco innovadoras.</a:t>
            </a:r>
            <a:endParaRPr dirty="0"/>
          </a:p>
        </p:txBody>
      </p:sp>
      <p:sp>
        <p:nvSpPr>
          <p:cNvPr id="449" name="Google Shape;449;p43"/>
          <p:cNvSpPr txBox="1">
            <a:spLocks noGrp="1"/>
          </p:cNvSpPr>
          <p:nvPr>
            <p:ph type="subTitle" idx="2"/>
          </p:nvPr>
        </p:nvSpPr>
        <p:spPr>
          <a:xfrm>
            <a:off x="744751" y="2222979"/>
            <a:ext cx="2370600" cy="6196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s-CL" dirty="0"/>
              <a:t>Aloja la innovación.</a:t>
            </a:r>
            <a:endParaRPr dirty="0"/>
          </a:p>
        </p:txBody>
      </p:sp>
      <p:sp>
        <p:nvSpPr>
          <p:cNvPr id="450" name="Google Shape;450;p43"/>
          <p:cNvSpPr txBox="1">
            <a:spLocks noGrp="1"/>
          </p:cNvSpPr>
          <p:nvPr>
            <p:ph type="subTitle" idx="3"/>
          </p:nvPr>
        </p:nvSpPr>
        <p:spPr>
          <a:xfrm>
            <a:off x="698383" y="1706317"/>
            <a:ext cx="2602821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s-CL" sz="2000" dirty="0">
                <a:solidFill>
                  <a:srgbClr val="FF0000"/>
                </a:solidFill>
              </a:rPr>
              <a:t>Cuadrante 1: </a:t>
            </a:r>
            <a:r>
              <a:rPr lang="es-CL" sz="2000" dirty="0">
                <a:solidFill>
                  <a:schemeClr val="bg1"/>
                </a:solidFill>
              </a:rPr>
              <a:t>+ Factible + Original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451" name="Google Shape;451;p43"/>
          <p:cNvSpPr txBox="1">
            <a:spLocks noGrp="1"/>
          </p:cNvSpPr>
          <p:nvPr>
            <p:ph type="subTitle" idx="4"/>
          </p:nvPr>
        </p:nvSpPr>
        <p:spPr>
          <a:xfrm>
            <a:off x="3317716" y="1717919"/>
            <a:ext cx="2547833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s-CL" sz="2000" dirty="0">
                <a:solidFill>
                  <a:srgbClr val="FF0000"/>
                </a:solidFill>
              </a:rPr>
              <a:t>Cuadrante 2: </a:t>
            </a:r>
            <a:r>
              <a:rPr lang="es-CL" sz="2000" dirty="0">
                <a:solidFill>
                  <a:schemeClr val="bg1"/>
                </a:solidFill>
              </a:rPr>
              <a:t>+ Factible - Original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452" name="Google Shape;452;p43"/>
          <p:cNvSpPr txBox="1">
            <a:spLocks noGrp="1"/>
          </p:cNvSpPr>
          <p:nvPr>
            <p:ph type="subTitle" idx="5"/>
          </p:nvPr>
        </p:nvSpPr>
        <p:spPr>
          <a:xfrm>
            <a:off x="6134501" y="2144305"/>
            <a:ext cx="2370600" cy="102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s-MX" dirty="0"/>
              <a:t>Soluciones ni viables ni originales.</a:t>
            </a:r>
            <a:endParaRPr dirty="0"/>
          </a:p>
        </p:txBody>
      </p:sp>
      <p:sp>
        <p:nvSpPr>
          <p:cNvPr id="453" name="Google Shape;453;p43"/>
          <p:cNvSpPr txBox="1">
            <a:spLocks noGrp="1"/>
          </p:cNvSpPr>
          <p:nvPr>
            <p:ph type="subTitle" idx="6"/>
          </p:nvPr>
        </p:nvSpPr>
        <p:spPr>
          <a:xfrm>
            <a:off x="6063265" y="1638961"/>
            <a:ext cx="2477714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s-CL" sz="2000" dirty="0">
                <a:solidFill>
                  <a:srgbClr val="FF0000"/>
                </a:solidFill>
              </a:rPr>
              <a:t>Cuadrante 3: </a:t>
            </a:r>
            <a:r>
              <a:rPr lang="es-CL" sz="2000" dirty="0">
                <a:solidFill>
                  <a:schemeClr val="bg1"/>
                </a:solidFill>
              </a:rPr>
              <a:t>- Factible - Original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454" name="Google Shape;454;p43"/>
          <p:cNvSpPr/>
          <p:nvPr/>
        </p:nvSpPr>
        <p:spPr>
          <a:xfrm rot="-10642306">
            <a:off x="3213523" y="4151770"/>
            <a:ext cx="2716996" cy="1180237"/>
          </a:xfrm>
          <a:custGeom>
            <a:avLst/>
            <a:gdLst/>
            <a:ahLst/>
            <a:cxnLst/>
            <a:rect l="l" t="t" r="r" b="b"/>
            <a:pathLst>
              <a:path w="108338" h="47061" extrusionOk="0">
                <a:moveTo>
                  <a:pt x="0" y="1367"/>
                </a:moveTo>
                <a:cubicBezTo>
                  <a:pt x="0" y="22633"/>
                  <a:pt x="24010" y="43839"/>
                  <a:pt x="45112" y="46479"/>
                </a:cubicBezTo>
                <a:cubicBezTo>
                  <a:pt x="61401" y="48517"/>
                  <a:pt x="81003" y="45094"/>
                  <a:pt x="92617" y="33492"/>
                </a:cubicBezTo>
                <a:cubicBezTo>
                  <a:pt x="101342" y="24776"/>
                  <a:pt x="108338" y="12333"/>
                  <a:pt x="108338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sp>
      <p:grpSp>
        <p:nvGrpSpPr>
          <p:cNvPr id="455" name="Google Shape;455;p43"/>
          <p:cNvGrpSpPr/>
          <p:nvPr/>
        </p:nvGrpSpPr>
        <p:grpSpPr>
          <a:xfrm rot="-6701862">
            <a:off x="16169" y="2265390"/>
            <a:ext cx="667766" cy="487680"/>
            <a:chOff x="4891777" y="1196142"/>
            <a:chExt cx="2324664" cy="1697408"/>
          </a:xfrm>
        </p:grpSpPr>
        <p:sp>
          <p:nvSpPr>
            <p:cNvPr id="456" name="Google Shape;456;p43"/>
            <p:cNvSpPr/>
            <p:nvPr/>
          </p:nvSpPr>
          <p:spPr>
            <a:xfrm>
              <a:off x="6238558" y="2146691"/>
              <a:ext cx="977883" cy="746859"/>
            </a:xfrm>
            <a:custGeom>
              <a:avLst/>
              <a:gdLst/>
              <a:ahLst/>
              <a:cxnLst/>
              <a:rect l="l" t="t" r="r" b="b"/>
              <a:pathLst>
                <a:path w="977883" h="746859" extrusionOk="0">
                  <a:moveTo>
                    <a:pt x="115185" y="746860"/>
                  </a:moveTo>
                  <a:cubicBezTo>
                    <a:pt x="106834" y="743886"/>
                    <a:pt x="98673" y="739774"/>
                    <a:pt x="90069" y="738161"/>
                  </a:cubicBezTo>
                  <a:cubicBezTo>
                    <a:pt x="-5526" y="720162"/>
                    <a:pt x="-27763" y="672966"/>
                    <a:pt x="36546" y="598660"/>
                  </a:cubicBezTo>
                  <a:cubicBezTo>
                    <a:pt x="107910" y="516257"/>
                    <a:pt x="187720" y="440369"/>
                    <a:pt x="269300" y="367772"/>
                  </a:cubicBezTo>
                  <a:cubicBezTo>
                    <a:pt x="399375" y="252059"/>
                    <a:pt x="533878" y="141312"/>
                    <a:pt x="666736" y="28731"/>
                  </a:cubicBezTo>
                  <a:cubicBezTo>
                    <a:pt x="724719" y="-20395"/>
                    <a:pt x="783492" y="-6255"/>
                    <a:pt x="824710" y="69095"/>
                  </a:cubicBezTo>
                  <a:cubicBezTo>
                    <a:pt x="895947" y="199200"/>
                    <a:pt x="942796" y="338037"/>
                    <a:pt x="966425" y="484497"/>
                  </a:cubicBezTo>
                  <a:cubicBezTo>
                    <a:pt x="971265" y="514580"/>
                    <a:pt x="975789" y="544884"/>
                    <a:pt x="977529" y="575283"/>
                  </a:cubicBezTo>
                  <a:cubicBezTo>
                    <a:pt x="981071" y="636714"/>
                    <a:pt x="958422" y="665184"/>
                    <a:pt x="896232" y="672428"/>
                  </a:cubicBezTo>
                  <a:cubicBezTo>
                    <a:pt x="701943" y="695109"/>
                    <a:pt x="507433" y="715986"/>
                    <a:pt x="313049" y="737845"/>
                  </a:cubicBezTo>
                  <a:cubicBezTo>
                    <a:pt x="297264" y="739616"/>
                    <a:pt x="281732" y="743792"/>
                    <a:pt x="266074" y="746828"/>
                  </a:cubicBezTo>
                  <a:lnTo>
                    <a:pt x="115122" y="746828"/>
                  </a:lnTo>
                  <a:close/>
                  <a:moveTo>
                    <a:pt x="734050" y="64603"/>
                  </a:moveTo>
                  <a:cubicBezTo>
                    <a:pt x="513822" y="267306"/>
                    <a:pt x="268636" y="431196"/>
                    <a:pt x="66756" y="665405"/>
                  </a:cubicBezTo>
                  <a:cubicBezTo>
                    <a:pt x="100381" y="668790"/>
                    <a:pt x="117684" y="673250"/>
                    <a:pt x="134481" y="671795"/>
                  </a:cubicBezTo>
                  <a:cubicBezTo>
                    <a:pt x="382578" y="650127"/>
                    <a:pt x="630643" y="628110"/>
                    <a:pt x="878486" y="603785"/>
                  </a:cubicBezTo>
                  <a:cubicBezTo>
                    <a:pt x="888672" y="602772"/>
                    <a:pt x="905311" y="577466"/>
                    <a:pt x="904171" y="564813"/>
                  </a:cubicBezTo>
                  <a:cubicBezTo>
                    <a:pt x="889589" y="402220"/>
                    <a:pt x="841918" y="249212"/>
                    <a:pt x="763880" y="105789"/>
                  </a:cubicBezTo>
                  <a:cubicBezTo>
                    <a:pt x="757237" y="93579"/>
                    <a:pt x="747526" y="83045"/>
                    <a:pt x="734082" y="646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" name="Google Shape;457;p43"/>
            <p:cNvSpPr/>
            <p:nvPr/>
          </p:nvSpPr>
          <p:spPr>
            <a:xfrm>
              <a:off x="5836523" y="1196142"/>
              <a:ext cx="979281" cy="1449513"/>
            </a:xfrm>
            <a:custGeom>
              <a:avLst/>
              <a:gdLst/>
              <a:ahLst/>
              <a:cxnLst/>
              <a:rect l="l" t="t" r="r" b="b"/>
              <a:pathLst>
                <a:path w="979281" h="1449513" extrusionOk="0">
                  <a:moveTo>
                    <a:pt x="979250" y="368955"/>
                  </a:moveTo>
                  <a:cubicBezTo>
                    <a:pt x="961093" y="406535"/>
                    <a:pt x="953026" y="435448"/>
                    <a:pt x="935786" y="457053"/>
                  </a:cubicBezTo>
                  <a:cubicBezTo>
                    <a:pt x="793723" y="634988"/>
                    <a:pt x="652830" y="813998"/>
                    <a:pt x="505833" y="987820"/>
                  </a:cubicBezTo>
                  <a:cubicBezTo>
                    <a:pt x="385280" y="1130358"/>
                    <a:pt x="256787" y="1266126"/>
                    <a:pt x="131996" y="1405089"/>
                  </a:cubicBezTo>
                  <a:cubicBezTo>
                    <a:pt x="106088" y="1433938"/>
                    <a:pt x="80339" y="1463768"/>
                    <a:pt x="36148" y="1442068"/>
                  </a:cubicBezTo>
                  <a:cubicBezTo>
                    <a:pt x="-7157" y="1420811"/>
                    <a:pt x="-2729" y="1383199"/>
                    <a:pt x="4990" y="1344196"/>
                  </a:cubicBezTo>
                  <a:cubicBezTo>
                    <a:pt x="80687" y="962546"/>
                    <a:pt x="156100" y="580832"/>
                    <a:pt x="231228" y="199055"/>
                  </a:cubicBezTo>
                  <a:cubicBezTo>
                    <a:pt x="240243" y="153314"/>
                    <a:pt x="245621" y="106846"/>
                    <a:pt x="255427" y="61294"/>
                  </a:cubicBezTo>
                  <a:cubicBezTo>
                    <a:pt x="267890" y="3216"/>
                    <a:pt x="310911" y="-17250"/>
                    <a:pt x="358803" y="15838"/>
                  </a:cubicBezTo>
                  <a:cubicBezTo>
                    <a:pt x="531012" y="134841"/>
                    <a:pt x="715590" y="228949"/>
                    <a:pt x="910923" y="303792"/>
                  </a:cubicBezTo>
                  <a:cubicBezTo>
                    <a:pt x="937937" y="314136"/>
                    <a:pt x="956506" y="346528"/>
                    <a:pt x="979282" y="368955"/>
                  </a:cubicBezTo>
                  <a:close/>
                  <a:moveTo>
                    <a:pt x="898649" y="388346"/>
                  </a:moveTo>
                  <a:cubicBezTo>
                    <a:pt x="699584" y="286109"/>
                    <a:pt x="510957" y="189249"/>
                    <a:pt x="325684" y="94098"/>
                  </a:cubicBezTo>
                  <a:cubicBezTo>
                    <a:pt x="242710" y="506179"/>
                    <a:pt x="158156" y="926136"/>
                    <a:pt x="73601" y="1346094"/>
                  </a:cubicBezTo>
                  <a:cubicBezTo>
                    <a:pt x="77714" y="1348466"/>
                    <a:pt x="81858" y="1350807"/>
                    <a:pt x="85970" y="1353180"/>
                  </a:cubicBezTo>
                  <a:cubicBezTo>
                    <a:pt x="356937" y="1029987"/>
                    <a:pt x="670988" y="743109"/>
                    <a:pt x="898618" y="38837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" name="Google Shape;458;p43"/>
            <p:cNvSpPr/>
            <p:nvPr/>
          </p:nvSpPr>
          <p:spPr>
            <a:xfrm>
              <a:off x="4891777" y="1613886"/>
              <a:ext cx="546955" cy="986365"/>
            </a:xfrm>
            <a:custGeom>
              <a:avLst/>
              <a:gdLst/>
              <a:ahLst/>
              <a:cxnLst/>
              <a:rect l="l" t="t" r="r" b="b"/>
              <a:pathLst>
                <a:path w="546955" h="986365" extrusionOk="0">
                  <a:moveTo>
                    <a:pt x="545911" y="758987"/>
                  </a:moveTo>
                  <a:cubicBezTo>
                    <a:pt x="545911" y="816401"/>
                    <a:pt x="549170" y="874068"/>
                    <a:pt x="544172" y="931038"/>
                  </a:cubicBezTo>
                  <a:cubicBezTo>
                    <a:pt x="542400" y="951283"/>
                    <a:pt x="522946" y="983074"/>
                    <a:pt x="507383" y="985795"/>
                  </a:cubicBezTo>
                  <a:cubicBezTo>
                    <a:pt x="487074" y="989369"/>
                    <a:pt x="451709" y="975672"/>
                    <a:pt x="441586" y="958401"/>
                  </a:cubicBezTo>
                  <a:cubicBezTo>
                    <a:pt x="301200" y="718814"/>
                    <a:pt x="161477" y="478752"/>
                    <a:pt x="27291" y="235685"/>
                  </a:cubicBezTo>
                  <a:cubicBezTo>
                    <a:pt x="-27307" y="136801"/>
                    <a:pt x="23" y="89036"/>
                    <a:pt x="109220" y="61104"/>
                  </a:cubicBezTo>
                  <a:cubicBezTo>
                    <a:pt x="180362" y="42915"/>
                    <a:pt x="251283" y="23745"/>
                    <a:pt x="322678" y="6537"/>
                  </a:cubicBezTo>
                  <a:cubicBezTo>
                    <a:pt x="395687" y="-11051"/>
                    <a:pt x="425011" y="5208"/>
                    <a:pt x="449589" y="75433"/>
                  </a:cubicBezTo>
                  <a:cubicBezTo>
                    <a:pt x="527090" y="296863"/>
                    <a:pt x="543919" y="526929"/>
                    <a:pt x="545880" y="759019"/>
                  </a:cubicBezTo>
                  <a:close/>
                  <a:moveTo>
                    <a:pt x="53388" y="148410"/>
                  </a:moveTo>
                  <a:cubicBezTo>
                    <a:pt x="194028" y="395937"/>
                    <a:pt x="327170" y="630337"/>
                    <a:pt x="460344" y="864736"/>
                  </a:cubicBezTo>
                  <a:cubicBezTo>
                    <a:pt x="469233" y="757121"/>
                    <a:pt x="479230" y="655706"/>
                    <a:pt x="466924" y="557075"/>
                  </a:cubicBezTo>
                  <a:cubicBezTo>
                    <a:pt x="448103" y="406471"/>
                    <a:pt x="414635" y="257639"/>
                    <a:pt x="384869" y="108553"/>
                  </a:cubicBezTo>
                  <a:cubicBezTo>
                    <a:pt x="382117" y="94729"/>
                    <a:pt x="358771" y="72397"/>
                    <a:pt x="349503" y="74421"/>
                  </a:cubicBezTo>
                  <a:cubicBezTo>
                    <a:pt x="257325" y="94824"/>
                    <a:pt x="166096" y="119498"/>
                    <a:pt x="53388" y="1484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" name="Google Shape;459;p43"/>
            <p:cNvSpPr/>
            <p:nvPr/>
          </p:nvSpPr>
          <p:spPr>
            <a:xfrm>
              <a:off x="6238558" y="2146691"/>
              <a:ext cx="977883" cy="746859"/>
            </a:xfrm>
            <a:custGeom>
              <a:avLst/>
              <a:gdLst/>
              <a:ahLst/>
              <a:cxnLst/>
              <a:rect l="l" t="t" r="r" b="b"/>
              <a:pathLst>
                <a:path w="977883" h="746859" extrusionOk="0">
                  <a:moveTo>
                    <a:pt x="115185" y="746860"/>
                  </a:moveTo>
                  <a:cubicBezTo>
                    <a:pt x="106834" y="743886"/>
                    <a:pt x="98673" y="739774"/>
                    <a:pt x="90069" y="738161"/>
                  </a:cubicBezTo>
                  <a:cubicBezTo>
                    <a:pt x="-5526" y="720162"/>
                    <a:pt x="-27763" y="672966"/>
                    <a:pt x="36546" y="598660"/>
                  </a:cubicBezTo>
                  <a:cubicBezTo>
                    <a:pt x="107910" y="516257"/>
                    <a:pt x="187720" y="440369"/>
                    <a:pt x="269300" y="367772"/>
                  </a:cubicBezTo>
                  <a:cubicBezTo>
                    <a:pt x="399375" y="252059"/>
                    <a:pt x="533878" y="141312"/>
                    <a:pt x="666736" y="28731"/>
                  </a:cubicBezTo>
                  <a:cubicBezTo>
                    <a:pt x="724719" y="-20395"/>
                    <a:pt x="783492" y="-6255"/>
                    <a:pt x="824710" y="69095"/>
                  </a:cubicBezTo>
                  <a:cubicBezTo>
                    <a:pt x="895947" y="199200"/>
                    <a:pt x="942796" y="338037"/>
                    <a:pt x="966425" y="484497"/>
                  </a:cubicBezTo>
                  <a:cubicBezTo>
                    <a:pt x="971265" y="514580"/>
                    <a:pt x="975789" y="544884"/>
                    <a:pt x="977529" y="575283"/>
                  </a:cubicBezTo>
                  <a:cubicBezTo>
                    <a:pt x="981071" y="636714"/>
                    <a:pt x="958422" y="665184"/>
                    <a:pt x="896232" y="672428"/>
                  </a:cubicBezTo>
                  <a:cubicBezTo>
                    <a:pt x="701943" y="695109"/>
                    <a:pt x="507433" y="715986"/>
                    <a:pt x="313049" y="737845"/>
                  </a:cubicBezTo>
                  <a:cubicBezTo>
                    <a:pt x="297264" y="739616"/>
                    <a:pt x="281732" y="743792"/>
                    <a:pt x="266074" y="746828"/>
                  </a:cubicBezTo>
                  <a:lnTo>
                    <a:pt x="115122" y="746828"/>
                  </a:lnTo>
                  <a:close/>
                  <a:moveTo>
                    <a:pt x="734050" y="64603"/>
                  </a:moveTo>
                  <a:cubicBezTo>
                    <a:pt x="513822" y="267306"/>
                    <a:pt x="268636" y="431196"/>
                    <a:pt x="66756" y="665405"/>
                  </a:cubicBezTo>
                  <a:cubicBezTo>
                    <a:pt x="100381" y="668790"/>
                    <a:pt x="117684" y="673250"/>
                    <a:pt x="134481" y="671795"/>
                  </a:cubicBezTo>
                  <a:cubicBezTo>
                    <a:pt x="382578" y="650127"/>
                    <a:pt x="630643" y="628110"/>
                    <a:pt x="878486" y="603785"/>
                  </a:cubicBezTo>
                  <a:cubicBezTo>
                    <a:pt x="888672" y="602772"/>
                    <a:pt x="905311" y="577466"/>
                    <a:pt x="904171" y="564813"/>
                  </a:cubicBezTo>
                  <a:cubicBezTo>
                    <a:pt x="889589" y="402220"/>
                    <a:pt x="841918" y="249212"/>
                    <a:pt x="763880" y="105789"/>
                  </a:cubicBezTo>
                  <a:cubicBezTo>
                    <a:pt x="757237" y="93579"/>
                    <a:pt x="747526" y="83045"/>
                    <a:pt x="734082" y="646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" name="Google Shape;460;p43"/>
            <p:cNvSpPr/>
            <p:nvPr/>
          </p:nvSpPr>
          <p:spPr>
            <a:xfrm>
              <a:off x="5836523" y="1196142"/>
              <a:ext cx="979281" cy="1449513"/>
            </a:xfrm>
            <a:custGeom>
              <a:avLst/>
              <a:gdLst/>
              <a:ahLst/>
              <a:cxnLst/>
              <a:rect l="l" t="t" r="r" b="b"/>
              <a:pathLst>
                <a:path w="979281" h="1449513" extrusionOk="0">
                  <a:moveTo>
                    <a:pt x="979250" y="368955"/>
                  </a:moveTo>
                  <a:cubicBezTo>
                    <a:pt x="961093" y="406535"/>
                    <a:pt x="953026" y="435448"/>
                    <a:pt x="935786" y="457053"/>
                  </a:cubicBezTo>
                  <a:cubicBezTo>
                    <a:pt x="793723" y="634988"/>
                    <a:pt x="652830" y="813998"/>
                    <a:pt x="505833" y="987820"/>
                  </a:cubicBezTo>
                  <a:cubicBezTo>
                    <a:pt x="385280" y="1130358"/>
                    <a:pt x="256787" y="1266126"/>
                    <a:pt x="131996" y="1405089"/>
                  </a:cubicBezTo>
                  <a:cubicBezTo>
                    <a:pt x="106088" y="1433938"/>
                    <a:pt x="80339" y="1463768"/>
                    <a:pt x="36148" y="1442068"/>
                  </a:cubicBezTo>
                  <a:cubicBezTo>
                    <a:pt x="-7157" y="1420811"/>
                    <a:pt x="-2729" y="1383199"/>
                    <a:pt x="4990" y="1344196"/>
                  </a:cubicBezTo>
                  <a:cubicBezTo>
                    <a:pt x="80687" y="962546"/>
                    <a:pt x="156100" y="580832"/>
                    <a:pt x="231228" y="199055"/>
                  </a:cubicBezTo>
                  <a:cubicBezTo>
                    <a:pt x="240243" y="153314"/>
                    <a:pt x="245621" y="106846"/>
                    <a:pt x="255427" y="61294"/>
                  </a:cubicBezTo>
                  <a:cubicBezTo>
                    <a:pt x="267890" y="3216"/>
                    <a:pt x="310911" y="-17250"/>
                    <a:pt x="358803" y="15838"/>
                  </a:cubicBezTo>
                  <a:cubicBezTo>
                    <a:pt x="531012" y="134841"/>
                    <a:pt x="715590" y="228949"/>
                    <a:pt x="910923" y="303792"/>
                  </a:cubicBezTo>
                  <a:cubicBezTo>
                    <a:pt x="937937" y="314136"/>
                    <a:pt x="956506" y="346528"/>
                    <a:pt x="979282" y="368955"/>
                  </a:cubicBezTo>
                  <a:close/>
                  <a:moveTo>
                    <a:pt x="898649" y="388346"/>
                  </a:moveTo>
                  <a:cubicBezTo>
                    <a:pt x="699584" y="286109"/>
                    <a:pt x="510957" y="189249"/>
                    <a:pt x="325684" y="94098"/>
                  </a:cubicBezTo>
                  <a:cubicBezTo>
                    <a:pt x="242710" y="506179"/>
                    <a:pt x="158156" y="926136"/>
                    <a:pt x="73601" y="1346094"/>
                  </a:cubicBezTo>
                  <a:cubicBezTo>
                    <a:pt x="77714" y="1348466"/>
                    <a:pt x="81858" y="1350807"/>
                    <a:pt x="85970" y="1353180"/>
                  </a:cubicBezTo>
                  <a:cubicBezTo>
                    <a:pt x="356937" y="1029987"/>
                    <a:pt x="670988" y="743109"/>
                    <a:pt x="898618" y="38837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" name="Google Shape;461;p43"/>
            <p:cNvSpPr/>
            <p:nvPr/>
          </p:nvSpPr>
          <p:spPr>
            <a:xfrm>
              <a:off x="4891777" y="1613886"/>
              <a:ext cx="546955" cy="986365"/>
            </a:xfrm>
            <a:custGeom>
              <a:avLst/>
              <a:gdLst/>
              <a:ahLst/>
              <a:cxnLst/>
              <a:rect l="l" t="t" r="r" b="b"/>
              <a:pathLst>
                <a:path w="546955" h="986365" extrusionOk="0">
                  <a:moveTo>
                    <a:pt x="545911" y="758987"/>
                  </a:moveTo>
                  <a:cubicBezTo>
                    <a:pt x="545911" y="816401"/>
                    <a:pt x="549170" y="874068"/>
                    <a:pt x="544172" y="931038"/>
                  </a:cubicBezTo>
                  <a:cubicBezTo>
                    <a:pt x="542400" y="951283"/>
                    <a:pt x="522946" y="983074"/>
                    <a:pt x="507383" y="985795"/>
                  </a:cubicBezTo>
                  <a:cubicBezTo>
                    <a:pt x="487074" y="989369"/>
                    <a:pt x="451709" y="975672"/>
                    <a:pt x="441586" y="958401"/>
                  </a:cubicBezTo>
                  <a:cubicBezTo>
                    <a:pt x="301200" y="718814"/>
                    <a:pt x="161477" y="478752"/>
                    <a:pt x="27291" y="235685"/>
                  </a:cubicBezTo>
                  <a:cubicBezTo>
                    <a:pt x="-27307" y="136801"/>
                    <a:pt x="23" y="89036"/>
                    <a:pt x="109220" y="61104"/>
                  </a:cubicBezTo>
                  <a:cubicBezTo>
                    <a:pt x="180362" y="42915"/>
                    <a:pt x="251283" y="23745"/>
                    <a:pt x="322678" y="6537"/>
                  </a:cubicBezTo>
                  <a:cubicBezTo>
                    <a:pt x="395687" y="-11051"/>
                    <a:pt x="425011" y="5208"/>
                    <a:pt x="449589" y="75433"/>
                  </a:cubicBezTo>
                  <a:cubicBezTo>
                    <a:pt x="527090" y="296863"/>
                    <a:pt x="543919" y="526929"/>
                    <a:pt x="545880" y="759019"/>
                  </a:cubicBezTo>
                  <a:close/>
                  <a:moveTo>
                    <a:pt x="53388" y="148410"/>
                  </a:moveTo>
                  <a:cubicBezTo>
                    <a:pt x="194028" y="395937"/>
                    <a:pt x="327170" y="630337"/>
                    <a:pt x="460344" y="864736"/>
                  </a:cubicBezTo>
                  <a:cubicBezTo>
                    <a:pt x="469233" y="757121"/>
                    <a:pt x="479230" y="655706"/>
                    <a:pt x="466924" y="557075"/>
                  </a:cubicBezTo>
                  <a:cubicBezTo>
                    <a:pt x="448103" y="406471"/>
                    <a:pt x="414635" y="257639"/>
                    <a:pt x="384869" y="108553"/>
                  </a:cubicBezTo>
                  <a:cubicBezTo>
                    <a:pt x="382117" y="94729"/>
                    <a:pt x="358771" y="72397"/>
                    <a:pt x="349503" y="74421"/>
                  </a:cubicBezTo>
                  <a:cubicBezTo>
                    <a:pt x="257325" y="94824"/>
                    <a:pt x="166096" y="119498"/>
                    <a:pt x="53388" y="1484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" name="Google Shape;453;p43"/>
          <p:cNvSpPr txBox="1">
            <a:spLocks/>
          </p:cNvSpPr>
          <p:nvPr/>
        </p:nvSpPr>
        <p:spPr>
          <a:xfrm>
            <a:off x="2225003" y="2874921"/>
            <a:ext cx="495145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Belleza"/>
                <a:ea typeface="Belleza"/>
                <a:cs typeface="Belleza"/>
                <a:sym typeface="Bellez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s-CL" sz="2000" dirty="0">
                <a:solidFill>
                  <a:srgbClr val="FF0000"/>
                </a:solidFill>
              </a:rPr>
              <a:t>Cuadrante 4: </a:t>
            </a:r>
            <a:r>
              <a:rPr lang="es-CL" sz="2000" dirty="0">
                <a:solidFill>
                  <a:schemeClr val="bg1"/>
                </a:solidFill>
              </a:rPr>
              <a:t>- Factible + Original</a:t>
            </a:r>
          </a:p>
        </p:txBody>
      </p:sp>
      <p:sp>
        <p:nvSpPr>
          <p:cNvPr id="18" name="Google Shape;452;p43"/>
          <p:cNvSpPr txBox="1">
            <a:spLocks/>
          </p:cNvSpPr>
          <p:nvPr/>
        </p:nvSpPr>
        <p:spPr>
          <a:xfrm>
            <a:off x="3301204" y="3388071"/>
            <a:ext cx="2370600" cy="10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es-MX" dirty="0"/>
              <a:t>Ideas originales que no son viables.</a:t>
            </a:r>
          </a:p>
        </p:txBody>
      </p:sp>
      <p:grpSp>
        <p:nvGrpSpPr>
          <p:cNvPr id="19" name="Group 14">
            <a:extLst>
              <a:ext uri="{FF2B5EF4-FFF2-40B4-BE49-F238E27FC236}">
                <a16:creationId xmlns:a16="http://schemas.microsoft.com/office/drawing/2014/main" id="{D3A9C9F0-77DB-42D7-BF8A-44A14CAB4B23}"/>
              </a:ext>
            </a:extLst>
          </p:cNvPr>
          <p:cNvGrpSpPr/>
          <p:nvPr/>
        </p:nvGrpSpPr>
        <p:grpSpPr>
          <a:xfrm>
            <a:off x="-1601721" y="4482077"/>
            <a:ext cx="18288000" cy="856676"/>
            <a:chOff x="0" y="0"/>
            <a:chExt cx="4816593" cy="225627"/>
          </a:xfrm>
        </p:grpSpPr>
        <p:sp>
          <p:nvSpPr>
            <p:cNvPr id="20" name="Freeform 15">
              <a:extLst>
                <a:ext uri="{FF2B5EF4-FFF2-40B4-BE49-F238E27FC236}">
                  <a16:creationId xmlns:a16="http://schemas.microsoft.com/office/drawing/2014/main" id="{43BCC480-F441-4562-B21A-1E0CA5DE6C06}"/>
                </a:ext>
              </a:extLst>
            </p:cNvPr>
            <p:cNvSpPr/>
            <p:nvPr/>
          </p:nvSpPr>
          <p:spPr>
            <a:xfrm>
              <a:off x="0" y="0"/>
              <a:ext cx="4816592" cy="225627"/>
            </a:xfrm>
            <a:custGeom>
              <a:avLst/>
              <a:gdLst/>
              <a:ahLst/>
              <a:cxnLst/>
              <a:rect l="l" t="t" r="r" b="b"/>
              <a:pathLst>
                <a:path w="4816592" h="225627">
                  <a:moveTo>
                    <a:pt x="0" y="0"/>
                  </a:moveTo>
                  <a:lnTo>
                    <a:pt x="4816592" y="0"/>
                  </a:lnTo>
                  <a:lnTo>
                    <a:pt x="4816592" y="225627"/>
                  </a:lnTo>
                  <a:lnTo>
                    <a:pt x="0" y="2256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1" name="TextBox 16">
              <a:extLst>
                <a:ext uri="{FF2B5EF4-FFF2-40B4-BE49-F238E27FC236}">
                  <a16:creationId xmlns:a16="http://schemas.microsoft.com/office/drawing/2014/main" id="{31263CCB-3B9E-4CEB-835B-554C33BC9B0A}"/>
                </a:ext>
              </a:extLst>
            </p:cNvPr>
            <p:cNvSpPr txBox="1"/>
            <p:nvPr/>
          </p:nvSpPr>
          <p:spPr>
            <a:xfrm>
              <a:off x="0" y="-28575"/>
              <a:ext cx="4816593" cy="254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Freeform 17">
            <a:extLst>
              <a:ext uri="{FF2B5EF4-FFF2-40B4-BE49-F238E27FC236}">
                <a16:creationId xmlns:a16="http://schemas.microsoft.com/office/drawing/2014/main" id="{DE46BEBA-D41E-48F3-9EF0-0013FAF53CBC}"/>
              </a:ext>
            </a:extLst>
          </p:cNvPr>
          <p:cNvSpPr/>
          <p:nvPr/>
        </p:nvSpPr>
        <p:spPr>
          <a:xfrm>
            <a:off x="3220602" y="4482077"/>
            <a:ext cx="2702796" cy="647086"/>
          </a:xfrm>
          <a:custGeom>
            <a:avLst/>
            <a:gdLst/>
            <a:ahLst/>
            <a:cxnLst/>
            <a:rect l="l" t="t" r="r" b="b"/>
            <a:pathLst>
              <a:path w="2702796" h="647086">
                <a:moveTo>
                  <a:pt x="0" y="0"/>
                </a:moveTo>
                <a:lnTo>
                  <a:pt x="2702796" y="0"/>
                </a:lnTo>
                <a:lnTo>
                  <a:pt x="2702796" y="647087"/>
                </a:lnTo>
                <a:lnTo>
                  <a:pt x="0" y="6470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0"/>
          <p:cNvSpPr txBox="1">
            <a:spLocks noGrp="1"/>
          </p:cNvSpPr>
          <p:nvPr>
            <p:ph type="title"/>
          </p:nvPr>
        </p:nvSpPr>
        <p:spPr>
          <a:xfrm>
            <a:off x="131420" y="12973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Ejemplo de mapa de clasificación de ideas. </a:t>
            </a:r>
            <a:endParaRPr dirty="0"/>
          </a:p>
        </p:txBody>
      </p:sp>
      <p:sp>
        <p:nvSpPr>
          <p:cNvPr id="400" name="Google Shape;400;p40"/>
          <p:cNvSpPr txBox="1">
            <a:spLocks noGrp="1"/>
          </p:cNvSpPr>
          <p:nvPr>
            <p:ph type="subTitle" idx="1"/>
          </p:nvPr>
        </p:nvSpPr>
        <p:spPr>
          <a:xfrm>
            <a:off x="4685852" y="1844025"/>
            <a:ext cx="3410400" cy="19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" dirty="0"/>
              <a:t>Atributos de mi propuesta de solución.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" dirty="0"/>
              <a:t>Se converge en una idea de solución “</a:t>
            </a:r>
            <a:r>
              <a:rPr lang="en" dirty="0">
                <a:solidFill>
                  <a:srgbClr val="FF0000"/>
                </a:solidFill>
              </a:rPr>
              <a:t>COHERENTE, FACTIBLE Y ORIGINAL</a:t>
            </a:r>
            <a:r>
              <a:rPr lang="en" dirty="0"/>
              <a:t>”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271" y="822513"/>
            <a:ext cx="3983869" cy="411734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2"/>
          <p:cNvSpPr txBox="1">
            <a:spLocks noGrp="1"/>
          </p:cNvSpPr>
          <p:nvPr>
            <p:ph type="title"/>
          </p:nvPr>
        </p:nvSpPr>
        <p:spPr>
          <a:xfrm>
            <a:off x="1224497" y="98201"/>
            <a:ext cx="397812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¿PREGUNTAS?</a:t>
            </a:r>
            <a:endParaRPr dirty="0"/>
          </a:p>
        </p:txBody>
      </p:sp>
      <p:grpSp>
        <p:nvGrpSpPr>
          <p:cNvPr id="432" name="Google Shape;432;p42"/>
          <p:cNvGrpSpPr/>
          <p:nvPr/>
        </p:nvGrpSpPr>
        <p:grpSpPr>
          <a:xfrm rot="4612673">
            <a:off x="7309382" y="3578176"/>
            <a:ext cx="1879265" cy="1734816"/>
            <a:chOff x="5289380" y="3942370"/>
            <a:chExt cx="1910632" cy="1763772"/>
          </a:xfrm>
        </p:grpSpPr>
        <p:sp>
          <p:nvSpPr>
            <p:cNvPr id="433" name="Google Shape;433;p42"/>
            <p:cNvSpPr/>
            <p:nvPr/>
          </p:nvSpPr>
          <p:spPr>
            <a:xfrm>
              <a:off x="5289380" y="3942370"/>
              <a:ext cx="415377" cy="285771"/>
            </a:xfrm>
            <a:custGeom>
              <a:avLst/>
              <a:gdLst/>
              <a:ahLst/>
              <a:cxnLst/>
              <a:rect l="l" t="t" r="r" b="b"/>
              <a:pathLst>
                <a:path w="769217" h="529205" extrusionOk="0">
                  <a:moveTo>
                    <a:pt x="397282" y="181575"/>
                  </a:moveTo>
                  <a:cubicBezTo>
                    <a:pt x="483924" y="129570"/>
                    <a:pt x="566042" y="80318"/>
                    <a:pt x="648067" y="30939"/>
                  </a:cubicBezTo>
                  <a:cubicBezTo>
                    <a:pt x="658948" y="24391"/>
                    <a:pt x="668912" y="16261"/>
                    <a:pt x="680079" y="10314"/>
                  </a:cubicBezTo>
                  <a:cubicBezTo>
                    <a:pt x="709719" y="-5470"/>
                    <a:pt x="737492" y="-4933"/>
                    <a:pt x="758623" y="24581"/>
                  </a:cubicBezTo>
                  <a:cubicBezTo>
                    <a:pt x="777603" y="51121"/>
                    <a:pt x="770897" y="85506"/>
                    <a:pt x="739991" y="104738"/>
                  </a:cubicBezTo>
                  <a:cubicBezTo>
                    <a:pt x="657335" y="156110"/>
                    <a:pt x="573476" y="205615"/>
                    <a:pt x="489997" y="255659"/>
                  </a:cubicBezTo>
                  <a:cubicBezTo>
                    <a:pt x="478134" y="262776"/>
                    <a:pt x="465703" y="268913"/>
                    <a:pt x="451057" y="276884"/>
                  </a:cubicBezTo>
                  <a:cubicBezTo>
                    <a:pt x="481235" y="330597"/>
                    <a:pt x="510464" y="381779"/>
                    <a:pt x="538870" y="433435"/>
                  </a:cubicBezTo>
                  <a:cubicBezTo>
                    <a:pt x="559811" y="471490"/>
                    <a:pt x="553642" y="503723"/>
                    <a:pt x="523306" y="521438"/>
                  </a:cubicBezTo>
                  <a:cubicBezTo>
                    <a:pt x="493698" y="538709"/>
                    <a:pt x="461876" y="526910"/>
                    <a:pt x="439669" y="488698"/>
                  </a:cubicBezTo>
                  <a:cubicBezTo>
                    <a:pt x="408542" y="435144"/>
                    <a:pt x="378491" y="380956"/>
                    <a:pt x="348219" y="327497"/>
                  </a:cubicBezTo>
                  <a:cubicBezTo>
                    <a:pt x="260627" y="356789"/>
                    <a:pt x="175630" y="385923"/>
                    <a:pt x="90095" y="413538"/>
                  </a:cubicBezTo>
                  <a:cubicBezTo>
                    <a:pt x="38090" y="430335"/>
                    <a:pt x="13164" y="421383"/>
                    <a:pt x="3199" y="385954"/>
                  </a:cubicBezTo>
                  <a:cubicBezTo>
                    <a:pt x="-8093" y="345781"/>
                    <a:pt x="10380" y="320791"/>
                    <a:pt x="60676" y="304247"/>
                  </a:cubicBezTo>
                  <a:cubicBezTo>
                    <a:pt x="127611" y="282230"/>
                    <a:pt x="194135" y="258854"/>
                    <a:pt x="260754" y="235825"/>
                  </a:cubicBezTo>
                  <a:cubicBezTo>
                    <a:pt x="268599" y="233105"/>
                    <a:pt x="275969" y="229087"/>
                    <a:pt x="288591" y="223425"/>
                  </a:cubicBezTo>
                  <a:cubicBezTo>
                    <a:pt x="265499" y="181827"/>
                    <a:pt x="243229" y="141875"/>
                    <a:pt x="221118" y="101860"/>
                  </a:cubicBezTo>
                  <a:cubicBezTo>
                    <a:pt x="197805" y="59693"/>
                    <a:pt x="201948" y="27491"/>
                    <a:pt x="232759" y="9239"/>
                  </a:cubicBezTo>
                  <a:cubicBezTo>
                    <a:pt x="263316" y="-8823"/>
                    <a:pt x="295487" y="4051"/>
                    <a:pt x="319053" y="44604"/>
                  </a:cubicBezTo>
                  <a:cubicBezTo>
                    <a:pt x="343790" y="87151"/>
                    <a:pt x="367894" y="130076"/>
                    <a:pt x="397282" y="1816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" name="Google Shape;434;p42"/>
            <p:cNvSpPr/>
            <p:nvPr/>
          </p:nvSpPr>
          <p:spPr>
            <a:xfrm>
              <a:off x="5469130" y="4188487"/>
              <a:ext cx="1730882" cy="1517655"/>
            </a:xfrm>
            <a:custGeom>
              <a:avLst/>
              <a:gdLst/>
              <a:ahLst/>
              <a:cxnLst/>
              <a:rect l="l" t="t" r="r" b="b"/>
              <a:pathLst>
                <a:path w="47163" h="41353" extrusionOk="0">
                  <a:moveTo>
                    <a:pt x="0" y="0"/>
                  </a:moveTo>
                  <a:cubicBezTo>
                    <a:pt x="0" y="10751"/>
                    <a:pt x="942" y="23498"/>
                    <a:pt x="8544" y="31100"/>
                  </a:cubicBezTo>
                  <a:cubicBezTo>
                    <a:pt x="17962" y="40518"/>
                    <a:pt x="33844" y="41353"/>
                    <a:pt x="47163" y="41353"/>
                  </a:cubicBez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sp>
      </p:grpSp>
      <p:sp>
        <p:nvSpPr>
          <p:cNvPr id="435" name="Google Shape;435;p42"/>
          <p:cNvSpPr/>
          <p:nvPr/>
        </p:nvSpPr>
        <p:spPr>
          <a:xfrm rot="-5587815">
            <a:off x="-865801" y="2028795"/>
            <a:ext cx="2499837" cy="1085906"/>
          </a:xfrm>
          <a:custGeom>
            <a:avLst/>
            <a:gdLst/>
            <a:ahLst/>
            <a:cxnLst/>
            <a:rect l="l" t="t" r="r" b="b"/>
            <a:pathLst>
              <a:path w="108338" h="47061" extrusionOk="0">
                <a:moveTo>
                  <a:pt x="0" y="1367"/>
                </a:moveTo>
                <a:cubicBezTo>
                  <a:pt x="0" y="22633"/>
                  <a:pt x="24010" y="43839"/>
                  <a:pt x="45112" y="46479"/>
                </a:cubicBezTo>
                <a:cubicBezTo>
                  <a:pt x="61401" y="48517"/>
                  <a:pt x="81003" y="45094"/>
                  <a:pt x="92617" y="33492"/>
                </a:cubicBezTo>
                <a:cubicBezTo>
                  <a:pt x="101342" y="24776"/>
                  <a:pt x="108338" y="12333"/>
                  <a:pt x="108338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sp>
      <p:grpSp>
        <p:nvGrpSpPr>
          <p:cNvPr id="436" name="Google Shape;436;p42"/>
          <p:cNvGrpSpPr/>
          <p:nvPr/>
        </p:nvGrpSpPr>
        <p:grpSpPr>
          <a:xfrm rot="1155446">
            <a:off x="7965090" y="1399829"/>
            <a:ext cx="732332" cy="534625"/>
            <a:chOff x="4891777" y="1196142"/>
            <a:chExt cx="2324664" cy="1697408"/>
          </a:xfrm>
        </p:grpSpPr>
        <p:sp>
          <p:nvSpPr>
            <p:cNvPr id="437" name="Google Shape;437;p42"/>
            <p:cNvSpPr/>
            <p:nvPr/>
          </p:nvSpPr>
          <p:spPr>
            <a:xfrm>
              <a:off x="6238558" y="2146691"/>
              <a:ext cx="977883" cy="746859"/>
            </a:xfrm>
            <a:custGeom>
              <a:avLst/>
              <a:gdLst/>
              <a:ahLst/>
              <a:cxnLst/>
              <a:rect l="l" t="t" r="r" b="b"/>
              <a:pathLst>
                <a:path w="977883" h="746859" extrusionOk="0">
                  <a:moveTo>
                    <a:pt x="115185" y="746860"/>
                  </a:moveTo>
                  <a:cubicBezTo>
                    <a:pt x="106834" y="743886"/>
                    <a:pt x="98673" y="739774"/>
                    <a:pt x="90069" y="738161"/>
                  </a:cubicBezTo>
                  <a:cubicBezTo>
                    <a:pt x="-5526" y="720162"/>
                    <a:pt x="-27763" y="672966"/>
                    <a:pt x="36546" y="598660"/>
                  </a:cubicBezTo>
                  <a:cubicBezTo>
                    <a:pt x="107910" y="516257"/>
                    <a:pt x="187720" y="440369"/>
                    <a:pt x="269300" y="367772"/>
                  </a:cubicBezTo>
                  <a:cubicBezTo>
                    <a:pt x="399375" y="252059"/>
                    <a:pt x="533878" y="141312"/>
                    <a:pt x="666736" y="28731"/>
                  </a:cubicBezTo>
                  <a:cubicBezTo>
                    <a:pt x="724719" y="-20395"/>
                    <a:pt x="783492" y="-6255"/>
                    <a:pt x="824710" y="69095"/>
                  </a:cubicBezTo>
                  <a:cubicBezTo>
                    <a:pt x="895947" y="199200"/>
                    <a:pt x="942796" y="338037"/>
                    <a:pt x="966425" y="484497"/>
                  </a:cubicBezTo>
                  <a:cubicBezTo>
                    <a:pt x="971265" y="514580"/>
                    <a:pt x="975789" y="544884"/>
                    <a:pt x="977529" y="575283"/>
                  </a:cubicBezTo>
                  <a:cubicBezTo>
                    <a:pt x="981071" y="636714"/>
                    <a:pt x="958422" y="665184"/>
                    <a:pt x="896232" y="672428"/>
                  </a:cubicBezTo>
                  <a:cubicBezTo>
                    <a:pt x="701943" y="695109"/>
                    <a:pt x="507433" y="715986"/>
                    <a:pt x="313049" y="737845"/>
                  </a:cubicBezTo>
                  <a:cubicBezTo>
                    <a:pt x="297264" y="739616"/>
                    <a:pt x="281732" y="743792"/>
                    <a:pt x="266074" y="746828"/>
                  </a:cubicBezTo>
                  <a:lnTo>
                    <a:pt x="115122" y="746828"/>
                  </a:lnTo>
                  <a:close/>
                  <a:moveTo>
                    <a:pt x="734050" y="64603"/>
                  </a:moveTo>
                  <a:cubicBezTo>
                    <a:pt x="513822" y="267306"/>
                    <a:pt x="268636" y="431196"/>
                    <a:pt x="66756" y="665405"/>
                  </a:cubicBezTo>
                  <a:cubicBezTo>
                    <a:pt x="100381" y="668790"/>
                    <a:pt x="117684" y="673250"/>
                    <a:pt x="134481" y="671795"/>
                  </a:cubicBezTo>
                  <a:cubicBezTo>
                    <a:pt x="382578" y="650127"/>
                    <a:pt x="630643" y="628110"/>
                    <a:pt x="878486" y="603785"/>
                  </a:cubicBezTo>
                  <a:cubicBezTo>
                    <a:pt x="888672" y="602772"/>
                    <a:pt x="905311" y="577466"/>
                    <a:pt x="904171" y="564813"/>
                  </a:cubicBezTo>
                  <a:cubicBezTo>
                    <a:pt x="889589" y="402220"/>
                    <a:pt x="841918" y="249212"/>
                    <a:pt x="763880" y="105789"/>
                  </a:cubicBezTo>
                  <a:cubicBezTo>
                    <a:pt x="757237" y="93579"/>
                    <a:pt x="747526" y="83045"/>
                    <a:pt x="734082" y="646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" name="Google Shape;438;p42"/>
            <p:cNvSpPr/>
            <p:nvPr/>
          </p:nvSpPr>
          <p:spPr>
            <a:xfrm>
              <a:off x="5836523" y="1196142"/>
              <a:ext cx="979281" cy="1449513"/>
            </a:xfrm>
            <a:custGeom>
              <a:avLst/>
              <a:gdLst/>
              <a:ahLst/>
              <a:cxnLst/>
              <a:rect l="l" t="t" r="r" b="b"/>
              <a:pathLst>
                <a:path w="979281" h="1449513" extrusionOk="0">
                  <a:moveTo>
                    <a:pt x="979250" y="368955"/>
                  </a:moveTo>
                  <a:cubicBezTo>
                    <a:pt x="961093" y="406535"/>
                    <a:pt x="953026" y="435448"/>
                    <a:pt x="935786" y="457053"/>
                  </a:cubicBezTo>
                  <a:cubicBezTo>
                    <a:pt x="793723" y="634988"/>
                    <a:pt x="652830" y="813998"/>
                    <a:pt x="505833" y="987820"/>
                  </a:cubicBezTo>
                  <a:cubicBezTo>
                    <a:pt x="385280" y="1130358"/>
                    <a:pt x="256787" y="1266126"/>
                    <a:pt x="131996" y="1405089"/>
                  </a:cubicBezTo>
                  <a:cubicBezTo>
                    <a:pt x="106088" y="1433938"/>
                    <a:pt x="80339" y="1463768"/>
                    <a:pt x="36148" y="1442068"/>
                  </a:cubicBezTo>
                  <a:cubicBezTo>
                    <a:pt x="-7157" y="1420811"/>
                    <a:pt x="-2729" y="1383199"/>
                    <a:pt x="4990" y="1344196"/>
                  </a:cubicBezTo>
                  <a:cubicBezTo>
                    <a:pt x="80687" y="962546"/>
                    <a:pt x="156100" y="580832"/>
                    <a:pt x="231228" y="199055"/>
                  </a:cubicBezTo>
                  <a:cubicBezTo>
                    <a:pt x="240243" y="153314"/>
                    <a:pt x="245621" y="106846"/>
                    <a:pt x="255427" y="61294"/>
                  </a:cubicBezTo>
                  <a:cubicBezTo>
                    <a:pt x="267890" y="3216"/>
                    <a:pt x="310911" y="-17250"/>
                    <a:pt x="358803" y="15838"/>
                  </a:cubicBezTo>
                  <a:cubicBezTo>
                    <a:pt x="531012" y="134841"/>
                    <a:pt x="715590" y="228949"/>
                    <a:pt x="910923" y="303792"/>
                  </a:cubicBezTo>
                  <a:cubicBezTo>
                    <a:pt x="937937" y="314136"/>
                    <a:pt x="956506" y="346528"/>
                    <a:pt x="979282" y="368955"/>
                  </a:cubicBezTo>
                  <a:close/>
                  <a:moveTo>
                    <a:pt x="898649" y="388346"/>
                  </a:moveTo>
                  <a:cubicBezTo>
                    <a:pt x="699584" y="286109"/>
                    <a:pt x="510957" y="189249"/>
                    <a:pt x="325684" y="94098"/>
                  </a:cubicBezTo>
                  <a:cubicBezTo>
                    <a:pt x="242710" y="506179"/>
                    <a:pt x="158156" y="926136"/>
                    <a:pt x="73601" y="1346094"/>
                  </a:cubicBezTo>
                  <a:cubicBezTo>
                    <a:pt x="77714" y="1348466"/>
                    <a:pt x="81858" y="1350807"/>
                    <a:pt x="85970" y="1353180"/>
                  </a:cubicBezTo>
                  <a:cubicBezTo>
                    <a:pt x="356937" y="1029987"/>
                    <a:pt x="670988" y="743109"/>
                    <a:pt x="898618" y="38837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" name="Google Shape;439;p42"/>
            <p:cNvSpPr/>
            <p:nvPr/>
          </p:nvSpPr>
          <p:spPr>
            <a:xfrm>
              <a:off x="4891777" y="1613886"/>
              <a:ext cx="546955" cy="986365"/>
            </a:xfrm>
            <a:custGeom>
              <a:avLst/>
              <a:gdLst/>
              <a:ahLst/>
              <a:cxnLst/>
              <a:rect l="l" t="t" r="r" b="b"/>
              <a:pathLst>
                <a:path w="546955" h="986365" extrusionOk="0">
                  <a:moveTo>
                    <a:pt x="545911" y="758987"/>
                  </a:moveTo>
                  <a:cubicBezTo>
                    <a:pt x="545911" y="816401"/>
                    <a:pt x="549170" y="874068"/>
                    <a:pt x="544172" y="931038"/>
                  </a:cubicBezTo>
                  <a:cubicBezTo>
                    <a:pt x="542400" y="951283"/>
                    <a:pt x="522946" y="983074"/>
                    <a:pt x="507383" y="985795"/>
                  </a:cubicBezTo>
                  <a:cubicBezTo>
                    <a:pt x="487074" y="989369"/>
                    <a:pt x="451709" y="975672"/>
                    <a:pt x="441586" y="958401"/>
                  </a:cubicBezTo>
                  <a:cubicBezTo>
                    <a:pt x="301200" y="718814"/>
                    <a:pt x="161477" y="478752"/>
                    <a:pt x="27291" y="235685"/>
                  </a:cubicBezTo>
                  <a:cubicBezTo>
                    <a:pt x="-27307" y="136801"/>
                    <a:pt x="23" y="89036"/>
                    <a:pt x="109220" y="61104"/>
                  </a:cubicBezTo>
                  <a:cubicBezTo>
                    <a:pt x="180362" y="42915"/>
                    <a:pt x="251283" y="23745"/>
                    <a:pt x="322678" y="6537"/>
                  </a:cubicBezTo>
                  <a:cubicBezTo>
                    <a:pt x="395687" y="-11051"/>
                    <a:pt x="425011" y="5208"/>
                    <a:pt x="449589" y="75433"/>
                  </a:cubicBezTo>
                  <a:cubicBezTo>
                    <a:pt x="527090" y="296863"/>
                    <a:pt x="543919" y="526929"/>
                    <a:pt x="545880" y="759019"/>
                  </a:cubicBezTo>
                  <a:close/>
                  <a:moveTo>
                    <a:pt x="53388" y="148410"/>
                  </a:moveTo>
                  <a:cubicBezTo>
                    <a:pt x="194028" y="395937"/>
                    <a:pt x="327170" y="630337"/>
                    <a:pt x="460344" y="864736"/>
                  </a:cubicBezTo>
                  <a:cubicBezTo>
                    <a:pt x="469233" y="757121"/>
                    <a:pt x="479230" y="655706"/>
                    <a:pt x="466924" y="557075"/>
                  </a:cubicBezTo>
                  <a:cubicBezTo>
                    <a:pt x="448103" y="406471"/>
                    <a:pt x="414635" y="257639"/>
                    <a:pt x="384869" y="108553"/>
                  </a:cubicBezTo>
                  <a:cubicBezTo>
                    <a:pt x="382117" y="94729"/>
                    <a:pt x="358771" y="72397"/>
                    <a:pt x="349503" y="74421"/>
                  </a:cubicBezTo>
                  <a:cubicBezTo>
                    <a:pt x="257325" y="94824"/>
                    <a:pt x="166096" y="119498"/>
                    <a:pt x="53388" y="1484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" name="Google Shape;440;p42"/>
            <p:cNvSpPr/>
            <p:nvPr/>
          </p:nvSpPr>
          <p:spPr>
            <a:xfrm>
              <a:off x="6238558" y="2146691"/>
              <a:ext cx="977883" cy="746859"/>
            </a:xfrm>
            <a:custGeom>
              <a:avLst/>
              <a:gdLst/>
              <a:ahLst/>
              <a:cxnLst/>
              <a:rect l="l" t="t" r="r" b="b"/>
              <a:pathLst>
                <a:path w="977883" h="746859" extrusionOk="0">
                  <a:moveTo>
                    <a:pt x="115185" y="746860"/>
                  </a:moveTo>
                  <a:cubicBezTo>
                    <a:pt x="106834" y="743886"/>
                    <a:pt x="98673" y="739774"/>
                    <a:pt x="90069" y="738161"/>
                  </a:cubicBezTo>
                  <a:cubicBezTo>
                    <a:pt x="-5526" y="720162"/>
                    <a:pt x="-27763" y="672966"/>
                    <a:pt x="36546" y="598660"/>
                  </a:cubicBezTo>
                  <a:cubicBezTo>
                    <a:pt x="107910" y="516257"/>
                    <a:pt x="187720" y="440369"/>
                    <a:pt x="269300" y="367772"/>
                  </a:cubicBezTo>
                  <a:cubicBezTo>
                    <a:pt x="399375" y="252059"/>
                    <a:pt x="533878" y="141312"/>
                    <a:pt x="666736" y="28731"/>
                  </a:cubicBezTo>
                  <a:cubicBezTo>
                    <a:pt x="724719" y="-20395"/>
                    <a:pt x="783492" y="-6255"/>
                    <a:pt x="824710" y="69095"/>
                  </a:cubicBezTo>
                  <a:cubicBezTo>
                    <a:pt x="895947" y="199200"/>
                    <a:pt x="942796" y="338037"/>
                    <a:pt x="966425" y="484497"/>
                  </a:cubicBezTo>
                  <a:cubicBezTo>
                    <a:pt x="971265" y="514580"/>
                    <a:pt x="975789" y="544884"/>
                    <a:pt x="977529" y="575283"/>
                  </a:cubicBezTo>
                  <a:cubicBezTo>
                    <a:pt x="981071" y="636714"/>
                    <a:pt x="958422" y="665184"/>
                    <a:pt x="896232" y="672428"/>
                  </a:cubicBezTo>
                  <a:cubicBezTo>
                    <a:pt x="701943" y="695109"/>
                    <a:pt x="507433" y="715986"/>
                    <a:pt x="313049" y="737845"/>
                  </a:cubicBezTo>
                  <a:cubicBezTo>
                    <a:pt x="297264" y="739616"/>
                    <a:pt x="281732" y="743792"/>
                    <a:pt x="266074" y="746828"/>
                  </a:cubicBezTo>
                  <a:lnTo>
                    <a:pt x="115122" y="746828"/>
                  </a:lnTo>
                  <a:close/>
                  <a:moveTo>
                    <a:pt x="734050" y="64603"/>
                  </a:moveTo>
                  <a:cubicBezTo>
                    <a:pt x="513822" y="267306"/>
                    <a:pt x="268636" y="431196"/>
                    <a:pt x="66756" y="665405"/>
                  </a:cubicBezTo>
                  <a:cubicBezTo>
                    <a:pt x="100381" y="668790"/>
                    <a:pt x="117684" y="673250"/>
                    <a:pt x="134481" y="671795"/>
                  </a:cubicBezTo>
                  <a:cubicBezTo>
                    <a:pt x="382578" y="650127"/>
                    <a:pt x="630643" y="628110"/>
                    <a:pt x="878486" y="603785"/>
                  </a:cubicBezTo>
                  <a:cubicBezTo>
                    <a:pt x="888672" y="602772"/>
                    <a:pt x="905311" y="577466"/>
                    <a:pt x="904171" y="564813"/>
                  </a:cubicBezTo>
                  <a:cubicBezTo>
                    <a:pt x="889589" y="402220"/>
                    <a:pt x="841918" y="249212"/>
                    <a:pt x="763880" y="105789"/>
                  </a:cubicBezTo>
                  <a:cubicBezTo>
                    <a:pt x="757237" y="93579"/>
                    <a:pt x="747526" y="83045"/>
                    <a:pt x="734082" y="646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" name="Google Shape;441;p42"/>
            <p:cNvSpPr/>
            <p:nvPr/>
          </p:nvSpPr>
          <p:spPr>
            <a:xfrm>
              <a:off x="5836523" y="1196142"/>
              <a:ext cx="979281" cy="1449513"/>
            </a:xfrm>
            <a:custGeom>
              <a:avLst/>
              <a:gdLst/>
              <a:ahLst/>
              <a:cxnLst/>
              <a:rect l="l" t="t" r="r" b="b"/>
              <a:pathLst>
                <a:path w="979281" h="1449513" extrusionOk="0">
                  <a:moveTo>
                    <a:pt x="979250" y="368955"/>
                  </a:moveTo>
                  <a:cubicBezTo>
                    <a:pt x="961093" y="406535"/>
                    <a:pt x="953026" y="435448"/>
                    <a:pt x="935786" y="457053"/>
                  </a:cubicBezTo>
                  <a:cubicBezTo>
                    <a:pt x="793723" y="634988"/>
                    <a:pt x="652830" y="813998"/>
                    <a:pt x="505833" y="987820"/>
                  </a:cubicBezTo>
                  <a:cubicBezTo>
                    <a:pt x="385280" y="1130358"/>
                    <a:pt x="256787" y="1266126"/>
                    <a:pt x="131996" y="1405089"/>
                  </a:cubicBezTo>
                  <a:cubicBezTo>
                    <a:pt x="106088" y="1433938"/>
                    <a:pt x="80339" y="1463768"/>
                    <a:pt x="36148" y="1442068"/>
                  </a:cubicBezTo>
                  <a:cubicBezTo>
                    <a:pt x="-7157" y="1420811"/>
                    <a:pt x="-2729" y="1383199"/>
                    <a:pt x="4990" y="1344196"/>
                  </a:cubicBezTo>
                  <a:cubicBezTo>
                    <a:pt x="80687" y="962546"/>
                    <a:pt x="156100" y="580832"/>
                    <a:pt x="231228" y="199055"/>
                  </a:cubicBezTo>
                  <a:cubicBezTo>
                    <a:pt x="240243" y="153314"/>
                    <a:pt x="245621" y="106846"/>
                    <a:pt x="255427" y="61294"/>
                  </a:cubicBezTo>
                  <a:cubicBezTo>
                    <a:pt x="267890" y="3216"/>
                    <a:pt x="310911" y="-17250"/>
                    <a:pt x="358803" y="15838"/>
                  </a:cubicBezTo>
                  <a:cubicBezTo>
                    <a:pt x="531012" y="134841"/>
                    <a:pt x="715590" y="228949"/>
                    <a:pt x="910923" y="303792"/>
                  </a:cubicBezTo>
                  <a:cubicBezTo>
                    <a:pt x="937937" y="314136"/>
                    <a:pt x="956506" y="346528"/>
                    <a:pt x="979282" y="368955"/>
                  </a:cubicBezTo>
                  <a:close/>
                  <a:moveTo>
                    <a:pt x="898649" y="388346"/>
                  </a:moveTo>
                  <a:cubicBezTo>
                    <a:pt x="699584" y="286109"/>
                    <a:pt x="510957" y="189249"/>
                    <a:pt x="325684" y="94098"/>
                  </a:cubicBezTo>
                  <a:cubicBezTo>
                    <a:pt x="242710" y="506179"/>
                    <a:pt x="158156" y="926136"/>
                    <a:pt x="73601" y="1346094"/>
                  </a:cubicBezTo>
                  <a:cubicBezTo>
                    <a:pt x="77714" y="1348466"/>
                    <a:pt x="81858" y="1350807"/>
                    <a:pt x="85970" y="1353180"/>
                  </a:cubicBezTo>
                  <a:cubicBezTo>
                    <a:pt x="356937" y="1029987"/>
                    <a:pt x="670988" y="743109"/>
                    <a:pt x="898618" y="38837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" name="Google Shape;442;p42"/>
            <p:cNvSpPr/>
            <p:nvPr/>
          </p:nvSpPr>
          <p:spPr>
            <a:xfrm>
              <a:off x="4891777" y="1613886"/>
              <a:ext cx="546955" cy="986365"/>
            </a:xfrm>
            <a:custGeom>
              <a:avLst/>
              <a:gdLst/>
              <a:ahLst/>
              <a:cxnLst/>
              <a:rect l="l" t="t" r="r" b="b"/>
              <a:pathLst>
                <a:path w="546955" h="986365" extrusionOk="0">
                  <a:moveTo>
                    <a:pt x="545911" y="758987"/>
                  </a:moveTo>
                  <a:cubicBezTo>
                    <a:pt x="545911" y="816401"/>
                    <a:pt x="549170" y="874068"/>
                    <a:pt x="544172" y="931038"/>
                  </a:cubicBezTo>
                  <a:cubicBezTo>
                    <a:pt x="542400" y="951283"/>
                    <a:pt x="522946" y="983074"/>
                    <a:pt x="507383" y="985795"/>
                  </a:cubicBezTo>
                  <a:cubicBezTo>
                    <a:pt x="487074" y="989369"/>
                    <a:pt x="451709" y="975672"/>
                    <a:pt x="441586" y="958401"/>
                  </a:cubicBezTo>
                  <a:cubicBezTo>
                    <a:pt x="301200" y="718814"/>
                    <a:pt x="161477" y="478752"/>
                    <a:pt x="27291" y="235685"/>
                  </a:cubicBezTo>
                  <a:cubicBezTo>
                    <a:pt x="-27307" y="136801"/>
                    <a:pt x="23" y="89036"/>
                    <a:pt x="109220" y="61104"/>
                  </a:cubicBezTo>
                  <a:cubicBezTo>
                    <a:pt x="180362" y="42915"/>
                    <a:pt x="251283" y="23745"/>
                    <a:pt x="322678" y="6537"/>
                  </a:cubicBezTo>
                  <a:cubicBezTo>
                    <a:pt x="395687" y="-11051"/>
                    <a:pt x="425011" y="5208"/>
                    <a:pt x="449589" y="75433"/>
                  </a:cubicBezTo>
                  <a:cubicBezTo>
                    <a:pt x="527090" y="296863"/>
                    <a:pt x="543919" y="526929"/>
                    <a:pt x="545880" y="759019"/>
                  </a:cubicBezTo>
                  <a:close/>
                  <a:moveTo>
                    <a:pt x="53388" y="148410"/>
                  </a:moveTo>
                  <a:cubicBezTo>
                    <a:pt x="194028" y="395937"/>
                    <a:pt x="327170" y="630337"/>
                    <a:pt x="460344" y="864736"/>
                  </a:cubicBezTo>
                  <a:cubicBezTo>
                    <a:pt x="469233" y="757121"/>
                    <a:pt x="479230" y="655706"/>
                    <a:pt x="466924" y="557075"/>
                  </a:cubicBezTo>
                  <a:cubicBezTo>
                    <a:pt x="448103" y="406471"/>
                    <a:pt x="414635" y="257639"/>
                    <a:pt x="384869" y="108553"/>
                  </a:cubicBezTo>
                  <a:cubicBezTo>
                    <a:pt x="382117" y="94729"/>
                    <a:pt x="358771" y="72397"/>
                    <a:pt x="349503" y="74421"/>
                  </a:cubicBezTo>
                  <a:cubicBezTo>
                    <a:pt x="257325" y="94824"/>
                    <a:pt x="166096" y="119498"/>
                    <a:pt x="53388" y="1484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7988" y="1195107"/>
            <a:ext cx="2525249" cy="2753282"/>
          </a:xfrm>
          <a:prstGeom prst="rect">
            <a:avLst/>
          </a:prstGeom>
        </p:spPr>
      </p:pic>
      <p:grpSp>
        <p:nvGrpSpPr>
          <p:cNvPr id="19" name="Group 14">
            <a:extLst>
              <a:ext uri="{FF2B5EF4-FFF2-40B4-BE49-F238E27FC236}">
                <a16:creationId xmlns:a16="http://schemas.microsoft.com/office/drawing/2014/main" id="{D4C9ED6A-9B71-4D18-973A-D87BFE78718C}"/>
              </a:ext>
            </a:extLst>
          </p:cNvPr>
          <p:cNvGrpSpPr/>
          <p:nvPr/>
        </p:nvGrpSpPr>
        <p:grpSpPr>
          <a:xfrm>
            <a:off x="-1601721" y="4482077"/>
            <a:ext cx="18288000" cy="856676"/>
            <a:chOff x="0" y="0"/>
            <a:chExt cx="4816593" cy="225627"/>
          </a:xfrm>
        </p:grpSpPr>
        <p:sp>
          <p:nvSpPr>
            <p:cNvPr id="20" name="Freeform 15">
              <a:extLst>
                <a:ext uri="{FF2B5EF4-FFF2-40B4-BE49-F238E27FC236}">
                  <a16:creationId xmlns:a16="http://schemas.microsoft.com/office/drawing/2014/main" id="{4637FE53-6061-4C41-8C77-3DDA98340FEF}"/>
                </a:ext>
              </a:extLst>
            </p:cNvPr>
            <p:cNvSpPr/>
            <p:nvPr/>
          </p:nvSpPr>
          <p:spPr>
            <a:xfrm>
              <a:off x="0" y="0"/>
              <a:ext cx="4816592" cy="225627"/>
            </a:xfrm>
            <a:custGeom>
              <a:avLst/>
              <a:gdLst/>
              <a:ahLst/>
              <a:cxnLst/>
              <a:rect l="l" t="t" r="r" b="b"/>
              <a:pathLst>
                <a:path w="4816592" h="225627">
                  <a:moveTo>
                    <a:pt x="0" y="0"/>
                  </a:moveTo>
                  <a:lnTo>
                    <a:pt x="4816592" y="0"/>
                  </a:lnTo>
                  <a:lnTo>
                    <a:pt x="4816592" y="225627"/>
                  </a:lnTo>
                  <a:lnTo>
                    <a:pt x="0" y="2256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1" name="TextBox 16">
              <a:extLst>
                <a:ext uri="{FF2B5EF4-FFF2-40B4-BE49-F238E27FC236}">
                  <a16:creationId xmlns:a16="http://schemas.microsoft.com/office/drawing/2014/main" id="{0E272F16-7330-4001-860D-416A48872706}"/>
                </a:ext>
              </a:extLst>
            </p:cNvPr>
            <p:cNvSpPr txBox="1"/>
            <p:nvPr/>
          </p:nvSpPr>
          <p:spPr>
            <a:xfrm>
              <a:off x="0" y="-28575"/>
              <a:ext cx="4816593" cy="254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Freeform 17">
            <a:extLst>
              <a:ext uri="{FF2B5EF4-FFF2-40B4-BE49-F238E27FC236}">
                <a16:creationId xmlns:a16="http://schemas.microsoft.com/office/drawing/2014/main" id="{44D6B53B-B70B-45F9-AF8D-8CEFCA8AF091}"/>
              </a:ext>
            </a:extLst>
          </p:cNvPr>
          <p:cNvSpPr/>
          <p:nvPr/>
        </p:nvSpPr>
        <p:spPr>
          <a:xfrm>
            <a:off x="3220602" y="4482077"/>
            <a:ext cx="2702796" cy="647086"/>
          </a:xfrm>
          <a:custGeom>
            <a:avLst/>
            <a:gdLst/>
            <a:ahLst/>
            <a:cxnLst/>
            <a:rect l="l" t="t" r="r" b="b"/>
            <a:pathLst>
              <a:path w="2702796" h="647086">
                <a:moveTo>
                  <a:pt x="0" y="0"/>
                </a:moveTo>
                <a:lnTo>
                  <a:pt x="2702796" y="0"/>
                </a:lnTo>
                <a:lnTo>
                  <a:pt x="2702796" y="647087"/>
                </a:lnTo>
                <a:lnTo>
                  <a:pt x="0" y="6470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Google Shape;55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3614" y="357573"/>
            <a:ext cx="4896776" cy="4181850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49"/>
          <p:cNvSpPr txBox="1">
            <a:spLocks noGrp="1"/>
          </p:cNvSpPr>
          <p:nvPr>
            <p:ph type="title"/>
          </p:nvPr>
        </p:nvSpPr>
        <p:spPr>
          <a:xfrm>
            <a:off x="2726850" y="1478588"/>
            <a:ext cx="3534000" cy="193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dirty="0"/>
              <a:t>Referencias</a:t>
            </a:r>
            <a:br>
              <a:rPr lang="en" dirty="0"/>
            </a:br>
            <a:r>
              <a:rPr lang="es-MX" sz="1600" dirty="0"/>
              <a:t>INACAP. (</a:t>
            </a:r>
            <a:r>
              <a:rPr lang="es-MX" sz="1600" dirty="0" err="1"/>
              <a:t>n.d</a:t>
            </a:r>
            <a:r>
              <a:rPr lang="es-MX" sz="1600" dirty="0"/>
              <a:t>.). </a:t>
            </a:r>
            <a:r>
              <a:rPr lang="es-MX" sz="1600" i="1" dirty="0" err="1"/>
              <a:t>Toolkit</a:t>
            </a:r>
            <a:r>
              <a:rPr lang="es-MX" sz="1600" i="1" dirty="0"/>
              <a:t>: Guía de introducción a la educación</a:t>
            </a:r>
            <a:r>
              <a:rPr lang="es-MX" sz="1600" dirty="0"/>
              <a:t> [PDF]. INACAP. </a:t>
            </a:r>
            <a:r>
              <a:rPr lang="es-MX" sz="1600" dirty="0">
                <a:hlinkClick r:id="rId4"/>
              </a:rPr>
              <a:t>https://lms.inacap.cl/pluginfile.php/15252140/mod_resource/content/1/FGIE01_U01S00_TOOLKIT_U01.pdf</a:t>
            </a:r>
            <a:br>
              <a:rPr lang="es-MX" dirty="0"/>
            </a:br>
            <a:endParaRPr dirty="0"/>
          </a:p>
        </p:txBody>
      </p:sp>
      <p:sp>
        <p:nvSpPr>
          <p:cNvPr id="558" name="Google Shape;558;p49"/>
          <p:cNvSpPr/>
          <p:nvPr/>
        </p:nvSpPr>
        <p:spPr>
          <a:xfrm flipH="1">
            <a:off x="-245867" y="-111150"/>
            <a:ext cx="2717117" cy="1180290"/>
          </a:xfrm>
          <a:custGeom>
            <a:avLst/>
            <a:gdLst/>
            <a:ahLst/>
            <a:cxnLst/>
            <a:rect l="l" t="t" r="r" b="b"/>
            <a:pathLst>
              <a:path w="108338" h="47061" extrusionOk="0">
                <a:moveTo>
                  <a:pt x="0" y="1367"/>
                </a:moveTo>
                <a:cubicBezTo>
                  <a:pt x="0" y="22633"/>
                  <a:pt x="24010" y="43839"/>
                  <a:pt x="45112" y="46479"/>
                </a:cubicBezTo>
                <a:cubicBezTo>
                  <a:pt x="61401" y="48517"/>
                  <a:pt x="81003" y="45094"/>
                  <a:pt x="92617" y="33492"/>
                </a:cubicBezTo>
                <a:cubicBezTo>
                  <a:pt x="101342" y="24776"/>
                  <a:pt x="108338" y="12333"/>
                  <a:pt x="108338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sp>
      <p:grpSp>
        <p:nvGrpSpPr>
          <p:cNvPr id="559" name="Google Shape;559;p49"/>
          <p:cNvGrpSpPr/>
          <p:nvPr/>
        </p:nvGrpSpPr>
        <p:grpSpPr>
          <a:xfrm flipH="1">
            <a:off x="7027824" y="1855624"/>
            <a:ext cx="3317006" cy="3611933"/>
            <a:chOff x="-1287917" y="1727849"/>
            <a:chExt cx="3317006" cy="3611933"/>
          </a:xfrm>
        </p:grpSpPr>
        <p:sp>
          <p:nvSpPr>
            <p:cNvPr id="560" name="Google Shape;560;p49"/>
            <p:cNvSpPr/>
            <p:nvPr/>
          </p:nvSpPr>
          <p:spPr>
            <a:xfrm rot="2385968">
              <a:off x="359449" y="1813801"/>
              <a:ext cx="357758" cy="246130"/>
            </a:xfrm>
            <a:custGeom>
              <a:avLst/>
              <a:gdLst/>
              <a:ahLst/>
              <a:cxnLst/>
              <a:rect l="l" t="t" r="r" b="b"/>
              <a:pathLst>
                <a:path w="769217" h="529205" extrusionOk="0">
                  <a:moveTo>
                    <a:pt x="397282" y="181575"/>
                  </a:moveTo>
                  <a:cubicBezTo>
                    <a:pt x="483924" y="129570"/>
                    <a:pt x="566042" y="80318"/>
                    <a:pt x="648067" y="30939"/>
                  </a:cubicBezTo>
                  <a:cubicBezTo>
                    <a:pt x="658948" y="24391"/>
                    <a:pt x="668912" y="16261"/>
                    <a:pt x="680079" y="10314"/>
                  </a:cubicBezTo>
                  <a:cubicBezTo>
                    <a:pt x="709719" y="-5470"/>
                    <a:pt x="737492" y="-4933"/>
                    <a:pt x="758623" y="24581"/>
                  </a:cubicBezTo>
                  <a:cubicBezTo>
                    <a:pt x="777603" y="51121"/>
                    <a:pt x="770897" y="85506"/>
                    <a:pt x="739991" y="104738"/>
                  </a:cubicBezTo>
                  <a:cubicBezTo>
                    <a:pt x="657335" y="156110"/>
                    <a:pt x="573476" y="205615"/>
                    <a:pt x="489997" y="255659"/>
                  </a:cubicBezTo>
                  <a:cubicBezTo>
                    <a:pt x="478134" y="262776"/>
                    <a:pt x="465703" y="268913"/>
                    <a:pt x="451057" y="276884"/>
                  </a:cubicBezTo>
                  <a:cubicBezTo>
                    <a:pt x="481235" y="330597"/>
                    <a:pt x="510464" y="381779"/>
                    <a:pt x="538870" y="433435"/>
                  </a:cubicBezTo>
                  <a:cubicBezTo>
                    <a:pt x="559811" y="471490"/>
                    <a:pt x="553642" y="503723"/>
                    <a:pt x="523306" y="521438"/>
                  </a:cubicBezTo>
                  <a:cubicBezTo>
                    <a:pt x="493698" y="538709"/>
                    <a:pt x="461876" y="526910"/>
                    <a:pt x="439669" y="488698"/>
                  </a:cubicBezTo>
                  <a:cubicBezTo>
                    <a:pt x="408542" y="435144"/>
                    <a:pt x="378491" y="380956"/>
                    <a:pt x="348219" y="327497"/>
                  </a:cubicBezTo>
                  <a:cubicBezTo>
                    <a:pt x="260627" y="356789"/>
                    <a:pt x="175630" y="385923"/>
                    <a:pt x="90095" y="413538"/>
                  </a:cubicBezTo>
                  <a:cubicBezTo>
                    <a:pt x="38090" y="430335"/>
                    <a:pt x="13164" y="421383"/>
                    <a:pt x="3199" y="385954"/>
                  </a:cubicBezTo>
                  <a:cubicBezTo>
                    <a:pt x="-8093" y="345781"/>
                    <a:pt x="10380" y="320791"/>
                    <a:pt x="60676" y="304247"/>
                  </a:cubicBezTo>
                  <a:cubicBezTo>
                    <a:pt x="127611" y="282230"/>
                    <a:pt x="194135" y="258854"/>
                    <a:pt x="260754" y="235825"/>
                  </a:cubicBezTo>
                  <a:cubicBezTo>
                    <a:pt x="268599" y="233105"/>
                    <a:pt x="275969" y="229087"/>
                    <a:pt x="288591" y="223425"/>
                  </a:cubicBezTo>
                  <a:cubicBezTo>
                    <a:pt x="265499" y="181827"/>
                    <a:pt x="243229" y="141875"/>
                    <a:pt x="221118" y="101860"/>
                  </a:cubicBezTo>
                  <a:cubicBezTo>
                    <a:pt x="197805" y="59693"/>
                    <a:pt x="201948" y="27491"/>
                    <a:pt x="232759" y="9239"/>
                  </a:cubicBezTo>
                  <a:cubicBezTo>
                    <a:pt x="263316" y="-8823"/>
                    <a:pt x="295487" y="4051"/>
                    <a:pt x="319053" y="44604"/>
                  </a:cubicBezTo>
                  <a:cubicBezTo>
                    <a:pt x="343790" y="87151"/>
                    <a:pt x="367894" y="130076"/>
                    <a:pt x="397282" y="1816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1" name="Google Shape;561;p49"/>
            <p:cNvSpPr/>
            <p:nvPr/>
          </p:nvSpPr>
          <p:spPr>
            <a:xfrm rot="-7516314">
              <a:off x="-911791" y="2519127"/>
              <a:ext cx="2564755" cy="2248803"/>
            </a:xfrm>
            <a:custGeom>
              <a:avLst/>
              <a:gdLst/>
              <a:ahLst/>
              <a:cxnLst/>
              <a:rect l="l" t="t" r="r" b="b"/>
              <a:pathLst>
                <a:path w="47163" h="41353" extrusionOk="0">
                  <a:moveTo>
                    <a:pt x="0" y="0"/>
                  </a:moveTo>
                  <a:cubicBezTo>
                    <a:pt x="0" y="10751"/>
                    <a:pt x="942" y="23498"/>
                    <a:pt x="8544" y="31100"/>
                  </a:cubicBezTo>
                  <a:cubicBezTo>
                    <a:pt x="17962" y="40518"/>
                    <a:pt x="33844" y="41353"/>
                    <a:pt x="47163" y="41353"/>
                  </a:cubicBez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sp>
      </p:grpSp>
      <p:grpSp>
        <p:nvGrpSpPr>
          <p:cNvPr id="562" name="Google Shape;562;p49"/>
          <p:cNvGrpSpPr/>
          <p:nvPr/>
        </p:nvGrpSpPr>
        <p:grpSpPr>
          <a:xfrm rot="-8732923" flipH="1">
            <a:off x="7329114" y="798258"/>
            <a:ext cx="570167" cy="489389"/>
            <a:chOff x="6002926" y="4457081"/>
            <a:chExt cx="570173" cy="489394"/>
          </a:xfrm>
        </p:grpSpPr>
        <p:sp>
          <p:nvSpPr>
            <p:cNvPr id="563" name="Google Shape;563;p49"/>
            <p:cNvSpPr/>
            <p:nvPr/>
          </p:nvSpPr>
          <p:spPr>
            <a:xfrm rot="9004109">
              <a:off x="6037516" y="4594879"/>
              <a:ext cx="279275" cy="213297"/>
            </a:xfrm>
            <a:custGeom>
              <a:avLst/>
              <a:gdLst/>
              <a:ahLst/>
              <a:cxnLst/>
              <a:rect l="l" t="t" r="r" b="b"/>
              <a:pathLst>
                <a:path w="977883" h="746859" extrusionOk="0">
                  <a:moveTo>
                    <a:pt x="115185" y="746860"/>
                  </a:moveTo>
                  <a:cubicBezTo>
                    <a:pt x="106834" y="743886"/>
                    <a:pt x="98673" y="739774"/>
                    <a:pt x="90069" y="738161"/>
                  </a:cubicBezTo>
                  <a:cubicBezTo>
                    <a:pt x="-5526" y="720162"/>
                    <a:pt x="-27763" y="672966"/>
                    <a:pt x="36546" y="598660"/>
                  </a:cubicBezTo>
                  <a:cubicBezTo>
                    <a:pt x="107910" y="516257"/>
                    <a:pt x="187720" y="440369"/>
                    <a:pt x="269300" y="367772"/>
                  </a:cubicBezTo>
                  <a:cubicBezTo>
                    <a:pt x="399375" y="252059"/>
                    <a:pt x="533878" y="141312"/>
                    <a:pt x="666736" y="28731"/>
                  </a:cubicBezTo>
                  <a:cubicBezTo>
                    <a:pt x="724719" y="-20395"/>
                    <a:pt x="783492" y="-6255"/>
                    <a:pt x="824710" y="69095"/>
                  </a:cubicBezTo>
                  <a:cubicBezTo>
                    <a:pt x="895947" y="199200"/>
                    <a:pt x="942796" y="338037"/>
                    <a:pt x="966425" y="484497"/>
                  </a:cubicBezTo>
                  <a:cubicBezTo>
                    <a:pt x="971265" y="514580"/>
                    <a:pt x="975789" y="544884"/>
                    <a:pt x="977529" y="575283"/>
                  </a:cubicBezTo>
                  <a:cubicBezTo>
                    <a:pt x="981071" y="636714"/>
                    <a:pt x="958422" y="665184"/>
                    <a:pt x="896232" y="672428"/>
                  </a:cubicBezTo>
                  <a:cubicBezTo>
                    <a:pt x="701943" y="695109"/>
                    <a:pt x="507433" y="715986"/>
                    <a:pt x="313049" y="737845"/>
                  </a:cubicBezTo>
                  <a:cubicBezTo>
                    <a:pt x="297264" y="739616"/>
                    <a:pt x="281732" y="743792"/>
                    <a:pt x="266074" y="746828"/>
                  </a:cubicBezTo>
                  <a:lnTo>
                    <a:pt x="115122" y="746828"/>
                  </a:lnTo>
                  <a:close/>
                  <a:moveTo>
                    <a:pt x="734050" y="64603"/>
                  </a:moveTo>
                  <a:cubicBezTo>
                    <a:pt x="513822" y="267306"/>
                    <a:pt x="268636" y="431196"/>
                    <a:pt x="66756" y="665405"/>
                  </a:cubicBezTo>
                  <a:cubicBezTo>
                    <a:pt x="100381" y="668790"/>
                    <a:pt x="117684" y="673250"/>
                    <a:pt x="134481" y="671795"/>
                  </a:cubicBezTo>
                  <a:cubicBezTo>
                    <a:pt x="382578" y="650127"/>
                    <a:pt x="630643" y="628110"/>
                    <a:pt x="878486" y="603785"/>
                  </a:cubicBezTo>
                  <a:cubicBezTo>
                    <a:pt x="888672" y="602772"/>
                    <a:pt x="905311" y="577466"/>
                    <a:pt x="904171" y="564813"/>
                  </a:cubicBezTo>
                  <a:cubicBezTo>
                    <a:pt x="889589" y="402220"/>
                    <a:pt x="841918" y="249212"/>
                    <a:pt x="763880" y="105789"/>
                  </a:cubicBezTo>
                  <a:cubicBezTo>
                    <a:pt x="757237" y="93579"/>
                    <a:pt x="747526" y="83045"/>
                    <a:pt x="734082" y="646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4" name="Google Shape;564;p49"/>
            <p:cNvSpPr/>
            <p:nvPr/>
          </p:nvSpPr>
          <p:spPr>
            <a:xfrm rot="9475173">
              <a:off x="6225408" y="4494516"/>
              <a:ext cx="280049" cy="414523"/>
            </a:xfrm>
            <a:custGeom>
              <a:avLst/>
              <a:gdLst/>
              <a:ahLst/>
              <a:cxnLst/>
              <a:rect l="l" t="t" r="r" b="b"/>
              <a:pathLst>
                <a:path w="979281" h="1449513" extrusionOk="0">
                  <a:moveTo>
                    <a:pt x="979250" y="368955"/>
                  </a:moveTo>
                  <a:cubicBezTo>
                    <a:pt x="961093" y="406535"/>
                    <a:pt x="953026" y="435448"/>
                    <a:pt x="935786" y="457053"/>
                  </a:cubicBezTo>
                  <a:cubicBezTo>
                    <a:pt x="793723" y="634988"/>
                    <a:pt x="652830" y="813998"/>
                    <a:pt x="505833" y="987820"/>
                  </a:cubicBezTo>
                  <a:cubicBezTo>
                    <a:pt x="385280" y="1130358"/>
                    <a:pt x="256787" y="1266126"/>
                    <a:pt x="131996" y="1405089"/>
                  </a:cubicBezTo>
                  <a:cubicBezTo>
                    <a:pt x="106088" y="1433938"/>
                    <a:pt x="80339" y="1463768"/>
                    <a:pt x="36148" y="1442068"/>
                  </a:cubicBezTo>
                  <a:cubicBezTo>
                    <a:pt x="-7157" y="1420811"/>
                    <a:pt x="-2729" y="1383199"/>
                    <a:pt x="4990" y="1344196"/>
                  </a:cubicBezTo>
                  <a:cubicBezTo>
                    <a:pt x="80687" y="962546"/>
                    <a:pt x="156100" y="580832"/>
                    <a:pt x="231228" y="199055"/>
                  </a:cubicBezTo>
                  <a:cubicBezTo>
                    <a:pt x="240243" y="153314"/>
                    <a:pt x="245621" y="106846"/>
                    <a:pt x="255427" y="61294"/>
                  </a:cubicBezTo>
                  <a:cubicBezTo>
                    <a:pt x="267890" y="3216"/>
                    <a:pt x="310911" y="-17250"/>
                    <a:pt x="358803" y="15838"/>
                  </a:cubicBezTo>
                  <a:cubicBezTo>
                    <a:pt x="531012" y="134841"/>
                    <a:pt x="715590" y="228949"/>
                    <a:pt x="910923" y="303792"/>
                  </a:cubicBezTo>
                  <a:cubicBezTo>
                    <a:pt x="937937" y="314136"/>
                    <a:pt x="956506" y="346528"/>
                    <a:pt x="979282" y="368955"/>
                  </a:cubicBezTo>
                  <a:close/>
                  <a:moveTo>
                    <a:pt x="898649" y="388346"/>
                  </a:moveTo>
                  <a:cubicBezTo>
                    <a:pt x="699584" y="286109"/>
                    <a:pt x="510957" y="189249"/>
                    <a:pt x="325684" y="94098"/>
                  </a:cubicBezTo>
                  <a:cubicBezTo>
                    <a:pt x="242710" y="506179"/>
                    <a:pt x="158156" y="926136"/>
                    <a:pt x="73601" y="1346094"/>
                  </a:cubicBezTo>
                  <a:cubicBezTo>
                    <a:pt x="77714" y="1348466"/>
                    <a:pt x="81858" y="1350807"/>
                    <a:pt x="85970" y="1353180"/>
                  </a:cubicBezTo>
                  <a:cubicBezTo>
                    <a:pt x="356937" y="1029987"/>
                    <a:pt x="670988" y="743109"/>
                    <a:pt x="898618" y="38837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5" name="Google Shape;565;p49"/>
          <p:cNvSpPr/>
          <p:nvPr/>
        </p:nvSpPr>
        <p:spPr>
          <a:xfrm rot="6806884">
            <a:off x="1019484" y="3854576"/>
            <a:ext cx="339158" cy="358461"/>
          </a:xfrm>
          <a:custGeom>
            <a:avLst/>
            <a:gdLst/>
            <a:ahLst/>
            <a:cxnLst/>
            <a:rect l="l" t="t" r="r" b="b"/>
            <a:pathLst>
              <a:path w="749761" h="792434" extrusionOk="0">
                <a:moveTo>
                  <a:pt x="412904" y="0"/>
                </a:moveTo>
                <a:cubicBezTo>
                  <a:pt x="418534" y="129442"/>
                  <a:pt x="424133" y="258915"/>
                  <a:pt x="429859" y="390349"/>
                </a:cubicBezTo>
                <a:cubicBezTo>
                  <a:pt x="521499" y="390349"/>
                  <a:pt x="611336" y="391298"/>
                  <a:pt x="701110" y="389780"/>
                </a:cubicBezTo>
                <a:cubicBezTo>
                  <a:pt x="727935" y="389337"/>
                  <a:pt x="746883" y="393260"/>
                  <a:pt x="749762" y="423785"/>
                </a:cubicBezTo>
                <a:lnTo>
                  <a:pt x="749762" y="456399"/>
                </a:lnTo>
                <a:cubicBezTo>
                  <a:pt x="643475" y="461080"/>
                  <a:pt x="537189" y="465730"/>
                  <a:pt x="427360" y="470570"/>
                </a:cubicBezTo>
                <a:cubicBezTo>
                  <a:pt x="422362" y="577046"/>
                  <a:pt x="417364" y="683080"/>
                  <a:pt x="412239" y="792434"/>
                </a:cubicBezTo>
                <a:lnTo>
                  <a:pt x="348974" y="792434"/>
                </a:lnTo>
                <a:lnTo>
                  <a:pt x="348974" y="465952"/>
                </a:lnTo>
                <a:cubicBezTo>
                  <a:pt x="233956" y="462789"/>
                  <a:pt x="116978" y="459594"/>
                  <a:pt x="0" y="456367"/>
                </a:cubicBezTo>
                <a:lnTo>
                  <a:pt x="0" y="391172"/>
                </a:lnTo>
                <a:lnTo>
                  <a:pt x="345968" y="391172"/>
                </a:lnTo>
                <a:cubicBezTo>
                  <a:pt x="345968" y="275364"/>
                  <a:pt x="348151" y="163922"/>
                  <a:pt x="344577" y="52669"/>
                </a:cubicBezTo>
                <a:cubicBezTo>
                  <a:pt x="343564" y="20846"/>
                  <a:pt x="351504" y="6232"/>
                  <a:pt x="380290" y="0"/>
                </a:cubicBezTo>
                <a:lnTo>
                  <a:pt x="41290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" name="Group 14">
            <a:extLst>
              <a:ext uri="{FF2B5EF4-FFF2-40B4-BE49-F238E27FC236}">
                <a16:creationId xmlns:a16="http://schemas.microsoft.com/office/drawing/2014/main" id="{117D3033-60C0-403E-9CF6-7A539263BE7B}"/>
              </a:ext>
            </a:extLst>
          </p:cNvPr>
          <p:cNvGrpSpPr/>
          <p:nvPr/>
        </p:nvGrpSpPr>
        <p:grpSpPr>
          <a:xfrm>
            <a:off x="-1601721" y="4482077"/>
            <a:ext cx="18288000" cy="856676"/>
            <a:chOff x="0" y="0"/>
            <a:chExt cx="4816593" cy="225627"/>
          </a:xfrm>
        </p:grpSpPr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0330C574-6DF9-4609-8005-CA05A37509F2}"/>
                </a:ext>
              </a:extLst>
            </p:cNvPr>
            <p:cNvSpPr/>
            <p:nvPr/>
          </p:nvSpPr>
          <p:spPr>
            <a:xfrm>
              <a:off x="0" y="0"/>
              <a:ext cx="4816592" cy="225627"/>
            </a:xfrm>
            <a:custGeom>
              <a:avLst/>
              <a:gdLst/>
              <a:ahLst/>
              <a:cxnLst/>
              <a:rect l="l" t="t" r="r" b="b"/>
              <a:pathLst>
                <a:path w="4816592" h="225627">
                  <a:moveTo>
                    <a:pt x="0" y="0"/>
                  </a:moveTo>
                  <a:lnTo>
                    <a:pt x="4816592" y="0"/>
                  </a:lnTo>
                  <a:lnTo>
                    <a:pt x="4816592" y="225627"/>
                  </a:lnTo>
                  <a:lnTo>
                    <a:pt x="0" y="2256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4" name="TextBox 16">
              <a:extLst>
                <a:ext uri="{FF2B5EF4-FFF2-40B4-BE49-F238E27FC236}">
                  <a16:creationId xmlns:a16="http://schemas.microsoft.com/office/drawing/2014/main" id="{2F853482-533E-4B55-91E6-97B447DB765E}"/>
                </a:ext>
              </a:extLst>
            </p:cNvPr>
            <p:cNvSpPr txBox="1"/>
            <p:nvPr/>
          </p:nvSpPr>
          <p:spPr>
            <a:xfrm>
              <a:off x="0" y="-28575"/>
              <a:ext cx="4816593" cy="254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7">
            <a:extLst>
              <a:ext uri="{FF2B5EF4-FFF2-40B4-BE49-F238E27FC236}">
                <a16:creationId xmlns:a16="http://schemas.microsoft.com/office/drawing/2014/main" id="{E953AEB8-47DF-441D-99FD-1F943DD698C5}"/>
              </a:ext>
            </a:extLst>
          </p:cNvPr>
          <p:cNvSpPr/>
          <p:nvPr/>
        </p:nvSpPr>
        <p:spPr>
          <a:xfrm>
            <a:off x="3220602" y="4482077"/>
            <a:ext cx="2702796" cy="647086"/>
          </a:xfrm>
          <a:custGeom>
            <a:avLst/>
            <a:gdLst/>
            <a:ahLst/>
            <a:cxnLst/>
            <a:rect l="l" t="t" r="r" b="b"/>
            <a:pathLst>
              <a:path w="2702796" h="647086">
                <a:moveTo>
                  <a:pt x="0" y="0"/>
                </a:moveTo>
                <a:lnTo>
                  <a:pt x="2702796" y="0"/>
                </a:lnTo>
                <a:lnTo>
                  <a:pt x="2702796" y="647087"/>
                </a:lnTo>
                <a:lnTo>
                  <a:pt x="0" y="6470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al Innovation Through Group Work by Slidesgo">
  <a:themeElements>
    <a:clrScheme name="Simple Light">
      <a:dk1>
        <a:srgbClr val="000000"/>
      </a:dk1>
      <a:lt1>
        <a:srgbClr val="453D32"/>
      </a:lt1>
      <a:dk2>
        <a:srgbClr val="529DAF"/>
      </a:dk2>
      <a:lt2>
        <a:srgbClr val="D66249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300</Words>
  <Application>Microsoft Office PowerPoint</Application>
  <PresentationFormat>Presentación en pantalla (16:9)</PresentationFormat>
  <Paragraphs>25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20" baseType="lpstr">
      <vt:lpstr>Calibri</vt:lpstr>
      <vt:lpstr>Nunito Light</vt:lpstr>
      <vt:lpstr>DM Sans</vt:lpstr>
      <vt:lpstr>Wingdings</vt:lpstr>
      <vt:lpstr>Aptos Black</vt:lpstr>
      <vt:lpstr>Belleza</vt:lpstr>
      <vt:lpstr>Arial</vt:lpstr>
      <vt:lpstr>Raleway</vt:lpstr>
      <vt:lpstr>Anaheim</vt:lpstr>
      <vt:lpstr>Educational Innovation Through Group Work by Slidesgo</vt:lpstr>
      <vt:lpstr>Unidad 1: Detección de oportunidades e ideación de propuestas.</vt:lpstr>
      <vt:lpstr>Presentación de PowerPoint</vt:lpstr>
      <vt:lpstr>Presentación de PowerPoint</vt:lpstr>
      <vt:lpstr>Mapa de clasificación de ideas. </vt:lpstr>
      <vt:lpstr>Ejes de Factibilidad y Originalidad</vt:lpstr>
      <vt:lpstr>Eje factible.  Se refiere a la capacidad de mantener la solución de manera continua. Eje Original. Innovación: Se refiere a la implementación que genera un cambio positivo significativo. (Ej: cambios sostenibles)  Novedad: Representa la singularidad, sin necesariamente tener un impacto práctico. (Ej: ideas pasajeras)      </vt:lpstr>
      <vt:lpstr>Cuadrantes.</vt:lpstr>
      <vt:lpstr>Ejemplo de mapa de clasificación de ideas. </vt:lpstr>
      <vt:lpstr>¿PREGUNTAS?</vt:lpstr>
      <vt:lpstr>Referencias INACAP. (n.d.). Toolkit: Guía de introducción a la educación [PDF]. INACAP. https://lms.inacap.cl/pluginfile.php/15252140/mod_resource/content/1/FGIE01_U01S00_TOOLKIT_U01.pdf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 2: Ideación de propuestas.</dc:title>
  <dc:creator>Estefania González</dc:creator>
  <cp:lastModifiedBy>ESTEFANIA SALOME GONZALEZ CACERES</cp:lastModifiedBy>
  <cp:revision>9</cp:revision>
  <dcterms:modified xsi:type="dcterms:W3CDTF">2025-03-30T23:45:31Z</dcterms:modified>
</cp:coreProperties>
</file>