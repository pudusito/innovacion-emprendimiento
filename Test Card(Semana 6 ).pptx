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5" r:id="rId9"/>
    <p:sldId id="262" r:id="rId10"/>
  </p:sldIdLst>
  <p:sldSz cx="9144000" cy="5143500" type="screen16x9"/>
  <p:notesSz cx="6858000" cy="9144000"/>
  <p:embeddedFontLst>
    <p:embeddedFont>
      <p:font typeface="Boogaloo" panose="020B0604020202020204" charset="0"/>
      <p:regular r:id="rId12"/>
    </p:embeddedFont>
    <p:embeddedFont>
      <p:font typeface="Lato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Questrial" panose="020F0502020204030204" pitchFamily="2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599A0F-A0BB-4690-AABA-1C6831AF7A67}">
  <a:tblStyle styleId="{EA599A0F-A0BB-4690-AABA-1C6831AF7A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321" autoAdjust="0"/>
  </p:normalViewPr>
  <p:slideViewPr>
    <p:cSldViewPr snapToGrid="0">
      <p:cViewPr varScale="1">
        <p:scale>
          <a:sx n="76" d="100"/>
          <a:sy n="76" d="100"/>
        </p:scale>
        <p:origin x="8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1d411ebc00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1d411ebc00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19fa96e2ef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19fa96e2ef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1a0dde2758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1a0dde2758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19fa96e2ef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19fa96e2ef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1a0dde275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1a0dde275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1a0dde275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11a0dde275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1dd7068a1e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1dd7068a1e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1dd7068a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1dd7068a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1a0dde275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1a0dde2758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050" y="1858544"/>
            <a:ext cx="7713900" cy="93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>
                <a:highlight>
                  <a:schemeClr val="dk2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92450" y="2875456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-11775"/>
            <a:ext cx="0" cy="11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367825" y="183538"/>
            <a:ext cx="623900" cy="702925"/>
          </a:xfrm>
          <a:custGeom>
            <a:avLst/>
            <a:gdLst/>
            <a:ahLst/>
            <a:cxnLst/>
            <a:rect l="l" t="t" r="r" b="b"/>
            <a:pathLst>
              <a:path w="24956" h="28117" extrusionOk="0">
                <a:moveTo>
                  <a:pt x="1" y="1"/>
                </a:moveTo>
                <a:cubicBezTo>
                  <a:pt x="4651" y="1"/>
                  <a:pt x="9302" y="1247"/>
                  <a:pt x="13284" y="3740"/>
                </a:cubicBezTo>
                <a:cubicBezTo>
                  <a:pt x="19029" y="7326"/>
                  <a:pt x="24956" y="14378"/>
                  <a:pt x="24956" y="28117"/>
                </a:cubicBezTo>
                <a:lnTo>
                  <a:pt x="2495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2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480188" y="2379463"/>
            <a:ext cx="618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highlight>
                  <a:schemeClr val="l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38" y="1702038"/>
            <a:ext cx="3150900" cy="66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1480188" y="3221263"/>
            <a:ext cx="6183900" cy="2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accent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5"/>
          <p:cNvGrpSpPr/>
          <p:nvPr/>
        </p:nvGrpSpPr>
        <p:grpSpPr>
          <a:xfrm>
            <a:off x="-51" y="225688"/>
            <a:ext cx="12168283" cy="505299"/>
            <a:chOff x="2290575" y="4433475"/>
            <a:chExt cx="2727275" cy="113250"/>
          </a:xfrm>
        </p:grpSpPr>
        <p:sp>
          <p:nvSpPr>
            <p:cNvPr id="22" name="Google Shape;22;p5"/>
            <p:cNvSpPr/>
            <p:nvPr/>
          </p:nvSpPr>
          <p:spPr>
            <a:xfrm>
              <a:off x="2862025" y="4433475"/>
              <a:ext cx="543350" cy="113250"/>
            </a:xfrm>
            <a:custGeom>
              <a:avLst/>
              <a:gdLst/>
              <a:ahLst/>
              <a:cxnLst/>
              <a:rect l="l" t="t" r="r" b="b"/>
              <a:pathLst>
                <a:path w="21734" h="4530" extrusionOk="0">
                  <a:moveTo>
                    <a:pt x="0" y="1"/>
                  </a:moveTo>
                  <a:lnTo>
                    <a:pt x="0" y="4530"/>
                  </a:lnTo>
                  <a:lnTo>
                    <a:pt x="21733" y="4530"/>
                  </a:lnTo>
                  <a:lnTo>
                    <a:pt x="217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5"/>
            <p:cNvSpPr/>
            <p:nvPr/>
          </p:nvSpPr>
          <p:spPr>
            <a:xfrm>
              <a:off x="2290575" y="4433475"/>
              <a:ext cx="569950" cy="113250"/>
            </a:xfrm>
            <a:custGeom>
              <a:avLst/>
              <a:gdLst/>
              <a:ahLst/>
              <a:cxnLst/>
              <a:rect l="l" t="t" r="r" b="b"/>
              <a:pathLst>
                <a:path w="22798" h="4530" extrusionOk="0">
                  <a:moveTo>
                    <a:pt x="1" y="1"/>
                  </a:moveTo>
                  <a:lnTo>
                    <a:pt x="1" y="4530"/>
                  </a:lnTo>
                  <a:lnTo>
                    <a:pt x="22798" y="4530"/>
                  </a:lnTo>
                  <a:lnTo>
                    <a:pt x="227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5"/>
            <p:cNvSpPr/>
            <p:nvPr/>
          </p:nvSpPr>
          <p:spPr>
            <a:xfrm>
              <a:off x="3948675" y="4433475"/>
              <a:ext cx="1069175" cy="113250"/>
            </a:xfrm>
            <a:custGeom>
              <a:avLst/>
              <a:gdLst/>
              <a:ahLst/>
              <a:cxnLst/>
              <a:rect l="l" t="t" r="r" b="b"/>
              <a:pathLst>
                <a:path w="42767" h="4530" extrusionOk="0">
                  <a:moveTo>
                    <a:pt x="0" y="1"/>
                  </a:moveTo>
                  <a:lnTo>
                    <a:pt x="0" y="4530"/>
                  </a:lnTo>
                  <a:lnTo>
                    <a:pt x="42767" y="4530"/>
                  </a:lnTo>
                  <a:lnTo>
                    <a:pt x="427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5"/>
            <p:cNvSpPr/>
            <p:nvPr/>
          </p:nvSpPr>
          <p:spPr>
            <a:xfrm>
              <a:off x="3404575" y="4433475"/>
              <a:ext cx="543350" cy="113250"/>
            </a:xfrm>
            <a:custGeom>
              <a:avLst/>
              <a:gdLst/>
              <a:ahLst/>
              <a:cxnLst/>
              <a:rect l="l" t="t" r="r" b="b"/>
              <a:pathLst>
                <a:path w="21734" h="4530" extrusionOk="0">
                  <a:moveTo>
                    <a:pt x="1" y="1"/>
                  </a:moveTo>
                  <a:lnTo>
                    <a:pt x="1" y="4530"/>
                  </a:lnTo>
                  <a:lnTo>
                    <a:pt x="21734" y="4530"/>
                  </a:lnTo>
                  <a:lnTo>
                    <a:pt x="217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715100" y="1893438"/>
            <a:ext cx="2637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3500">
                <a:highlight>
                  <a:schemeClr val="dk2"/>
                </a:highlight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5791900" y="1893438"/>
            <a:ext cx="2637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3500">
                <a:highlight>
                  <a:schemeClr val="dk2"/>
                </a:highlight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oogaloo"/>
              <a:buNone/>
              <a:defRPr sz="2800">
                <a:latin typeface="Boogaloo"/>
                <a:ea typeface="Boogaloo"/>
                <a:cs typeface="Boogaloo"/>
                <a:sym typeface="Boogaloo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715100" y="2466150"/>
            <a:ext cx="2637000" cy="7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5791900" y="2466150"/>
            <a:ext cx="2637000" cy="78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5"/>
          <p:cNvGrpSpPr/>
          <p:nvPr/>
        </p:nvGrpSpPr>
        <p:grpSpPr>
          <a:xfrm>
            <a:off x="6755945" y="4490519"/>
            <a:ext cx="3130152" cy="443823"/>
            <a:chOff x="5947175" y="4773925"/>
            <a:chExt cx="1414950" cy="200625"/>
          </a:xfrm>
        </p:grpSpPr>
        <p:sp>
          <p:nvSpPr>
            <p:cNvPr id="31" name="Google Shape;31;p5"/>
            <p:cNvSpPr/>
            <p:nvPr/>
          </p:nvSpPr>
          <p:spPr>
            <a:xfrm>
              <a:off x="5947175" y="4864350"/>
              <a:ext cx="1414950" cy="110200"/>
            </a:xfrm>
            <a:custGeom>
              <a:avLst/>
              <a:gdLst/>
              <a:ahLst/>
              <a:cxnLst/>
              <a:rect l="l" t="t" r="r" b="b"/>
              <a:pathLst>
                <a:path w="56598" h="4408" extrusionOk="0">
                  <a:moveTo>
                    <a:pt x="1" y="0"/>
                  </a:moveTo>
                  <a:lnTo>
                    <a:pt x="1" y="4408"/>
                  </a:lnTo>
                  <a:lnTo>
                    <a:pt x="56598" y="4408"/>
                  </a:lnTo>
                  <a:lnTo>
                    <a:pt x="56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5947175" y="4773925"/>
              <a:ext cx="1414950" cy="26600"/>
            </a:xfrm>
            <a:custGeom>
              <a:avLst/>
              <a:gdLst/>
              <a:ahLst/>
              <a:cxnLst/>
              <a:rect l="l" t="t" r="r" b="b"/>
              <a:pathLst>
                <a:path w="56598" h="1064" extrusionOk="0">
                  <a:moveTo>
                    <a:pt x="1" y="0"/>
                  </a:moveTo>
                  <a:lnTo>
                    <a:pt x="1" y="1064"/>
                  </a:lnTo>
                  <a:lnTo>
                    <a:pt x="56598" y="1064"/>
                  </a:lnTo>
                  <a:lnTo>
                    <a:pt x="56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33;p5"/>
          <p:cNvGrpSpPr/>
          <p:nvPr/>
        </p:nvGrpSpPr>
        <p:grpSpPr>
          <a:xfrm>
            <a:off x="7647385" y="145645"/>
            <a:ext cx="1970069" cy="1792555"/>
            <a:chOff x="5182725" y="3215925"/>
            <a:chExt cx="192275" cy="174950"/>
          </a:xfrm>
        </p:grpSpPr>
        <p:sp>
          <p:nvSpPr>
            <p:cNvPr id="34" name="Google Shape;34;p5"/>
            <p:cNvSpPr/>
            <p:nvPr/>
          </p:nvSpPr>
          <p:spPr>
            <a:xfrm>
              <a:off x="5182725" y="3215925"/>
              <a:ext cx="192275" cy="174950"/>
            </a:xfrm>
            <a:custGeom>
              <a:avLst/>
              <a:gdLst/>
              <a:ahLst/>
              <a:cxnLst/>
              <a:rect l="l" t="t" r="r" b="b"/>
              <a:pathLst>
                <a:path w="7691" h="6998" extrusionOk="0">
                  <a:moveTo>
                    <a:pt x="3824" y="1"/>
                  </a:moveTo>
                  <a:cubicBezTo>
                    <a:pt x="2250" y="1"/>
                    <a:pt x="845" y="1077"/>
                    <a:pt x="457" y="2684"/>
                  </a:cubicBezTo>
                  <a:cubicBezTo>
                    <a:pt x="1" y="4569"/>
                    <a:pt x="1186" y="6453"/>
                    <a:pt x="3071" y="6909"/>
                  </a:cubicBezTo>
                  <a:cubicBezTo>
                    <a:pt x="3330" y="6969"/>
                    <a:pt x="3590" y="6997"/>
                    <a:pt x="3847" y="6997"/>
                  </a:cubicBezTo>
                  <a:cubicBezTo>
                    <a:pt x="5424" y="6997"/>
                    <a:pt x="6873" y="5916"/>
                    <a:pt x="7265" y="4295"/>
                  </a:cubicBezTo>
                  <a:cubicBezTo>
                    <a:pt x="7691" y="2410"/>
                    <a:pt x="6536" y="526"/>
                    <a:pt x="4651" y="100"/>
                  </a:cubicBezTo>
                  <a:cubicBezTo>
                    <a:pt x="4373" y="33"/>
                    <a:pt x="4096" y="1"/>
                    <a:pt x="38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5248075" y="3271625"/>
              <a:ext cx="62350" cy="63075"/>
            </a:xfrm>
            <a:custGeom>
              <a:avLst/>
              <a:gdLst/>
              <a:ahLst/>
              <a:cxnLst/>
              <a:rect l="l" t="t" r="r" b="b"/>
              <a:pathLst>
                <a:path w="2494" h="2523" extrusionOk="0">
                  <a:moveTo>
                    <a:pt x="1247" y="0"/>
                  </a:moveTo>
                  <a:cubicBezTo>
                    <a:pt x="548" y="0"/>
                    <a:pt x="1" y="578"/>
                    <a:pt x="1" y="1277"/>
                  </a:cubicBezTo>
                  <a:cubicBezTo>
                    <a:pt x="1" y="1945"/>
                    <a:pt x="548" y="2523"/>
                    <a:pt x="1247" y="2523"/>
                  </a:cubicBezTo>
                  <a:cubicBezTo>
                    <a:pt x="1916" y="2523"/>
                    <a:pt x="2493" y="1945"/>
                    <a:pt x="2493" y="1277"/>
                  </a:cubicBezTo>
                  <a:cubicBezTo>
                    <a:pt x="2493" y="578"/>
                    <a:pt x="1916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subTitle" idx="1"/>
          </p:nvPr>
        </p:nvSpPr>
        <p:spPr>
          <a:xfrm>
            <a:off x="4572000" y="1758900"/>
            <a:ext cx="3852000" cy="21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5E"/>
              </a:buClr>
              <a:buSzPts val="1600"/>
              <a:buFont typeface="Asap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5E"/>
              </a:buClr>
              <a:buSzPts val="1400"/>
              <a:buFont typeface="Asap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5E"/>
              </a:buClr>
              <a:buSzPts val="1400"/>
              <a:buFont typeface="Asap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5E"/>
              </a:buClr>
              <a:buSzPts val="1400"/>
              <a:buFont typeface="Asap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5E"/>
              </a:buClr>
              <a:buSzPts val="1400"/>
              <a:buFont typeface="Asap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5E"/>
              </a:buClr>
              <a:buSzPts val="1400"/>
              <a:buFont typeface="Asap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5E"/>
              </a:buClr>
              <a:buSzPts val="1400"/>
              <a:buFont typeface="Asap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5E"/>
              </a:buClr>
              <a:buSzPts val="1400"/>
              <a:buFont typeface="Asap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75E"/>
              </a:buClr>
              <a:buSzPts val="1400"/>
              <a:buFont typeface="Asap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0" y="87155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highlight>
                  <a:schemeClr val="l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accent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715100" y="2507763"/>
            <a:ext cx="4130100" cy="8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715100" y="1813738"/>
            <a:ext cx="4130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800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1" name="Google Shape;51;p9"/>
          <p:cNvGrpSpPr/>
          <p:nvPr/>
        </p:nvGrpSpPr>
        <p:grpSpPr>
          <a:xfrm flipH="1">
            <a:off x="715093" y="77425"/>
            <a:ext cx="2122921" cy="720575"/>
            <a:chOff x="5181975" y="2779975"/>
            <a:chExt cx="459000" cy="155800"/>
          </a:xfrm>
        </p:grpSpPr>
        <p:sp>
          <p:nvSpPr>
            <p:cNvPr id="52" name="Google Shape;52;p9"/>
            <p:cNvSpPr/>
            <p:nvPr/>
          </p:nvSpPr>
          <p:spPr>
            <a:xfrm>
              <a:off x="5485175" y="2779975"/>
              <a:ext cx="155800" cy="155800"/>
            </a:xfrm>
            <a:custGeom>
              <a:avLst/>
              <a:gdLst/>
              <a:ahLst/>
              <a:cxnLst/>
              <a:rect l="l" t="t" r="r" b="b"/>
              <a:pathLst>
                <a:path w="6232" h="6232" extrusionOk="0">
                  <a:moveTo>
                    <a:pt x="0" y="0"/>
                  </a:moveTo>
                  <a:lnTo>
                    <a:pt x="0" y="6231"/>
                  </a:lnTo>
                  <a:lnTo>
                    <a:pt x="6231" y="6231"/>
                  </a:lnTo>
                  <a:lnTo>
                    <a:pt x="62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9"/>
            <p:cNvSpPr/>
            <p:nvPr/>
          </p:nvSpPr>
          <p:spPr>
            <a:xfrm>
              <a:off x="5333200" y="2779975"/>
              <a:ext cx="155800" cy="155800"/>
            </a:xfrm>
            <a:custGeom>
              <a:avLst/>
              <a:gdLst/>
              <a:ahLst/>
              <a:cxnLst/>
              <a:rect l="l" t="t" r="r" b="b"/>
              <a:pathLst>
                <a:path w="6232" h="6232" extrusionOk="0">
                  <a:moveTo>
                    <a:pt x="0" y="0"/>
                  </a:moveTo>
                  <a:lnTo>
                    <a:pt x="0" y="6231"/>
                  </a:lnTo>
                  <a:lnTo>
                    <a:pt x="6231" y="6231"/>
                  </a:lnTo>
                  <a:lnTo>
                    <a:pt x="62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9"/>
            <p:cNvSpPr/>
            <p:nvPr/>
          </p:nvSpPr>
          <p:spPr>
            <a:xfrm>
              <a:off x="5181975" y="2779975"/>
              <a:ext cx="155800" cy="155800"/>
            </a:xfrm>
            <a:custGeom>
              <a:avLst/>
              <a:gdLst/>
              <a:ahLst/>
              <a:cxnLst/>
              <a:rect l="l" t="t" r="r" b="b"/>
              <a:pathLst>
                <a:path w="6232" h="6232" extrusionOk="0">
                  <a:moveTo>
                    <a:pt x="0" y="0"/>
                  </a:moveTo>
                  <a:lnTo>
                    <a:pt x="0" y="6231"/>
                  </a:lnTo>
                  <a:lnTo>
                    <a:pt x="6232" y="6231"/>
                  </a:lnTo>
                  <a:lnTo>
                    <a:pt x="62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2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59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000">
                <a:highlight>
                  <a:schemeClr val="l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subTitle" idx="1"/>
          </p:nvPr>
        </p:nvSpPr>
        <p:spPr>
          <a:xfrm>
            <a:off x="1284000" y="2970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0" name="Google Shape;60;p11"/>
          <p:cNvGrpSpPr/>
          <p:nvPr/>
        </p:nvGrpSpPr>
        <p:grpSpPr>
          <a:xfrm>
            <a:off x="-826177" y="4552509"/>
            <a:ext cx="7645842" cy="446151"/>
            <a:chOff x="283700" y="3012500"/>
            <a:chExt cx="1497775" cy="87400"/>
          </a:xfrm>
        </p:grpSpPr>
        <p:sp>
          <p:nvSpPr>
            <p:cNvPr id="61" name="Google Shape;61;p11"/>
            <p:cNvSpPr/>
            <p:nvPr/>
          </p:nvSpPr>
          <p:spPr>
            <a:xfrm>
              <a:off x="283700" y="3012500"/>
              <a:ext cx="40300" cy="87400"/>
            </a:xfrm>
            <a:custGeom>
              <a:avLst/>
              <a:gdLst/>
              <a:ahLst/>
              <a:cxnLst/>
              <a:rect l="l" t="t" r="r" b="b"/>
              <a:pathLst>
                <a:path w="161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612" y="3496"/>
                  </a:lnTo>
                  <a:lnTo>
                    <a:pt x="16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1"/>
            <p:cNvSpPr/>
            <p:nvPr/>
          </p:nvSpPr>
          <p:spPr>
            <a:xfrm>
              <a:off x="361975" y="3012500"/>
              <a:ext cx="39550" cy="87400"/>
            </a:xfrm>
            <a:custGeom>
              <a:avLst/>
              <a:gdLst/>
              <a:ahLst/>
              <a:cxnLst/>
              <a:rect l="l" t="t" r="r" b="b"/>
              <a:pathLst>
                <a:path w="158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1"/>
            <p:cNvSpPr/>
            <p:nvPr/>
          </p:nvSpPr>
          <p:spPr>
            <a:xfrm>
              <a:off x="440250" y="3012500"/>
              <a:ext cx="40300" cy="87400"/>
            </a:xfrm>
            <a:custGeom>
              <a:avLst/>
              <a:gdLst/>
              <a:ahLst/>
              <a:cxnLst/>
              <a:rect l="l" t="t" r="r" b="b"/>
              <a:pathLst>
                <a:path w="1612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611" y="3496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518525" y="3012500"/>
              <a:ext cx="39525" cy="87400"/>
            </a:xfrm>
            <a:custGeom>
              <a:avLst/>
              <a:gdLst/>
              <a:ahLst/>
              <a:cxnLst/>
              <a:rect l="l" t="t" r="r" b="b"/>
              <a:pathLst>
                <a:path w="1581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1"/>
            <p:cNvSpPr/>
            <p:nvPr/>
          </p:nvSpPr>
          <p:spPr>
            <a:xfrm>
              <a:off x="596775" y="3012500"/>
              <a:ext cx="40300" cy="87400"/>
            </a:xfrm>
            <a:custGeom>
              <a:avLst/>
              <a:gdLst/>
              <a:ahLst/>
              <a:cxnLst/>
              <a:rect l="l" t="t" r="r" b="b"/>
              <a:pathLst>
                <a:path w="161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612" y="3496"/>
                  </a:lnTo>
                  <a:lnTo>
                    <a:pt x="16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1"/>
            <p:cNvSpPr/>
            <p:nvPr/>
          </p:nvSpPr>
          <p:spPr>
            <a:xfrm>
              <a:off x="675800" y="3012500"/>
              <a:ext cx="40300" cy="87400"/>
            </a:xfrm>
            <a:custGeom>
              <a:avLst/>
              <a:gdLst/>
              <a:ahLst/>
              <a:cxnLst/>
              <a:rect l="l" t="t" r="r" b="b"/>
              <a:pathLst>
                <a:path w="161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612" y="3496"/>
                  </a:lnTo>
                  <a:lnTo>
                    <a:pt x="16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1"/>
            <p:cNvSpPr/>
            <p:nvPr/>
          </p:nvSpPr>
          <p:spPr>
            <a:xfrm>
              <a:off x="754075" y="3012500"/>
              <a:ext cx="39550" cy="87400"/>
            </a:xfrm>
            <a:custGeom>
              <a:avLst/>
              <a:gdLst/>
              <a:ahLst/>
              <a:cxnLst/>
              <a:rect l="l" t="t" r="r" b="b"/>
              <a:pathLst>
                <a:path w="158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1"/>
            <p:cNvSpPr/>
            <p:nvPr/>
          </p:nvSpPr>
          <p:spPr>
            <a:xfrm>
              <a:off x="832350" y="3012500"/>
              <a:ext cx="40300" cy="87400"/>
            </a:xfrm>
            <a:custGeom>
              <a:avLst/>
              <a:gdLst/>
              <a:ahLst/>
              <a:cxnLst/>
              <a:rect l="l" t="t" r="r" b="b"/>
              <a:pathLst>
                <a:path w="1612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611" y="3496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1"/>
            <p:cNvSpPr/>
            <p:nvPr/>
          </p:nvSpPr>
          <p:spPr>
            <a:xfrm>
              <a:off x="910625" y="3012500"/>
              <a:ext cx="40300" cy="87400"/>
            </a:xfrm>
            <a:custGeom>
              <a:avLst/>
              <a:gdLst/>
              <a:ahLst/>
              <a:cxnLst/>
              <a:rect l="l" t="t" r="r" b="b"/>
              <a:pathLst>
                <a:path w="1612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611" y="3496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989650" y="3012500"/>
              <a:ext cx="39525" cy="87400"/>
            </a:xfrm>
            <a:custGeom>
              <a:avLst/>
              <a:gdLst/>
              <a:ahLst/>
              <a:cxnLst/>
              <a:rect l="l" t="t" r="r" b="b"/>
              <a:pathLst>
                <a:path w="1581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1"/>
            <p:cNvSpPr/>
            <p:nvPr/>
          </p:nvSpPr>
          <p:spPr>
            <a:xfrm>
              <a:off x="1115025" y="3012500"/>
              <a:ext cx="39550" cy="87400"/>
            </a:xfrm>
            <a:custGeom>
              <a:avLst/>
              <a:gdLst/>
              <a:ahLst/>
              <a:cxnLst/>
              <a:rect l="l" t="t" r="r" b="b"/>
              <a:pathLst>
                <a:path w="158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>
              <a:off x="1240400" y="3012500"/>
              <a:ext cx="39550" cy="87400"/>
            </a:xfrm>
            <a:custGeom>
              <a:avLst/>
              <a:gdLst/>
              <a:ahLst/>
              <a:cxnLst/>
              <a:rect l="l" t="t" r="r" b="b"/>
              <a:pathLst>
                <a:path w="158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582" y="3496"/>
                  </a:lnTo>
                  <a:lnTo>
                    <a:pt x="15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>
              <a:off x="1365800" y="3012500"/>
              <a:ext cx="39525" cy="87400"/>
            </a:xfrm>
            <a:custGeom>
              <a:avLst/>
              <a:gdLst/>
              <a:ahLst/>
              <a:cxnLst/>
              <a:rect l="l" t="t" r="r" b="b"/>
              <a:pathLst>
                <a:path w="1581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>
              <a:off x="1491175" y="3012500"/>
              <a:ext cx="39550" cy="87400"/>
            </a:xfrm>
            <a:custGeom>
              <a:avLst/>
              <a:gdLst/>
              <a:ahLst/>
              <a:cxnLst/>
              <a:rect l="l" t="t" r="r" b="b"/>
              <a:pathLst>
                <a:path w="158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>
              <a:off x="1616550" y="3012500"/>
              <a:ext cx="39550" cy="87400"/>
            </a:xfrm>
            <a:custGeom>
              <a:avLst/>
              <a:gdLst/>
              <a:ahLst/>
              <a:cxnLst/>
              <a:rect l="l" t="t" r="r" b="b"/>
              <a:pathLst>
                <a:path w="158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>
              <a:off x="1741950" y="3012500"/>
              <a:ext cx="39525" cy="87400"/>
            </a:xfrm>
            <a:custGeom>
              <a:avLst/>
              <a:gdLst/>
              <a:ahLst/>
              <a:cxnLst/>
              <a:rect l="l" t="t" r="r" b="b"/>
              <a:pathLst>
                <a:path w="1581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/>
          <p:nvPr/>
        </p:nvSpPr>
        <p:spPr>
          <a:xfrm>
            <a:off x="320875" y="3564550"/>
            <a:ext cx="463575" cy="463550"/>
          </a:xfrm>
          <a:custGeom>
            <a:avLst/>
            <a:gdLst/>
            <a:ahLst/>
            <a:cxnLst/>
            <a:rect l="l" t="t" r="r" b="b"/>
            <a:pathLst>
              <a:path w="18543" h="18542" extrusionOk="0">
                <a:moveTo>
                  <a:pt x="1" y="0"/>
                </a:moveTo>
                <a:lnTo>
                  <a:pt x="1" y="18542"/>
                </a:lnTo>
                <a:lnTo>
                  <a:pt x="18542" y="18542"/>
                </a:lnTo>
                <a:lnTo>
                  <a:pt x="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accent2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1437500" y="1243950"/>
            <a:ext cx="311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2" hasCustomPrompt="1"/>
          </p:nvPr>
        </p:nvSpPr>
        <p:spPr>
          <a:xfrm>
            <a:off x="715095" y="1242600"/>
            <a:ext cx="722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"/>
          </p:nvPr>
        </p:nvSpPr>
        <p:spPr>
          <a:xfrm>
            <a:off x="1437500" y="1770975"/>
            <a:ext cx="31113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3"/>
          </p:nvPr>
        </p:nvSpPr>
        <p:spPr>
          <a:xfrm>
            <a:off x="1437500" y="2403069"/>
            <a:ext cx="311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4" hasCustomPrompt="1"/>
          </p:nvPr>
        </p:nvSpPr>
        <p:spPr>
          <a:xfrm>
            <a:off x="715095" y="2401719"/>
            <a:ext cx="722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5"/>
          </p:nvPr>
        </p:nvSpPr>
        <p:spPr>
          <a:xfrm>
            <a:off x="1437500" y="2927794"/>
            <a:ext cx="31113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6"/>
          </p:nvPr>
        </p:nvSpPr>
        <p:spPr>
          <a:xfrm>
            <a:off x="1437500" y="3555563"/>
            <a:ext cx="311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7" hasCustomPrompt="1"/>
          </p:nvPr>
        </p:nvSpPr>
        <p:spPr>
          <a:xfrm>
            <a:off x="715095" y="3554213"/>
            <a:ext cx="722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8"/>
          </p:nvPr>
        </p:nvSpPr>
        <p:spPr>
          <a:xfrm>
            <a:off x="1437500" y="4083263"/>
            <a:ext cx="31113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9"/>
          </p:nvPr>
        </p:nvSpPr>
        <p:spPr>
          <a:xfrm>
            <a:off x="5317600" y="1245300"/>
            <a:ext cx="311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3" hasCustomPrompt="1"/>
          </p:nvPr>
        </p:nvSpPr>
        <p:spPr>
          <a:xfrm>
            <a:off x="4595200" y="1243950"/>
            <a:ext cx="722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4"/>
          </p:nvPr>
        </p:nvSpPr>
        <p:spPr>
          <a:xfrm>
            <a:off x="5317600" y="1772325"/>
            <a:ext cx="31113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5"/>
          </p:nvPr>
        </p:nvSpPr>
        <p:spPr>
          <a:xfrm>
            <a:off x="5317600" y="2404419"/>
            <a:ext cx="311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6" hasCustomPrompt="1"/>
          </p:nvPr>
        </p:nvSpPr>
        <p:spPr>
          <a:xfrm>
            <a:off x="4595200" y="2403069"/>
            <a:ext cx="722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7"/>
          </p:nvPr>
        </p:nvSpPr>
        <p:spPr>
          <a:xfrm>
            <a:off x="5317600" y="2929144"/>
            <a:ext cx="31113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8"/>
          </p:nvPr>
        </p:nvSpPr>
        <p:spPr>
          <a:xfrm>
            <a:off x="5317600" y="3556913"/>
            <a:ext cx="31113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19" hasCustomPrompt="1"/>
          </p:nvPr>
        </p:nvSpPr>
        <p:spPr>
          <a:xfrm>
            <a:off x="4595200" y="3555563"/>
            <a:ext cx="7224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20"/>
          </p:nvPr>
        </p:nvSpPr>
        <p:spPr>
          <a:xfrm>
            <a:off x="5317600" y="4084613"/>
            <a:ext cx="31113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highlight>
                  <a:schemeClr val="lt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13"/>
          <p:cNvGrpSpPr/>
          <p:nvPr/>
        </p:nvGrpSpPr>
        <p:grpSpPr>
          <a:xfrm flipH="1">
            <a:off x="-1" y="4702097"/>
            <a:ext cx="2826350" cy="346052"/>
            <a:chOff x="1746500" y="4919825"/>
            <a:chExt cx="1185450" cy="145150"/>
          </a:xfrm>
        </p:grpSpPr>
        <p:sp>
          <p:nvSpPr>
            <p:cNvPr id="100" name="Google Shape;100;p13"/>
            <p:cNvSpPr/>
            <p:nvPr/>
          </p:nvSpPr>
          <p:spPr>
            <a:xfrm>
              <a:off x="1746500" y="4919825"/>
              <a:ext cx="968875" cy="145150"/>
            </a:xfrm>
            <a:custGeom>
              <a:avLst/>
              <a:gdLst/>
              <a:ahLst/>
              <a:cxnLst/>
              <a:rect l="l" t="t" r="r" b="b"/>
              <a:pathLst>
                <a:path w="38755" h="5806" extrusionOk="0">
                  <a:moveTo>
                    <a:pt x="0" y="0"/>
                  </a:moveTo>
                  <a:lnTo>
                    <a:pt x="0" y="5806"/>
                  </a:lnTo>
                  <a:lnTo>
                    <a:pt x="38755" y="5806"/>
                  </a:lnTo>
                  <a:lnTo>
                    <a:pt x="38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2715350" y="4919825"/>
              <a:ext cx="216600" cy="145150"/>
            </a:xfrm>
            <a:custGeom>
              <a:avLst/>
              <a:gdLst/>
              <a:ahLst/>
              <a:cxnLst/>
              <a:rect l="l" t="t" r="r" b="b"/>
              <a:pathLst>
                <a:path w="8664" h="5806" extrusionOk="0">
                  <a:moveTo>
                    <a:pt x="1" y="0"/>
                  </a:moveTo>
                  <a:lnTo>
                    <a:pt x="1" y="5806"/>
                  </a:lnTo>
                  <a:lnTo>
                    <a:pt x="8664" y="5806"/>
                  </a:lnTo>
                  <a:lnTo>
                    <a:pt x="866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9">
    <p:bg>
      <p:bgPr>
        <a:solidFill>
          <a:schemeClr val="accent2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/>
          <p:nvPr/>
        </p:nvSpPr>
        <p:spPr>
          <a:xfrm>
            <a:off x="6079752" y="0"/>
            <a:ext cx="3064222" cy="3452346"/>
          </a:xfrm>
          <a:custGeom>
            <a:avLst/>
            <a:gdLst/>
            <a:ahLst/>
            <a:cxnLst/>
            <a:rect l="l" t="t" r="r" b="b"/>
            <a:pathLst>
              <a:path w="24956" h="28117" extrusionOk="0">
                <a:moveTo>
                  <a:pt x="1" y="1"/>
                </a:moveTo>
                <a:cubicBezTo>
                  <a:pt x="4651" y="1"/>
                  <a:pt x="9302" y="1247"/>
                  <a:pt x="13284" y="3740"/>
                </a:cubicBezTo>
                <a:cubicBezTo>
                  <a:pt x="19029" y="7326"/>
                  <a:pt x="24956" y="14378"/>
                  <a:pt x="24956" y="28117"/>
                </a:cubicBezTo>
                <a:lnTo>
                  <a:pt x="2495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1" y="3637526"/>
            <a:ext cx="1503498" cy="1505981"/>
          </a:xfrm>
          <a:custGeom>
            <a:avLst/>
            <a:gdLst/>
            <a:ahLst/>
            <a:cxnLst/>
            <a:rect l="l" t="t" r="r" b="b"/>
            <a:pathLst>
              <a:path w="18512" h="18542" extrusionOk="0">
                <a:moveTo>
                  <a:pt x="1" y="0"/>
                </a:moveTo>
                <a:lnTo>
                  <a:pt x="1" y="18542"/>
                </a:lnTo>
                <a:lnTo>
                  <a:pt x="18512" y="18542"/>
                </a:lnTo>
                <a:lnTo>
                  <a:pt x="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6" name="Google Shape;266;p23"/>
          <p:cNvGrpSpPr/>
          <p:nvPr/>
        </p:nvGrpSpPr>
        <p:grpSpPr>
          <a:xfrm>
            <a:off x="-340350" y="-2158117"/>
            <a:ext cx="1950323" cy="3175851"/>
            <a:chOff x="917450" y="-771750"/>
            <a:chExt cx="1059325" cy="1724975"/>
          </a:xfrm>
        </p:grpSpPr>
        <p:sp>
          <p:nvSpPr>
            <p:cNvPr id="267" name="Google Shape;267;p23"/>
            <p:cNvSpPr/>
            <p:nvPr/>
          </p:nvSpPr>
          <p:spPr>
            <a:xfrm>
              <a:off x="917450" y="-771750"/>
              <a:ext cx="541075" cy="1724975"/>
            </a:xfrm>
            <a:custGeom>
              <a:avLst/>
              <a:gdLst/>
              <a:ahLst/>
              <a:cxnLst/>
              <a:rect l="l" t="t" r="r" b="b"/>
              <a:pathLst>
                <a:path w="21643" h="68999" fill="none" extrusionOk="0">
                  <a:moveTo>
                    <a:pt x="21643" y="34499"/>
                  </a:moveTo>
                  <a:cubicBezTo>
                    <a:pt x="21643" y="53557"/>
                    <a:pt x="16810" y="68998"/>
                    <a:pt x="10822" y="68998"/>
                  </a:cubicBezTo>
                  <a:cubicBezTo>
                    <a:pt x="4834" y="68998"/>
                    <a:pt x="1" y="53557"/>
                    <a:pt x="1" y="34499"/>
                  </a:cubicBezTo>
                  <a:cubicBezTo>
                    <a:pt x="1" y="15441"/>
                    <a:pt x="4834" y="0"/>
                    <a:pt x="10822" y="0"/>
                  </a:cubicBezTo>
                  <a:cubicBezTo>
                    <a:pt x="16810" y="0"/>
                    <a:pt x="21643" y="15441"/>
                    <a:pt x="21643" y="34499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3"/>
            <p:cNvSpPr/>
            <p:nvPr/>
          </p:nvSpPr>
          <p:spPr>
            <a:xfrm>
              <a:off x="1175825" y="-771750"/>
              <a:ext cx="541075" cy="1724975"/>
            </a:xfrm>
            <a:custGeom>
              <a:avLst/>
              <a:gdLst/>
              <a:ahLst/>
              <a:cxnLst/>
              <a:rect l="l" t="t" r="r" b="b"/>
              <a:pathLst>
                <a:path w="21643" h="68999" fill="none" extrusionOk="0">
                  <a:moveTo>
                    <a:pt x="21642" y="34499"/>
                  </a:moveTo>
                  <a:cubicBezTo>
                    <a:pt x="21642" y="53557"/>
                    <a:pt x="16809" y="68998"/>
                    <a:pt x="10821" y="68998"/>
                  </a:cubicBezTo>
                  <a:cubicBezTo>
                    <a:pt x="4833" y="68998"/>
                    <a:pt x="0" y="53557"/>
                    <a:pt x="0" y="34499"/>
                  </a:cubicBezTo>
                  <a:cubicBezTo>
                    <a:pt x="0" y="15441"/>
                    <a:pt x="4833" y="0"/>
                    <a:pt x="10821" y="0"/>
                  </a:cubicBezTo>
                  <a:cubicBezTo>
                    <a:pt x="16809" y="0"/>
                    <a:pt x="21642" y="15441"/>
                    <a:pt x="21642" y="34499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3"/>
            <p:cNvSpPr/>
            <p:nvPr/>
          </p:nvSpPr>
          <p:spPr>
            <a:xfrm>
              <a:off x="1434950" y="-771750"/>
              <a:ext cx="541825" cy="1724975"/>
            </a:xfrm>
            <a:custGeom>
              <a:avLst/>
              <a:gdLst/>
              <a:ahLst/>
              <a:cxnLst/>
              <a:rect l="l" t="t" r="r" b="b"/>
              <a:pathLst>
                <a:path w="21673" h="68999" fill="none" extrusionOk="0">
                  <a:moveTo>
                    <a:pt x="21672" y="34499"/>
                  </a:moveTo>
                  <a:cubicBezTo>
                    <a:pt x="21672" y="53557"/>
                    <a:pt x="16809" y="68998"/>
                    <a:pt x="10821" y="68998"/>
                  </a:cubicBezTo>
                  <a:cubicBezTo>
                    <a:pt x="4833" y="68998"/>
                    <a:pt x="0" y="53557"/>
                    <a:pt x="0" y="34499"/>
                  </a:cubicBezTo>
                  <a:cubicBezTo>
                    <a:pt x="0" y="15441"/>
                    <a:pt x="4833" y="0"/>
                    <a:pt x="10821" y="0"/>
                  </a:cubicBezTo>
                  <a:cubicBezTo>
                    <a:pt x="16809" y="0"/>
                    <a:pt x="21672" y="15441"/>
                    <a:pt x="21672" y="34499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" name="Google Shape;27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highlight>
                  <a:schemeClr val="lt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4">
    <p:bg>
      <p:bgPr>
        <a:solidFill>
          <a:schemeClr val="accent2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8"/>
          <p:cNvSpPr txBox="1">
            <a:spLocks noGrp="1"/>
          </p:cNvSpPr>
          <p:nvPr>
            <p:ph type="subTitle" idx="1"/>
          </p:nvPr>
        </p:nvSpPr>
        <p:spPr>
          <a:xfrm>
            <a:off x="4677000" y="1718175"/>
            <a:ext cx="3042600" cy="6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28"/>
          <p:cNvSpPr txBox="1">
            <a:spLocks noGrp="1"/>
          </p:cNvSpPr>
          <p:nvPr>
            <p:ph type="title"/>
          </p:nvPr>
        </p:nvSpPr>
        <p:spPr>
          <a:xfrm>
            <a:off x="1411200" y="3080125"/>
            <a:ext cx="1923900" cy="5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4" name="Google Shape;334;p28"/>
          <p:cNvSpPr txBox="1">
            <a:spLocks noGrp="1"/>
          </p:cNvSpPr>
          <p:nvPr>
            <p:ph type="subTitle" idx="2"/>
          </p:nvPr>
        </p:nvSpPr>
        <p:spPr>
          <a:xfrm>
            <a:off x="4677000" y="3050725"/>
            <a:ext cx="3042600" cy="6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8"/>
          <p:cNvSpPr txBox="1">
            <a:spLocks noGrp="1"/>
          </p:cNvSpPr>
          <p:nvPr>
            <p:ph type="title" idx="3"/>
          </p:nvPr>
        </p:nvSpPr>
        <p:spPr>
          <a:xfrm>
            <a:off x="1411200" y="1747575"/>
            <a:ext cx="1923900" cy="5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336" name="Google Shape;336;p28"/>
          <p:cNvGrpSpPr/>
          <p:nvPr/>
        </p:nvGrpSpPr>
        <p:grpSpPr>
          <a:xfrm>
            <a:off x="8033475" y="4402275"/>
            <a:ext cx="790838" cy="607175"/>
            <a:chOff x="7941650" y="958225"/>
            <a:chExt cx="790838" cy="6071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8125313" y="958225"/>
              <a:ext cx="607175" cy="607175"/>
              <a:chOff x="4137125" y="877200"/>
              <a:chExt cx="607175" cy="607175"/>
            </a:xfrm>
          </p:grpSpPr>
          <p:sp>
            <p:nvSpPr>
              <p:cNvPr id="338" name="Google Shape;338;p28"/>
              <p:cNvSpPr/>
              <p:nvPr/>
            </p:nvSpPr>
            <p:spPr>
              <a:xfrm>
                <a:off x="4137125" y="877200"/>
                <a:ext cx="607175" cy="607175"/>
              </a:xfrm>
              <a:custGeom>
                <a:avLst/>
                <a:gdLst/>
                <a:ahLst/>
                <a:cxnLst/>
                <a:rect l="l" t="t" r="r" b="b"/>
                <a:pathLst>
                  <a:path w="24287" h="24287" extrusionOk="0">
                    <a:moveTo>
                      <a:pt x="0" y="1"/>
                    </a:moveTo>
                    <a:lnTo>
                      <a:pt x="0" y="24287"/>
                    </a:lnTo>
                    <a:lnTo>
                      <a:pt x="24287" y="24287"/>
                    </a:lnTo>
                    <a:lnTo>
                      <a:pt x="2428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8"/>
              <p:cNvSpPr/>
              <p:nvPr/>
            </p:nvSpPr>
            <p:spPr>
              <a:xfrm>
                <a:off x="4137125" y="877200"/>
                <a:ext cx="606425" cy="606425"/>
              </a:xfrm>
              <a:custGeom>
                <a:avLst/>
                <a:gdLst/>
                <a:ahLst/>
                <a:cxnLst/>
                <a:rect l="l" t="t" r="r" b="b"/>
                <a:pathLst>
                  <a:path w="24257" h="24257" extrusionOk="0">
                    <a:moveTo>
                      <a:pt x="0" y="1"/>
                    </a:moveTo>
                    <a:lnTo>
                      <a:pt x="0" y="274"/>
                    </a:lnTo>
                    <a:lnTo>
                      <a:pt x="304" y="274"/>
                    </a:lnTo>
                    <a:cubicBezTo>
                      <a:pt x="12827" y="274"/>
                      <a:pt x="23192" y="10031"/>
                      <a:pt x="23952" y="22493"/>
                    </a:cubicBezTo>
                    <a:cubicBezTo>
                      <a:pt x="23983" y="23040"/>
                      <a:pt x="23983" y="23496"/>
                      <a:pt x="23983" y="23952"/>
                    </a:cubicBezTo>
                    <a:lnTo>
                      <a:pt x="23983" y="24256"/>
                    </a:lnTo>
                    <a:lnTo>
                      <a:pt x="24256" y="24256"/>
                    </a:lnTo>
                    <a:lnTo>
                      <a:pt x="24256" y="23952"/>
                    </a:lnTo>
                    <a:cubicBezTo>
                      <a:pt x="24256" y="23496"/>
                      <a:pt x="24256" y="22980"/>
                      <a:pt x="24226" y="22463"/>
                    </a:cubicBezTo>
                    <a:cubicBezTo>
                      <a:pt x="23466" y="9879"/>
                      <a:pt x="12979" y="1"/>
                      <a:pt x="3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8"/>
              <p:cNvSpPr/>
              <p:nvPr/>
            </p:nvSpPr>
            <p:spPr>
              <a:xfrm>
                <a:off x="4137125" y="1368100"/>
                <a:ext cx="116275" cy="116275"/>
              </a:xfrm>
              <a:custGeom>
                <a:avLst/>
                <a:gdLst/>
                <a:ahLst/>
                <a:cxnLst/>
                <a:rect l="l" t="t" r="r" b="b"/>
                <a:pathLst>
                  <a:path w="4651" h="4651" extrusionOk="0">
                    <a:moveTo>
                      <a:pt x="0" y="0"/>
                    </a:moveTo>
                    <a:lnTo>
                      <a:pt x="0" y="274"/>
                    </a:lnTo>
                    <a:lnTo>
                      <a:pt x="304" y="274"/>
                    </a:lnTo>
                    <a:cubicBezTo>
                      <a:pt x="2371" y="274"/>
                      <a:pt x="4104" y="1824"/>
                      <a:pt x="4347" y="3891"/>
                    </a:cubicBezTo>
                    <a:cubicBezTo>
                      <a:pt x="4377" y="4073"/>
                      <a:pt x="4377" y="4225"/>
                      <a:pt x="4377" y="4347"/>
                    </a:cubicBezTo>
                    <a:lnTo>
                      <a:pt x="4377" y="4651"/>
                    </a:lnTo>
                    <a:lnTo>
                      <a:pt x="4651" y="4651"/>
                    </a:lnTo>
                    <a:lnTo>
                      <a:pt x="4651" y="4347"/>
                    </a:lnTo>
                    <a:cubicBezTo>
                      <a:pt x="4651" y="4195"/>
                      <a:pt x="4651" y="4043"/>
                      <a:pt x="4621" y="3860"/>
                    </a:cubicBezTo>
                    <a:cubicBezTo>
                      <a:pt x="4347" y="1642"/>
                      <a:pt x="2523" y="0"/>
                      <a:pt x="3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1" name="Google Shape;341;p28"/>
            <p:cNvSpPr/>
            <p:nvPr/>
          </p:nvSpPr>
          <p:spPr>
            <a:xfrm>
              <a:off x="7941650" y="1104850"/>
              <a:ext cx="102600" cy="102675"/>
            </a:xfrm>
            <a:custGeom>
              <a:avLst/>
              <a:gdLst/>
              <a:ahLst/>
              <a:cxnLst/>
              <a:rect l="l" t="t" r="r" b="b"/>
              <a:pathLst>
                <a:path w="4104" h="4107" extrusionOk="0">
                  <a:moveTo>
                    <a:pt x="2167" y="1"/>
                  </a:moveTo>
                  <a:cubicBezTo>
                    <a:pt x="2134" y="1"/>
                    <a:pt x="2101" y="1"/>
                    <a:pt x="2067" y="3"/>
                  </a:cubicBezTo>
                  <a:cubicBezTo>
                    <a:pt x="912" y="3"/>
                    <a:pt x="0" y="915"/>
                    <a:pt x="0" y="2040"/>
                  </a:cubicBezTo>
                  <a:cubicBezTo>
                    <a:pt x="0" y="3195"/>
                    <a:pt x="912" y="4107"/>
                    <a:pt x="2067" y="4107"/>
                  </a:cubicBezTo>
                  <a:cubicBezTo>
                    <a:pt x="3192" y="4107"/>
                    <a:pt x="4104" y="3195"/>
                    <a:pt x="4104" y="2040"/>
                  </a:cubicBezTo>
                  <a:cubicBezTo>
                    <a:pt x="4104" y="949"/>
                    <a:pt x="3245" y="1"/>
                    <a:pt x="2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7941650" y="1316150"/>
              <a:ext cx="102600" cy="102625"/>
            </a:xfrm>
            <a:custGeom>
              <a:avLst/>
              <a:gdLst/>
              <a:ahLst/>
              <a:cxnLst/>
              <a:rect l="l" t="t" r="r" b="b"/>
              <a:pathLst>
                <a:path w="4104" h="4105" extrusionOk="0">
                  <a:moveTo>
                    <a:pt x="2120" y="1"/>
                  </a:moveTo>
                  <a:cubicBezTo>
                    <a:pt x="2102" y="1"/>
                    <a:pt x="2085" y="1"/>
                    <a:pt x="2067" y="1"/>
                  </a:cubicBezTo>
                  <a:cubicBezTo>
                    <a:pt x="912" y="1"/>
                    <a:pt x="0" y="913"/>
                    <a:pt x="0" y="2068"/>
                  </a:cubicBezTo>
                  <a:cubicBezTo>
                    <a:pt x="0" y="3193"/>
                    <a:pt x="912" y="4105"/>
                    <a:pt x="2067" y="4105"/>
                  </a:cubicBezTo>
                  <a:cubicBezTo>
                    <a:pt x="3192" y="4105"/>
                    <a:pt x="4104" y="3193"/>
                    <a:pt x="4104" y="2068"/>
                  </a:cubicBezTo>
                  <a:cubicBezTo>
                    <a:pt x="4104" y="931"/>
                    <a:pt x="3220" y="1"/>
                    <a:pt x="2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accent2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1"/>
          <p:cNvSpPr/>
          <p:nvPr/>
        </p:nvSpPr>
        <p:spPr>
          <a:xfrm rot="10800000" flipH="1">
            <a:off x="-525812" y="1167997"/>
            <a:ext cx="1781975" cy="3338225"/>
          </a:xfrm>
          <a:custGeom>
            <a:avLst/>
            <a:gdLst/>
            <a:ahLst/>
            <a:cxnLst/>
            <a:rect l="l" t="t" r="r" b="b"/>
            <a:pathLst>
              <a:path w="71279" h="133529" fill="none" extrusionOk="0">
                <a:moveTo>
                  <a:pt x="10700" y="133529"/>
                </a:moveTo>
                <a:cubicBezTo>
                  <a:pt x="4773" y="131705"/>
                  <a:pt x="1" y="126173"/>
                  <a:pt x="1" y="121127"/>
                </a:cubicBezTo>
                <a:cubicBezTo>
                  <a:pt x="1" y="116051"/>
                  <a:pt x="4773" y="113437"/>
                  <a:pt x="10700" y="115231"/>
                </a:cubicBezTo>
                <a:lnTo>
                  <a:pt x="60549" y="130246"/>
                </a:lnTo>
                <a:cubicBezTo>
                  <a:pt x="66476" y="132070"/>
                  <a:pt x="71279" y="129395"/>
                  <a:pt x="71279" y="124349"/>
                </a:cubicBezTo>
                <a:cubicBezTo>
                  <a:pt x="71279" y="119304"/>
                  <a:pt x="66476" y="113741"/>
                  <a:pt x="60549" y="111918"/>
                </a:cubicBezTo>
                <a:lnTo>
                  <a:pt x="10700" y="96720"/>
                </a:lnTo>
                <a:cubicBezTo>
                  <a:pt x="4773" y="94896"/>
                  <a:pt x="1" y="89364"/>
                  <a:pt x="1" y="84288"/>
                </a:cubicBezTo>
                <a:cubicBezTo>
                  <a:pt x="1" y="79242"/>
                  <a:pt x="4773" y="76628"/>
                  <a:pt x="10700" y="78422"/>
                </a:cubicBezTo>
                <a:lnTo>
                  <a:pt x="60549" y="93407"/>
                </a:lnTo>
                <a:cubicBezTo>
                  <a:pt x="66476" y="95230"/>
                  <a:pt x="71279" y="92586"/>
                  <a:pt x="71279" y="87540"/>
                </a:cubicBezTo>
                <a:cubicBezTo>
                  <a:pt x="71279" y="82464"/>
                  <a:pt x="66476" y="76932"/>
                  <a:pt x="60549" y="75108"/>
                </a:cubicBezTo>
                <a:lnTo>
                  <a:pt x="10700" y="59911"/>
                </a:lnTo>
                <a:cubicBezTo>
                  <a:pt x="4773" y="58087"/>
                  <a:pt x="1" y="52525"/>
                  <a:pt x="1" y="47479"/>
                </a:cubicBezTo>
                <a:cubicBezTo>
                  <a:pt x="1" y="42433"/>
                  <a:pt x="4773" y="39819"/>
                  <a:pt x="10700" y="41582"/>
                </a:cubicBezTo>
                <a:lnTo>
                  <a:pt x="60549" y="56598"/>
                </a:lnTo>
                <a:cubicBezTo>
                  <a:pt x="66476" y="58421"/>
                  <a:pt x="71279" y="55777"/>
                  <a:pt x="71279" y="50701"/>
                </a:cubicBezTo>
                <a:cubicBezTo>
                  <a:pt x="71279" y="45655"/>
                  <a:pt x="66476" y="40123"/>
                  <a:pt x="60549" y="38299"/>
                </a:cubicBezTo>
                <a:lnTo>
                  <a:pt x="10700" y="23102"/>
                </a:lnTo>
                <a:cubicBezTo>
                  <a:pt x="4773" y="21278"/>
                  <a:pt x="1" y="15716"/>
                  <a:pt x="1" y="10670"/>
                </a:cubicBezTo>
                <a:cubicBezTo>
                  <a:pt x="1" y="5624"/>
                  <a:pt x="4773" y="2980"/>
                  <a:pt x="10700" y="4773"/>
                </a:cubicBezTo>
                <a:lnTo>
                  <a:pt x="60549" y="19789"/>
                </a:lnTo>
                <a:cubicBezTo>
                  <a:pt x="66476" y="21612"/>
                  <a:pt x="71279" y="18937"/>
                  <a:pt x="71279" y="13892"/>
                </a:cubicBezTo>
                <a:cubicBezTo>
                  <a:pt x="71279" y="8846"/>
                  <a:pt x="67662" y="4469"/>
                  <a:pt x="60549" y="1460"/>
                </a:cubicBezTo>
                <a:lnTo>
                  <a:pt x="56537" y="1"/>
                </a:lnTo>
              </a:path>
            </a:pathLst>
          </a:custGeom>
          <a:noFill/>
          <a:ln w="94975" cap="flat" cmpd="sng">
            <a:solidFill>
              <a:schemeClr val="dk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9" name="Google Shape;369;p31"/>
          <p:cNvGrpSpPr/>
          <p:nvPr/>
        </p:nvGrpSpPr>
        <p:grpSpPr>
          <a:xfrm>
            <a:off x="8483975" y="287338"/>
            <a:ext cx="356400" cy="704425"/>
            <a:chOff x="2160650" y="2234375"/>
            <a:chExt cx="356400" cy="704425"/>
          </a:xfrm>
        </p:grpSpPr>
        <p:sp>
          <p:nvSpPr>
            <p:cNvPr id="370" name="Google Shape;370;p31"/>
            <p:cNvSpPr/>
            <p:nvPr/>
          </p:nvSpPr>
          <p:spPr>
            <a:xfrm>
              <a:off x="2160650" y="223437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0" y="0"/>
                  </a:moveTo>
                  <a:lnTo>
                    <a:pt x="0" y="9392"/>
                  </a:lnTo>
                  <a:lnTo>
                    <a:pt x="3556" y="9392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2160650" y="270397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0" y="1"/>
                  </a:moveTo>
                  <a:lnTo>
                    <a:pt x="0" y="9393"/>
                  </a:lnTo>
                  <a:lnTo>
                    <a:pt x="3556" y="9393"/>
                  </a:lnTo>
                  <a:lnTo>
                    <a:pt x="35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1"/>
            <p:cNvSpPr/>
            <p:nvPr/>
          </p:nvSpPr>
          <p:spPr>
            <a:xfrm>
              <a:off x="2250300" y="2466900"/>
              <a:ext cx="88950" cy="234825"/>
            </a:xfrm>
            <a:custGeom>
              <a:avLst/>
              <a:gdLst/>
              <a:ahLst/>
              <a:cxnLst/>
              <a:rect l="l" t="t" r="r" b="b"/>
              <a:pathLst>
                <a:path w="3558" h="9393" extrusionOk="0">
                  <a:moveTo>
                    <a:pt x="1" y="0"/>
                  </a:moveTo>
                  <a:lnTo>
                    <a:pt x="1" y="9392"/>
                  </a:lnTo>
                  <a:lnTo>
                    <a:pt x="3557" y="9392"/>
                  </a:lnTo>
                  <a:lnTo>
                    <a:pt x="3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1"/>
            <p:cNvSpPr/>
            <p:nvPr/>
          </p:nvSpPr>
          <p:spPr>
            <a:xfrm>
              <a:off x="2339225" y="223437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0" y="0"/>
                  </a:moveTo>
                  <a:lnTo>
                    <a:pt x="0" y="9392"/>
                  </a:lnTo>
                  <a:lnTo>
                    <a:pt x="3556" y="9392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2339225" y="270397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0" y="1"/>
                  </a:moveTo>
                  <a:lnTo>
                    <a:pt x="0" y="9393"/>
                  </a:lnTo>
                  <a:lnTo>
                    <a:pt x="3556" y="9393"/>
                  </a:lnTo>
                  <a:lnTo>
                    <a:pt x="35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2427375" y="2466900"/>
              <a:ext cx="89675" cy="234825"/>
            </a:xfrm>
            <a:custGeom>
              <a:avLst/>
              <a:gdLst/>
              <a:ahLst/>
              <a:cxnLst/>
              <a:rect l="l" t="t" r="r" b="b"/>
              <a:pathLst>
                <a:path w="3587" h="9393" extrusionOk="0">
                  <a:moveTo>
                    <a:pt x="0" y="0"/>
                  </a:moveTo>
                  <a:lnTo>
                    <a:pt x="0" y="9392"/>
                  </a:lnTo>
                  <a:lnTo>
                    <a:pt x="3587" y="9392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31"/>
          <p:cNvGrpSpPr/>
          <p:nvPr/>
        </p:nvGrpSpPr>
        <p:grpSpPr>
          <a:xfrm rot="10800000" flipH="1">
            <a:off x="146475" y="4151099"/>
            <a:ext cx="2439963" cy="922588"/>
            <a:chOff x="232600" y="199047"/>
            <a:chExt cx="2439963" cy="922588"/>
          </a:xfrm>
        </p:grpSpPr>
        <p:grpSp>
          <p:nvGrpSpPr>
            <p:cNvPr id="377" name="Google Shape;377;p31"/>
            <p:cNvGrpSpPr/>
            <p:nvPr/>
          </p:nvGrpSpPr>
          <p:grpSpPr>
            <a:xfrm>
              <a:off x="232600" y="199047"/>
              <a:ext cx="2439963" cy="922588"/>
              <a:chOff x="402250" y="662325"/>
              <a:chExt cx="2439963" cy="934835"/>
            </a:xfrm>
          </p:grpSpPr>
          <p:sp>
            <p:nvSpPr>
              <p:cNvPr id="378" name="Google Shape;378;p31"/>
              <p:cNvSpPr/>
              <p:nvPr/>
            </p:nvSpPr>
            <p:spPr>
              <a:xfrm>
                <a:off x="402250" y="662325"/>
                <a:ext cx="2438525" cy="933036"/>
              </a:xfrm>
              <a:custGeom>
                <a:avLst/>
                <a:gdLst/>
                <a:ahLst/>
                <a:cxnLst/>
                <a:rect l="l" t="t" r="r" b="b"/>
                <a:pathLst>
                  <a:path w="97541" h="37813" extrusionOk="0">
                    <a:moveTo>
                      <a:pt x="0" y="0"/>
                    </a:moveTo>
                    <a:lnTo>
                      <a:pt x="0" y="37812"/>
                    </a:lnTo>
                    <a:lnTo>
                      <a:pt x="97540" y="37812"/>
                    </a:lnTo>
                    <a:lnTo>
                      <a:pt x="9754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1"/>
              <p:cNvSpPr/>
              <p:nvPr/>
            </p:nvSpPr>
            <p:spPr>
              <a:xfrm>
                <a:off x="403000" y="662328"/>
                <a:ext cx="2439213" cy="934832"/>
              </a:xfrm>
              <a:custGeom>
                <a:avLst/>
                <a:gdLst/>
                <a:ahLst/>
                <a:cxnLst/>
                <a:rect l="l" t="t" r="r" b="b"/>
                <a:pathLst>
                  <a:path w="97510" h="37813" extrusionOk="0">
                    <a:moveTo>
                      <a:pt x="0" y="0"/>
                    </a:moveTo>
                    <a:cubicBezTo>
                      <a:pt x="0" y="20882"/>
                      <a:pt x="16900" y="37812"/>
                      <a:pt x="37782" y="37812"/>
                    </a:cubicBezTo>
                    <a:lnTo>
                      <a:pt x="97510" y="37812"/>
                    </a:lnTo>
                    <a:cubicBezTo>
                      <a:pt x="97510" y="16931"/>
                      <a:pt x="80579" y="0"/>
                      <a:pt x="597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0" name="Google Shape;380;p31"/>
            <p:cNvGrpSpPr/>
            <p:nvPr/>
          </p:nvGrpSpPr>
          <p:grpSpPr>
            <a:xfrm>
              <a:off x="1315825" y="534925"/>
              <a:ext cx="272825" cy="249275"/>
              <a:chOff x="1485850" y="961550"/>
              <a:chExt cx="272825" cy="249275"/>
            </a:xfrm>
          </p:grpSpPr>
          <p:sp>
            <p:nvSpPr>
              <p:cNvPr id="381" name="Google Shape;381;p31"/>
              <p:cNvSpPr/>
              <p:nvPr/>
            </p:nvSpPr>
            <p:spPr>
              <a:xfrm>
                <a:off x="1485850" y="961550"/>
                <a:ext cx="272825" cy="249275"/>
              </a:xfrm>
              <a:custGeom>
                <a:avLst/>
                <a:gdLst/>
                <a:ahLst/>
                <a:cxnLst/>
                <a:rect l="l" t="t" r="r" b="b"/>
                <a:pathLst>
                  <a:path w="10913" h="9971" extrusionOk="0">
                    <a:moveTo>
                      <a:pt x="5457" y="1"/>
                    </a:moveTo>
                    <a:cubicBezTo>
                      <a:pt x="4188" y="1"/>
                      <a:pt x="2919" y="487"/>
                      <a:pt x="1946" y="1460"/>
                    </a:cubicBezTo>
                    <a:cubicBezTo>
                      <a:pt x="1" y="3405"/>
                      <a:pt x="1" y="6566"/>
                      <a:pt x="1946" y="8511"/>
                    </a:cubicBezTo>
                    <a:cubicBezTo>
                      <a:pt x="2919" y="9484"/>
                      <a:pt x="4188" y="9970"/>
                      <a:pt x="5457" y="9970"/>
                    </a:cubicBezTo>
                    <a:cubicBezTo>
                      <a:pt x="6726" y="9970"/>
                      <a:pt x="7995" y="9484"/>
                      <a:pt x="8967" y="8511"/>
                    </a:cubicBezTo>
                    <a:cubicBezTo>
                      <a:pt x="10913" y="6566"/>
                      <a:pt x="10913" y="3405"/>
                      <a:pt x="8967" y="1460"/>
                    </a:cubicBezTo>
                    <a:cubicBezTo>
                      <a:pt x="7995" y="487"/>
                      <a:pt x="6726" y="1"/>
                      <a:pt x="54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1"/>
              <p:cNvSpPr/>
              <p:nvPr/>
            </p:nvSpPr>
            <p:spPr>
              <a:xfrm>
                <a:off x="1588450" y="1052750"/>
                <a:ext cx="66875" cy="6687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2675" extrusionOk="0">
                    <a:moveTo>
                      <a:pt x="1338" y="0"/>
                    </a:moveTo>
                    <a:cubicBezTo>
                      <a:pt x="608" y="0"/>
                      <a:pt x="0" y="608"/>
                      <a:pt x="0" y="1337"/>
                    </a:cubicBezTo>
                    <a:cubicBezTo>
                      <a:pt x="0" y="2067"/>
                      <a:pt x="608" y="2675"/>
                      <a:pt x="1338" y="2675"/>
                    </a:cubicBezTo>
                    <a:cubicBezTo>
                      <a:pt x="2067" y="2675"/>
                      <a:pt x="2675" y="2067"/>
                      <a:pt x="2675" y="1337"/>
                    </a:cubicBezTo>
                    <a:cubicBezTo>
                      <a:pt x="2675" y="608"/>
                      <a:pt x="2067" y="0"/>
                      <a:pt x="13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3" name="Google Shape;383;p31"/>
          <p:cNvGrpSpPr/>
          <p:nvPr/>
        </p:nvGrpSpPr>
        <p:grpSpPr>
          <a:xfrm>
            <a:off x="-525793" y="55909"/>
            <a:ext cx="1361730" cy="1239048"/>
            <a:chOff x="5182725" y="3215925"/>
            <a:chExt cx="192275" cy="174950"/>
          </a:xfrm>
        </p:grpSpPr>
        <p:sp>
          <p:nvSpPr>
            <p:cNvPr id="384" name="Google Shape;384;p31"/>
            <p:cNvSpPr/>
            <p:nvPr/>
          </p:nvSpPr>
          <p:spPr>
            <a:xfrm>
              <a:off x="5182725" y="3215925"/>
              <a:ext cx="192275" cy="174950"/>
            </a:xfrm>
            <a:custGeom>
              <a:avLst/>
              <a:gdLst/>
              <a:ahLst/>
              <a:cxnLst/>
              <a:rect l="l" t="t" r="r" b="b"/>
              <a:pathLst>
                <a:path w="7691" h="6998" extrusionOk="0">
                  <a:moveTo>
                    <a:pt x="3824" y="1"/>
                  </a:moveTo>
                  <a:cubicBezTo>
                    <a:pt x="2250" y="1"/>
                    <a:pt x="845" y="1077"/>
                    <a:pt x="457" y="2684"/>
                  </a:cubicBezTo>
                  <a:cubicBezTo>
                    <a:pt x="1" y="4569"/>
                    <a:pt x="1186" y="6453"/>
                    <a:pt x="3071" y="6909"/>
                  </a:cubicBezTo>
                  <a:cubicBezTo>
                    <a:pt x="3330" y="6969"/>
                    <a:pt x="3590" y="6997"/>
                    <a:pt x="3847" y="6997"/>
                  </a:cubicBezTo>
                  <a:cubicBezTo>
                    <a:pt x="5424" y="6997"/>
                    <a:pt x="6873" y="5916"/>
                    <a:pt x="7265" y="4295"/>
                  </a:cubicBezTo>
                  <a:cubicBezTo>
                    <a:pt x="7691" y="2410"/>
                    <a:pt x="6536" y="526"/>
                    <a:pt x="4651" y="100"/>
                  </a:cubicBezTo>
                  <a:cubicBezTo>
                    <a:pt x="4373" y="33"/>
                    <a:pt x="4096" y="1"/>
                    <a:pt x="38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1"/>
            <p:cNvSpPr/>
            <p:nvPr/>
          </p:nvSpPr>
          <p:spPr>
            <a:xfrm>
              <a:off x="5248075" y="3271625"/>
              <a:ext cx="62350" cy="63075"/>
            </a:xfrm>
            <a:custGeom>
              <a:avLst/>
              <a:gdLst/>
              <a:ahLst/>
              <a:cxnLst/>
              <a:rect l="l" t="t" r="r" b="b"/>
              <a:pathLst>
                <a:path w="2494" h="2523" extrusionOk="0">
                  <a:moveTo>
                    <a:pt x="1247" y="0"/>
                  </a:moveTo>
                  <a:cubicBezTo>
                    <a:pt x="548" y="0"/>
                    <a:pt x="1" y="578"/>
                    <a:pt x="1" y="1277"/>
                  </a:cubicBezTo>
                  <a:cubicBezTo>
                    <a:pt x="1" y="1945"/>
                    <a:pt x="548" y="2523"/>
                    <a:pt x="1247" y="2523"/>
                  </a:cubicBezTo>
                  <a:cubicBezTo>
                    <a:pt x="1916" y="2523"/>
                    <a:pt x="2493" y="1945"/>
                    <a:pt x="2493" y="1277"/>
                  </a:cubicBezTo>
                  <a:cubicBezTo>
                    <a:pt x="2493" y="578"/>
                    <a:pt x="1916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">
    <p:bg>
      <p:bgPr>
        <a:solidFill>
          <a:schemeClr val="accent2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2"/>
          <p:cNvSpPr/>
          <p:nvPr/>
        </p:nvSpPr>
        <p:spPr>
          <a:xfrm>
            <a:off x="-1058150" y="-978450"/>
            <a:ext cx="3577600" cy="2544150"/>
          </a:xfrm>
          <a:custGeom>
            <a:avLst/>
            <a:gdLst/>
            <a:ahLst/>
            <a:cxnLst/>
            <a:rect l="l" t="t" r="r" b="b"/>
            <a:pathLst>
              <a:path w="143104" h="101766" extrusionOk="0">
                <a:moveTo>
                  <a:pt x="52828" y="1"/>
                </a:moveTo>
                <a:lnTo>
                  <a:pt x="0" y="92434"/>
                </a:lnTo>
                <a:lnTo>
                  <a:pt x="143103" y="101765"/>
                </a:lnTo>
                <a:lnTo>
                  <a:pt x="52828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2"/>
          <p:cNvSpPr/>
          <p:nvPr/>
        </p:nvSpPr>
        <p:spPr>
          <a:xfrm>
            <a:off x="-406650" y="-552625"/>
            <a:ext cx="3551750" cy="2374675"/>
          </a:xfrm>
          <a:custGeom>
            <a:avLst/>
            <a:gdLst/>
            <a:ahLst/>
            <a:cxnLst/>
            <a:rect l="l" t="t" r="r" b="b"/>
            <a:pathLst>
              <a:path w="142070" h="94987" fill="none" extrusionOk="0">
                <a:moveTo>
                  <a:pt x="112434" y="91977"/>
                </a:moveTo>
                <a:cubicBezTo>
                  <a:pt x="123589" y="86141"/>
                  <a:pt x="130246" y="74196"/>
                  <a:pt x="134349" y="62311"/>
                </a:cubicBezTo>
                <a:cubicBezTo>
                  <a:pt x="140246" y="45199"/>
                  <a:pt x="142070" y="25563"/>
                  <a:pt x="133529" y="9605"/>
                </a:cubicBezTo>
                <a:cubicBezTo>
                  <a:pt x="131948" y="6566"/>
                  <a:pt x="129820" y="3617"/>
                  <a:pt x="126690" y="2189"/>
                </a:cubicBezTo>
                <a:cubicBezTo>
                  <a:pt x="121826" y="0"/>
                  <a:pt x="116142" y="2280"/>
                  <a:pt x="111583" y="5046"/>
                </a:cubicBezTo>
                <a:cubicBezTo>
                  <a:pt x="100245" y="12007"/>
                  <a:pt x="91339" y="22220"/>
                  <a:pt x="83072" y="32676"/>
                </a:cubicBezTo>
                <a:cubicBezTo>
                  <a:pt x="75412" y="42402"/>
                  <a:pt x="68178" y="52463"/>
                  <a:pt x="61430" y="62889"/>
                </a:cubicBezTo>
                <a:cubicBezTo>
                  <a:pt x="56141" y="71004"/>
                  <a:pt x="51065" y="79485"/>
                  <a:pt x="48785" y="88907"/>
                </a:cubicBezTo>
                <a:cubicBezTo>
                  <a:pt x="48421" y="90245"/>
                  <a:pt x="48208" y="91795"/>
                  <a:pt x="48998" y="92920"/>
                </a:cubicBezTo>
                <a:cubicBezTo>
                  <a:pt x="49484" y="93649"/>
                  <a:pt x="50336" y="94075"/>
                  <a:pt x="51217" y="94257"/>
                </a:cubicBezTo>
                <a:cubicBezTo>
                  <a:pt x="54865" y="94987"/>
                  <a:pt x="57995" y="91673"/>
                  <a:pt x="59971" y="88573"/>
                </a:cubicBezTo>
                <a:cubicBezTo>
                  <a:pt x="69941" y="72767"/>
                  <a:pt x="71065" y="52858"/>
                  <a:pt x="68330" y="34378"/>
                </a:cubicBezTo>
                <a:cubicBezTo>
                  <a:pt x="67479" y="28451"/>
                  <a:pt x="65989" y="22159"/>
                  <a:pt x="61491" y="18116"/>
                </a:cubicBezTo>
                <a:cubicBezTo>
                  <a:pt x="55503" y="12736"/>
                  <a:pt x="45776" y="13405"/>
                  <a:pt x="38937" y="17691"/>
                </a:cubicBezTo>
                <a:cubicBezTo>
                  <a:pt x="32098" y="22007"/>
                  <a:pt x="27539" y="29059"/>
                  <a:pt x="23557" y="36050"/>
                </a:cubicBezTo>
                <a:cubicBezTo>
                  <a:pt x="13466" y="53770"/>
                  <a:pt x="5532" y="72646"/>
                  <a:pt x="0" y="92251"/>
                </a:cubicBezTo>
              </a:path>
            </a:pathLst>
          </a:custGeom>
          <a:noFill/>
          <a:ln w="987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2"/>
          <p:cNvSpPr/>
          <p:nvPr/>
        </p:nvSpPr>
        <p:spPr>
          <a:xfrm>
            <a:off x="2341875" y="417750"/>
            <a:ext cx="1199900" cy="747000"/>
          </a:xfrm>
          <a:custGeom>
            <a:avLst/>
            <a:gdLst/>
            <a:ahLst/>
            <a:cxnLst/>
            <a:rect l="l" t="t" r="r" b="b"/>
            <a:pathLst>
              <a:path w="47996" h="29880" extrusionOk="0">
                <a:moveTo>
                  <a:pt x="24104" y="0"/>
                </a:moveTo>
                <a:cubicBezTo>
                  <a:pt x="21126" y="0"/>
                  <a:pt x="18299" y="517"/>
                  <a:pt x="15563" y="1520"/>
                </a:cubicBezTo>
                <a:cubicBezTo>
                  <a:pt x="12858" y="2554"/>
                  <a:pt x="10274" y="4165"/>
                  <a:pt x="7873" y="6323"/>
                </a:cubicBezTo>
                <a:cubicBezTo>
                  <a:pt x="5472" y="8481"/>
                  <a:pt x="3587" y="11520"/>
                  <a:pt x="2128" y="15411"/>
                </a:cubicBezTo>
                <a:cubicBezTo>
                  <a:pt x="730" y="19302"/>
                  <a:pt x="1" y="23831"/>
                  <a:pt x="1" y="28998"/>
                </a:cubicBezTo>
                <a:lnTo>
                  <a:pt x="1" y="29879"/>
                </a:lnTo>
                <a:lnTo>
                  <a:pt x="18147" y="29879"/>
                </a:lnTo>
                <a:lnTo>
                  <a:pt x="18147" y="28998"/>
                </a:lnTo>
                <a:cubicBezTo>
                  <a:pt x="18147" y="24439"/>
                  <a:pt x="18694" y="21065"/>
                  <a:pt x="19879" y="18907"/>
                </a:cubicBezTo>
                <a:cubicBezTo>
                  <a:pt x="21065" y="16748"/>
                  <a:pt x="22433" y="15624"/>
                  <a:pt x="23983" y="15624"/>
                </a:cubicBezTo>
                <a:cubicBezTo>
                  <a:pt x="25685" y="15624"/>
                  <a:pt x="27144" y="16779"/>
                  <a:pt x="28238" y="18998"/>
                </a:cubicBezTo>
                <a:cubicBezTo>
                  <a:pt x="29393" y="21247"/>
                  <a:pt x="29940" y="24560"/>
                  <a:pt x="29940" y="28937"/>
                </a:cubicBezTo>
                <a:lnTo>
                  <a:pt x="29940" y="29879"/>
                </a:lnTo>
                <a:lnTo>
                  <a:pt x="47995" y="29879"/>
                </a:lnTo>
                <a:lnTo>
                  <a:pt x="47995" y="28816"/>
                </a:lnTo>
                <a:cubicBezTo>
                  <a:pt x="47995" y="19393"/>
                  <a:pt x="45746" y="12250"/>
                  <a:pt x="41278" y="7356"/>
                </a:cubicBezTo>
                <a:cubicBezTo>
                  <a:pt x="36779" y="2432"/>
                  <a:pt x="31065" y="0"/>
                  <a:pt x="241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2"/>
          <p:cNvSpPr/>
          <p:nvPr/>
        </p:nvSpPr>
        <p:spPr>
          <a:xfrm>
            <a:off x="7495775" y="3612525"/>
            <a:ext cx="1648225" cy="129975"/>
          </a:xfrm>
          <a:custGeom>
            <a:avLst/>
            <a:gdLst/>
            <a:ahLst/>
            <a:cxnLst/>
            <a:rect l="l" t="t" r="r" b="b"/>
            <a:pathLst>
              <a:path w="65929" h="5199" extrusionOk="0">
                <a:moveTo>
                  <a:pt x="0" y="1"/>
                </a:moveTo>
                <a:lnTo>
                  <a:pt x="0" y="5198"/>
                </a:lnTo>
                <a:lnTo>
                  <a:pt x="65929" y="5198"/>
                </a:lnTo>
                <a:lnTo>
                  <a:pt x="65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32"/>
          <p:cNvSpPr/>
          <p:nvPr/>
        </p:nvSpPr>
        <p:spPr>
          <a:xfrm>
            <a:off x="7495775" y="3892175"/>
            <a:ext cx="1648225" cy="129950"/>
          </a:xfrm>
          <a:custGeom>
            <a:avLst/>
            <a:gdLst/>
            <a:ahLst/>
            <a:cxnLst/>
            <a:rect l="l" t="t" r="r" b="b"/>
            <a:pathLst>
              <a:path w="65929" h="5198" extrusionOk="0">
                <a:moveTo>
                  <a:pt x="0" y="0"/>
                </a:moveTo>
                <a:lnTo>
                  <a:pt x="0" y="5198"/>
                </a:lnTo>
                <a:lnTo>
                  <a:pt x="65929" y="5198"/>
                </a:lnTo>
                <a:lnTo>
                  <a:pt x="6592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2"/>
          <p:cNvSpPr/>
          <p:nvPr/>
        </p:nvSpPr>
        <p:spPr>
          <a:xfrm>
            <a:off x="7495775" y="4170300"/>
            <a:ext cx="1648225" cy="129950"/>
          </a:xfrm>
          <a:custGeom>
            <a:avLst/>
            <a:gdLst/>
            <a:ahLst/>
            <a:cxnLst/>
            <a:rect l="l" t="t" r="r" b="b"/>
            <a:pathLst>
              <a:path w="65929" h="5198" extrusionOk="0">
                <a:moveTo>
                  <a:pt x="0" y="0"/>
                </a:moveTo>
                <a:lnTo>
                  <a:pt x="0" y="5198"/>
                </a:lnTo>
                <a:lnTo>
                  <a:pt x="65929" y="5198"/>
                </a:lnTo>
                <a:lnTo>
                  <a:pt x="6592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2"/>
          <p:cNvSpPr/>
          <p:nvPr/>
        </p:nvSpPr>
        <p:spPr>
          <a:xfrm>
            <a:off x="7495775" y="4449175"/>
            <a:ext cx="1648225" cy="129950"/>
          </a:xfrm>
          <a:custGeom>
            <a:avLst/>
            <a:gdLst/>
            <a:ahLst/>
            <a:cxnLst/>
            <a:rect l="l" t="t" r="r" b="b"/>
            <a:pathLst>
              <a:path w="65929" h="5198" extrusionOk="0">
                <a:moveTo>
                  <a:pt x="0" y="0"/>
                </a:moveTo>
                <a:lnTo>
                  <a:pt x="0" y="5198"/>
                </a:lnTo>
                <a:lnTo>
                  <a:pt x="65929" y="5198"/>
                </a:lnTo>
                <a:lnTo>
                  <a:pt x="6592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2"/>
          <p:cNvSpPr/>
          <p:nvPr/>
        </p:nvSpPr>
        <p:spPr>
          <a:xfrm>
            <a:off x="6918250" y="3246275"/>
            <a:ext cx="1557050" cy="1532700"/>
          </a:xfrm>
          <a:custGeom>
            <a:avLst/>
            <a:gdLst/>
            <a:ahLst/>
            <a:cxnLst/>
            <a:rect l="l" t="t" r="r" b="b"/>
            <a:pathLst>
              <a:path w="62282" h="61308" extrusionOk="0">
                <a:moveTo>
                  <a:pt x="31126" y="0"/>
                </a:moveTo>
                <a:lnTo>
                  <a:pt x="25746" y="16748"/>
                </a:lnTo>
                <a:lnTo>
                  <a:pt x="10791" y="7386"/>
                </a:lnTo>
                <a:lnTo>
                  <a:pt x="10791" y="7386"/>
                </a:lnTo>
                <a:lnTo>
                  <a:pt x="17448" y="23709"/>
                </a:lnTo>
                <a:lnTo>
                  <a:pt x="1" y="26140"/>
                </a:lnTo>
                <a:lnTo>
                  <a:pt x="15563" y="34377"/>
                </a:lnTo>
                <a:lnTo>
                  <a:pt x="3770" y="47417"/>
                </a:lnTo>
                <a:lnTo>
                  <a:pt x="3770" y="47417"/>
                </a:lnTo>
                <a:lnTo>
                  <a:pt x="20974" y="43709"/>
                </a:lnTo>
                <a:lnTo>
                  <a:pt x="20335" y="61308"/>
                </a:lnTo>
                <a:lnTo>
                  <a:pt x="31126" y="47417"/>
                </a:lnTo>
                <a:lnTo>
                  <a:pt x="41947" y="61308"/>
                </a:lnTo>
                <a:lnTo>
                  <a:pt x="41947" y="61308"/>
                </a:lnTo>
                <a:lnTo>
                  <a:pt x="41308" y="43709"/>
                </a:lnTo>
                <a:lnTo>
                  <a:pt x="58512" y="47417"/>
                </a:lnTo>
                <a:lnTo>
                  <a:pt x="46719" y="34377"/>
                </a:lnTo>
                <a:lnTo>
                  <a:pt x="62282" y="26140"/>
                </a:lnTo>
                <a:lnTo>
                  <a:pt x="44834" y="23709"/>
                </a:lnTo>
                <a:lnTo>
                  <a:pt x="51461" y="7386"/>
                </a:lnTo>
                <a:lnTo>
                  <a:pt x="36567" y="16748"/>
                </a:lnTo>
                <a:lnTo>
                  <a:pt x="3112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" name="Google Shape;395;p32"/>
          <p:cNvGrpSpPr/>
          <p:nvPr/>
        </p:nvGrpSpPr>
        <p:grpSpPr>
          <a:xfrm>
            <a:off x="188850" y="4243750"/>
            <a:ext cx="778900" cy="729500"/>
            <a:chOff x="5594600" y="3798225"/>
            <a:chExt cx="778900" cy="729500"/>
          </a:xfrm>
        </p:grpSpPr>
        <p:sp>
          <p:nvSpPr>
            <p:cNvPr id="396" name="Google Shape;396;p32"/>
            <p:cNvSpPr/>
            <p:nvPr/>
          </p:nvSpPr>
          <p:spPr>
            <a:xfrm>
              <a:off x="5594600" y="4156875"/>
              <a:ext cx="778900" cy="370850"/>
            </a:xfrm>
            <a:custGeom>
              <a:avLst/>
              <a:gdLst/>
              <a:ahLst/>
              <a:cxnLst/>
              <a:rect l="l" t="t" r="r" b="b"/>
              <a:pathLst>
                <a:path w="31156" h="14834" extrusionOk="0">
                  <a:moveTo>
                    <a:pt x="15563" y="1"/>
                  </a:moveTo>
                  <a:cubicBezTo>
                    <a:pt x="7204" y="1"/>
                    <a:pt x="426" y="6597"/>
                    <a:pt x="0" y="14834"/>
                  </a:cubicBezTo>
                  <a:lnTo>
                    <a:pt x="31156" y="14834"/>
                  </a:lnTo>
                  <a:cubicBezTo>
                    <a:pt x="30730" y="6597"/>
                    <a:pt x="23922" y="1"/>
                    <a:pt x="15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2"/>
            <p:cNvSpPr/>
            <p:nvPr/>
          </p:nvSpPr>
          <p:spPr>
            <a:xfrm>
              <a:off x="5594600" y="3798225"/>
              <a:ext cx="778900" cy="370075"/>
            </a:xfrm>
            <a:custGeom>
              <a:avLst/>
              <a:gdLst/>
              <a:ahLst/>
              <a:cxnLst/>
              <a:rect l="l" t="t" r="r" b="b"/>
              <a:pathLst>
                <a:path w="31156" h="14803" extrusionOk="0">
                  <a:moveTo>
                    <a:pt x="15563" y="0"/>
                  </a:moveTo>
                  <a:cubicBezTo>
                    <a:pt x="7204" y="0"/>
                    <a:pt x="426" y="6566"/>
                    <a:pt x="0" y="14803"/>
                  </a:cubicBezTo>
                  <a:lnTo>
                    <a:pt x="31156" y="14803"/>
                  </a:lnTo>
                  <a:cubicBezTo>
                    <a:pt x="30730" y="6566"/>
                    <a:pt x="23922" y="0"/>
                    <a:pt x="155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5" r:id="rId5"/>
    <p:sldLayoutId id="2147483657" r:id="rId6"/>
    <p:sldLayoutId id="2147483658" r:id="rId7"/>
    <p:sldLayoutId id="2147483659" r:id="rId8"/>
    <p:sldLayoutId id="2147483669" r:id="rId9"/>
    <p:sldLayoutId id="2147483674" r:id="rId10"/>
    <p:sldLayoutId id="2147483677" r:id="rId11"/>
    <p:sldLayoutId id="2147483678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smj.187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"/>
          <p:cNvSpPr/>
          <p:nvPr/>
        </p:nvSpPr>
        <p:spPr>
          <a:xfrm>
            <a:off x="370150" y="3076800"/>
            <a:ext cx="3577600" cy="2544150"/>
          </a:xfrm>
          <a:custGeom>
            <a:avLst/>
            <a:gdLst/>
            <a:ahLst/>
            <a:cxnLst/>
            <a:rect l="l" t="t" r="r" b="b"/>
            <a:pathLst>
              <a:path w="143104" h="101766" extrusionOk="0">
                <a:moveTo>
                  <a:pt x="52828" y="1"/>
                </a:moveTo>
                <a:lnTo>
                  <a:pt x="0" y="92434"/>
                </a:lnTo>
                <a:lnTo>
                  <a:pt x="143103" y="101765"/>
                </a:lnTo>
                <a:lnTo>
                  <a:pt x="5282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6"/>
          <p:cNvSpPr/>
          <p:nvPr/>
        </p:nvSpPr>
        <p:spPr>
          <a:xfrm>
            <a:off x="-439687" y="766513"/>
            <a:ext cx="1781975" cy="3338225"/>
          </a:xfrm>
          <a:custGeom>
            <a:avLst/>
            <a:gdLst/>
            <a:ahLst/>
            <a:cxnLst/>
            <a:rect l="l" t="t" r="r" b="b"/>
            <a:pathLst>
              <a:path w="71279" h="133529" fill="none" extrusionOk="0">
                <a:moveTo>
                  <a:pt x="10700" y="133529"/>
                </a:moveTo>
                <a:cubicBezTo>
                  <a:pt x="4773" y="131705"/>
                  <a:pt x="1" y="126173"/>
                  <a:pt x="1" y="121127"/>
                </a:cubicBezTo>
                <a:cubicBezTo>
                  <a:pt x="1" y="116051"/>
                  <a:pt x="4773" y="113437"/>
                  <a:pt x="10700" y="115231"/>
                </a:cubicBezTo>
                <a:lnTo>
                  <a:pt x="60549" y="130246"/>
                </a:lnTo>
                <a:cubicBezTo>
                  <a:pt x="66476" y="132070"/>
                  <a:pt x="71279" y="129395"/>
                  <a:pt x="71279" y="124349"/>
                </a:cubicBezTo>
                <a:cubicBezTo>
                  <a:pt x="71279" y="119304"/>
                  <a:pt x="66476" y="113741"/>
                  <a:pt x="60549" y="111918"/>
                </a:cubicBezTo>
                <a:lnTo>
                  <a:pt x="10700" y="96720"/>
                </a:lnTo>
                <a:cubicBezTo>
                  <a:pt x="4773" y="94896"/>
                  <a:pt x="1" y="89364"/>
                  <a:pt x="1" y="84288"/>
                </a:cubicBezTo>
                <a:cubicBezTo>
                  <a:pt x="1" y="79242"/>
                  <a:pt x="4773" y="76628"/>
                  <a:pt x="10700" y="78422"/>
                </a:cubicBezTo>
                <a:lnTo>
                  <a:pt x="60549" y="93407"/>
                </a:lnTo>
                <a:cubicBezTo>
                  <a:pt x="66476" y="95230"/>
                  <a:pt x="71279" y="92586"/>
                  <a:pt x="71279" y="87540"/>
                </a:cubicBezTo>
                <a:cubicBezTo>
                  <a:pt x="71279" y="82464"/>
                  <a:pt x="66476" y="76932"/>
                  <a:pt x="60549" y="75108"/>
                </a:cubicBezTo>
                <a:lnTo>
                  <a:pt x="10700" y="59911"/>
                </a:lnTo>
                <a:cubicBezTo>
                  <a:pt x="4773" y="58087"/>
                  <a:pt x="1" y="52525"/>
                  <a:pt x="1" y="47479"/>
                </a:cubicBezTo>
                <a:cubicBezTo>
                  <a:pt x="1" y="42433"/>
                  <a:pt x="4773" y="39819"/>
                  <a:pt x="10700" y="41582"/>
                </a:cubicBezTo>
                <a:lnTo>
                  <a:pt x="60549" y="56598"/>
                </a:lnTo>
                <a:cubicBezTo>
                  <a:pt x="66476" y="58421"/>
                  <a:pt x="71279" y="55777"/>
                  <a:pt x="71279" y="50701"/>
                </a:cubicBezTo>
                <a:cubicBezTo>
                  <a:pt x="71279" y="45655"/>
                  <a:pt x="66476" y="40123"/>
                  <a:pt x="60549" y="38299"/>
                </a:cubicBezTo>
                <a:lnTo>
                  <a:pt x="10700" y="23102"/>
                </a:lnTo>
                <a:cubicBezTo>
                  <a:pt x="4773" y="21278"/>
                  <a:pt x="1" y="15716"/>
                  <a:pt x="1" y="10670"/>
                </a:cubicBezTo>
                <a:cubicBezTo>
                  <a:pt x="1" y="5624"/>
                  <a:pt x="4773" y="2980"/>
                  <a:pt x="10700" y="4773"/>
                </a:cubicBezTo>
                <a:lnTo>
                  <a:pt x="60549" y="19789"/>
                </a:lnTo>
                <a:cubicBezTo>
                  <a:pt x="66476" y="21612"/>
                  <a:pt x="71279" y="18937"/>
                  <a:pt x="71279" y="13892"/>
                </a:cubicBezTo>
                <a:cubicBezTo>
                  <a:pt x="71279" y="8846"/>
                  <a:pt x="67662" y="4469"/>
                  <a:pt x="60549" y="1460"/>
                </a:cubicBezTo>
                <a:lnTo>
                  <a:pt x="56537" y="1"/>
                </a:lnTo>
              </a:path>
            </a:pathLst>
          </a:custGeom>
          <a:noFill/>
          <a:ln w="94975" cap="flat" cmpd="sng">
            <a:solidFill>
              <a:schemeClr val="dk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6"/>
          <p:cNvSpPr txBox="1">
            <a:spLocks noGrp="1"/>
          </p:cNvSpPr>
          <p:nvPr>
            <p:ph type="ctrTitle"/>
          </p:nvPr>
        </p:nvSpPr>
        <p:spPr>
          <a:xfrm>
            <a:off x="761400" y="1693650"/>
            <a:ext cx="7713900" cy="93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Unidad 2:Modelo de negocio y experimentación </a:t>
            </a:r>
            <a:endParaRPr sz="4800" dirty="0"/>
          </a:p>
        </p:txBody>
      </p:sp>
      <p:sp>
        <p:nvSpPr>
          <p:cNvPr id="411" name="Google Shape;411;p36"/>
          <p:cNvSpPr txBox="1">
            <a:spLocks noGrp="1"/>
          </p:cNvSpPr>
          <p:nvPr>
            <p:ph type="subTitle" idx="1"/>
          </p:nvPr>
        </p:nvSpPr>
        <p:spPr>
          <a:xfrm>
            <a:off x="2324818" y="3055137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MX" dirty="0"/>
              <a:t>Docente Formación Integral: Estefanía González C.</a:t>
            </a:r>
          </a:p>
          <a:p>
            <a:pPr marL="0" indent="0"/>
            <a:r>
              <a:rPr lang="es-MX" dirty="0"/>
              <a:t>Innovación y Emprendimiento I</a:t>
            </a:r>
          </a:p>
        </p:txBody>
      </p:sp>
      <p:grpSp>
        <p:nvGrpSpPr>
          <p:cNvPr id="412" name="Google Shape;412;p36"/>
          <p:cNvGrpSpPr/>
          <p:nvPr/>
        </p:nvGrpSpPr>
        <p:grpSpPr>
          <a:xfrm>
            <a:off x="5720700" y="4170288"/>
            <a:ext cx="356400" cy="704425"/>
            <a:chOff x="2160650" y="2234375"/>
            <a:chExt cx="356400" cy="704425"/>
          </a:xfrm>
        </p:grpSpPr>
        <p:sp>
          <p:nvSpPr>
            <p:cNvPr id="413" name="Google Shape;413;p36"/>
            <p:cNvSpPr/>
            <p:nvPr/>
          </p:nvSpPr>
          <p:spPr>
            <a:xfrm>
              <a:off x="2160650" y="223437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0" y="0"/>
                  </a:moveTo>
                  <a:lnTo>
                    <a:pt x="0" y="9392"/>
                  </a:lnTo>
                  <a:lnTo>
                    <a:pt x="3556" y="9392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6"/>
            <p:cNvSpPr/>
            <p:nvPr/>
          </p:nvSpPr>
          <p:spPr>
            <a:xfrm>
              <a:off x="2160650" y="270397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0" y="1"/>
                  </a:moveTo>
                  <a:lnTo>
                    <a:pt x="0" y="9393"/>
                  </a:lnTo>
                  <a:lnTo>
                    <a:pt x="3556" y="9393"/>
                  </a:lnTo>
                  <a:lnTo>
                    <a:pt x="35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6"/>
            <p:cNvSpPr/>
            <p:nvPr/>
          </p:nvSpPr>
          <p:spPr>
            <a:xfrm>
              <a:off x="2250300" y="2466900"/>
              <a:ext cx="88950" cy="234825"/>
            </a:xfrm>
            <a:custGeom>
              <a:avLst/>
              <a:gdLst/>
              <a:ahLst/>
              <a:cxnLst/>
              <a:rect l="l" t="t" r="r" b="b"/>
              <a:pathLst>
                <a:path w="3558" h="9393" extrusionOk="0">
                  <a:moveTo>
                    <a:pt x="1" y="0"/>
                  </a:moveTo>
                  <a:lnTo>
                    <a:pt x="1" y="9392"/>
                  </a:lnTo>
                  <a:lnTo>
                    <a:pt x="3557" y="9392"/>
                  </a:lnTo>
                  <a:lnTo>
                    <a:pt x="3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2339225" y="223437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0" y="0"/>
                  </a:moveTo>
                  <a:lnTo>
                    <a:pt x="0" y="9392"/>
                  </a:lnTo>
                  <a:lnTo>
                    <a:pt x="3556" y="9392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2339225" y="270397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0" y="1"/>
                  </a:moveTo>
                  <a:lnTo>
                    <a:pt x="0" y="9393"/>
                  </a:lnTo>
                  <a:lnTo>
                    <a:pt x="3556" y="9393"/>
                  </a:lnTo>
                  <a:lnTo>
                    <a:pt x="35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2427375" y="2466900"/>
              <a:ext cx="89675" cy="234825"/>
            </a:xfrm>
            <a:custGeom>
              <a:avLst/>
              <a:gdLst/>
              <a:ahLst/>
              <a:cxnLst/>
              <a:rect l="l" t="t" r="r" b="b"/>
              <a:pathLst>
                <a:path w="3587" h="9393" extrusionOk="0">
                  <a:moveTo>
                    <a:pt x="0" y="0"/>
                  </a:moveTo>
                  <a:lnTo>
                    <a:pt x="0" y="9392"/>
                  </a:lnTo>
                  <a:lnTo>
                    <a:pt x="3587" y="9392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9" name="Google Shape;419;p36"/>
          <p:cNvSpPr/>
          <p:nvPr/>
        </p:nvSpPr>
        <p:spPr>
          <a:xfrm>
            <a:off x="7495775" y="3612525"/>
            <a:ext cx="1648225" cy="129975"/>
          </a:xfrm>
          <a:custGeom>
            <a:avLst/>
            <a:gdLst/>
            <a:ahLst/>
            <a:cxnLst/>
            <a:rect l="l" t="t" r="r" b="b"/>
            <a:pathLst>
              <a:path w="65929" h="5199" extrusionOk="0">
                <a:moveTo>
                  <a:pt x="0" y="1"/>
                </a:moveTo>
                <a:lnTo>
                  <a:pt x="0" y="5198"/>
                </a:lnTo>
                <a:lnTo>
                  <a:pt x="65929" y="5198"/>
                </a:lnTo>
                <a:lnTo>
                  <a:pt x="65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6"/>
          <p:cNvSpPr/>
          <p:nvPr/>
        </p:nvSpPr>
        <p:spPr>
          <a:xfrm>
            <a:off x="7495775" y="3892175"/>
            <a:ext cx="1648225" cy="129950"/>
          </a:xfrm>
          <a:custGeom>
            <a:avLst/>
            <a:gdLst/>
            <a:ahLst/>
            <a:cxnLst/>
            <a:rect l="l" t="t" r="r" b="b"/>
            <a:pathLst>
              <a:path w="65929" h="5198" extrusionOk="0">
                <a:moveTo>
                  <a:pt x="0" y="0"/>
                </a:moveTo>
                <a:lnTo>
                  <a:pt x="0" y="5198"/>
                </a:lnTo>
                <a:lnTo>
                  <a:pt x="65929" y="5198"/>
                </a:lnTo>
                <a:lnTo>
                  <a:pt x="6592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36"/>
          <p:cNvSpPr/>
          <p:nvPr/>
        </p:nvSpPr>
        <p:spPr>
          <a:xfrm>
            <a:off x="7495775" y="4170300"/>
            <a:ext cx="1648225" cy="129950"/>
          </a:xfrm>
          <a:custGeom>
            <a:avLst/>
            <a:gdLst/>
            <a:ahLst/>
            <a:cxnLst/>
            <a:rect l="l" t="t" r="r" b="b"/>
            <a:pathLst>
              <a:path w="65929" h="5198" extrusionOk="0">
                <a:moveTo>
                  <a:pt x="0" y="0"/>
                </a:moveTo>
                <a:lnTo>
                  <a:pt x="0" y="5198"/>
                </a:lnTo>
                <a:lnTo>
                  <a:pt x="65929" y="5198"/>
                </a:lnTo>
                <a:lnTo>
                  <a:pt x="6592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36"/>
          <p:cNvSpPr/>
          <p:nvPr/>
        </p:nvSpPr>
        <p:spPr>
          <a:xfrm>
            <a:off x="7495775" y="4449175"/>
            <a:ext cx="1648225" cy="129950"/>
          </a:xfrm>
          <a:custGeom>
            <a:avLst/>
            <a:gdLst/>
            <a:ahLst/>
            <a:cxnLst/>
            <a:rect l="l" t="t" r="r" b="b"/>
            <a:pathLst>
              <a:path w="65929" h="5198" extrusionOk="0">
                <a:moveTo>
                  <a:pt x="0" y="0"/>
                </a:moveTo>
                <a:lnTo>
                  <a:pt x="0" y="5198"/>
                </a:lnTo>
                <a:lnTo>
                  <a:pt x="65929" y="5198"/>
                </a:lnTo>
                <a:lnTo>
                  <a:pt x="6592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36"/>
          <p:cNvSpPr/>
          <p:nvPr/>
        </p:nvSpPr>
        <p:spPr>
          <a:xfrm>
            <a:off x="6918250" y="3246275"/>
            <a:ext cx="1557050" cy="1532700"/>
          </a:xfrm>
          <a:custGeom>
            <a:avLst/>
            <a:gdLst/>
            <a:ahLst/>
            <a:cxnLst/>
            <a:rect l="l" t="t" r="r" b="b"/>
            <a:pathLst>
              <a:path w="62282" h="61308" extrusionOk="0">
                <a:moveTo>
                  <a:pt x="31126" y="0"/>
                </a:moveTo>
                <a:lnTo>
                  <a:pt x="25746" y="16748"/>
                </a:lnTo>
                <a:lnTo>
                  <a:pt x="10791" y="7386"/>
                </a:lnTo>
                <a:lnTo>
                  <a:pt x="10791" y="7386"/>
                </a:lnTo>
                <a:lnTo>
                  <a:pt x="17448" y="23709"/>
                </a:lnTo>
                <a:lnTo>
                  <a:pt x="1" y="26140"/>
                </a:lnTo>
                <a:lnTo>
                  <a:pt x="15563" y="34377"/>
                </a:lnTo>
                <a:lnTo>
                  <a:pt x="3770" y="47417"/>
                </a:lnTo>
                <a:lnTo>
                  <a:pt x="3770" y="47417"/>
                </a:lnTo>
                <a:lnTo>
                  <a:pt x="20974" y="43709"/>
                </a:lnTo>
                <a:lnTo>
                  <a:pt x="20335" y="61308"/>
                </a:lnTo>
                <a:lnTo>
                  <a:pt x="31126" y="47417"/>
                </a:lnTo>
                <a:lnTo>
                  <a:pt x="41947" y="61308"/>
                </a:lnTo>
                <a:lnTo>
                  <a:pt x="41947" y="61308"/>
                </a:lnTo>
                <a:lnTo>
                  <a:pt x="41308" y="43709"/>
                </a:lnTo>
                <a:lnTo>
                  <a:pt x="58512" y="47417"/>
                </a:lnTo>
                <a:lnTo>
                  <a:pt x="46719" y="34377"/>
                </a:lnTo>
                <a:lnTo>
                  <a:pt x="62282" y="26140"/>
                </a:lnTo>
                <a:lnTo>
                  <a:pt x="44834" y="23709"/>
                </a:lnTo>
                <a:lnTo>
                  <a:pt x="51461" y="7386"/>
                </a:lnTo>
                <a:lnTo>
                  <a:pt x="36567" y="16748"/>
                </a:lnTo>
                <a:lnTo>
                  <a:pt x="3112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4" name="Google Shape;424;p36"/>
          <p:cNvGrpSpPr/>
          <p:nvPr/>
        </p:nvGrpSpPr>
        <p:grpSpPr>
          <a:xfrm>
            <a:off x="232600" y="199047"/>
            <a:ext cx="2439963" cy="922588"/>
            <a:chOff x="232600" y="199047"/>
            <a:chExt cx="2439963" cy="922588"/>
          </a:xfrm>
        </p:grpSpPr>
        <p:grpSp>
          <p:nvGrpSpPr>
            <p:cNvPr id="425" name="Google Shape;425;p36"/>
            <p:cNvGrpSpPr/>
            <p:nvPr/>
          </p:nvGrpSpPr>
          <p:grpSpPr>
            <a:xfrm>
              <a:off x="232600" y="199047"/>
              <a:ext cx="2439963" cy="922588"/>
              <a:chOff x="402250" y="662325"/>
              <a:chExt cx="2439963" cy="934835"/>
            </a:xfrm>
          </p:grpSpPr>
          <p:sp>
            <p:nvSpPr>
              <p:cNvPr id="426" name="Google Shape;426;p36"/>
              <p:cNvSpPr/>
              <p:nvPr/>
            </p:nvSpPr>
            <p:spPr>
              <a:xfrm>
                <a:off x="402250" y="662325"/>
                <a:ext cx="2438525" cy="933036"/>
              </a:xfrm>
              <a:custGeom>
                <a:avLst/>
                <a:gdLst/>
                <a:ahLst/>
                <a:cxnLst/>
                <a:rect l="l" t="t" r="r" b="b"/>
                <a:pathLst>
                  <a:path w="97541" h="37813" extrusionOk="0">
                    <a:moveTo>
                      <a:pt x="0" y="0"/>
                    </a:moveTo>
                    <a:lnTo>
                      <a:pt x="0" y="37812"/>
                    </a:lnTo>
                    <a:lnTo>
                      <a:pt x="97540" y="37812"/>
                    </a:lnTo>
                    <a:lnTo>
                      <a:pt x="9754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36"/>
              <p:cNvSpPr/>
              <p:nvPr/>
            </p:nvSpPr>
            <p:spPr>
              <a:xfrm>
                <a:off x="403000" y="662328"/>
                <a:ext cx="2439213" cy="934832"/>
              </a:xfrm>
              <a:custGeom>
                <a:avLst/>
                <a:gdLst/>
                <a:ahLst/>
                <a:cxnLst/>
                <a:rect l="l" t="t" r="r" b="b"/>
                <a:pathLst>
                  <a:path w="97510" h="37813" extrusionOk="0">
                    <a:moveTo>
                      <a:pt x="0" y="0"/>
                    </a:moveTo>
                    <a:cubicBezTo>
                      <a:pt x="0" y="20882"/>
                      <a:pt x="16900" y="37812"/>
                      <a:pt x="37782" y="37812"/>
                    </a:cubicBezTo>
                    <a:lnTo>
                      <a:pt x="97510" y="37812"/>
                    </a:lnTo>
                    <a:cubicBezTo>
                      <a:pt x="97510" y="16931"/>
                      <a:pt x="80579" y="0"/>
                      <a:pt x="597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8" name="Google Shape;428;p36"/>
            <p:cNvGrpSpPr/>
            <p:nvPr/>
          </p:nvGrpSpPr>
          <p:grpSpPr>
            <a:xfrm>
              <a:off x="1315825" y="534925"/>
              <a:ext cx="272825" cy="249275"/>
              <a:chOff x="1485850" y="961550"/>
              <a:chExt cx="272825" cy="249275"/>
            </a:xfrm>
          </p:grpSpPr>
          <p:sp>
            <p:nvSpPr>
              <p:cNvPr id="429" name="Google Shape;429;p36"/>
              <p:cNvSpPr/>
              <p:nvPr/>
            </p:nvSpPr>
            <p:spPr>
              <a:xfrm>
                <a:off x="1485850" y="961550"/>
                <a:ext cx="272825" cy="249275"/>
              </a:xfrm>
              <a:custGeom>
                <a:avLst/>
                <a:gdLst/>
                <a:ahLst/>
                <a:cxnLst/>
                <a:rect l="l" t="t" r="r" b="b"/>
                <a:pathLst>
                  <a:path w="10913" h="9971" extrusionOk="0">
                    <a:moveTo>
                      <a:pt x="5457" y="1"/>
                    </a:moveTo>
                    <a:cubicBezTo>
                      <a:pt x="4188" y="1"/>
                      <a:pt x="2919" y="487"/>
                      <a:pt x="1946" y="1460"/>
                    </a:cubicBezTo>
                    <a:cubicBezTo>
                      <a:pt x="1" y="3405"/>
                      <a:pt x="1" y="6566"/>
                      <a:pt x="1946" y="8511"/>
                    </a:cubicBezTo>
                    <a:cubicBezTo>
                      <a:pt x="2919" y="9484"/>
                      <a:pt x="4188" y="9970"/>
                      <a:pt x="5457" y="9970"/>
                    </a:cubicBezTo>
                    <a:cubicBezTo>
                      <a:pt x="6726" y="9970"/>
                      <a:pt x="7995" y="9484"/>
                      <a:pt x="8967" y="8511"/>
                    </a:cubicBezTo>
                    <a:cubicBezTo>
                      <a:pt x="10913" y="6566"/>
                      <a:pt x="10913" y="3405"/>
                      <a:pt x="8967" y="1460"/>
                    </a:cubicBezTo>
                    <a:cubicBezTo>
                      <a:pt x="7995" y="487"/>
                      <a:pt x="6726" y="1"/>
                      <a:pt x="54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6"/>
              <p:cNvSpPr/>
              <p:nvPr/>
            </p:nvSpPr>
            <p:spPr>
              <a:xfrm>
                <a:off x="1588450" y="1052750"/>
                <a:ext cx="66875" cy="66875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2675" extrusionOk="0">
                    <a:moveTo>
                      <a:pt x="1338" y="0"/>
                    </a:moveTo>
                    <a:cubicBezTo>
                      <a:pt x="608" y="0"/>
                      <a:pt x="0" y="608"/>
                      <a:pt x="0" y="1337"/>
                    </a:cubicBezTo>
                    <a:cubicBezTo>
                      <a:pt x="0" y="2067"/>
                      <a:pt x="608" y="2675"/>
                      <a:pt x="1338" y="2675"/>
                    </a:cubicBezTo>
                    <a:cubicBezTo>
                      <a:pt x="2067" y="2675"/>
                      <a:pt x="2675" y="2067"/>
                      <a:pt x="2675" y="1337"/>
                    </a:cubicBezTo>
                    <a:cubicBezTo>
                      <a:pt x="2675" y="608"/>
                      <a:pt x="2067" y="0"/>
                      <a:pt x="13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31" name="Google Shape;431;p36"/>
          <p:cNvSpPr/>
          <p:nvPr/>
        </p:nvSpPr>
        <p:spPr>
          <a:xfrm>
            <a:off x="1021650" y="3502625"/>
            <a:ext cx="3551750" cy="2374675"/>
          </a:xfrm>
          <a:custGeom>
            <a:avLst/>
            <a:gdLst/>
            <a:ahLst/>
            <a:cxnLst/>
            <a:rect l="l" t="t" r="r" b="b"/>
            <a:pathLst>
              <a:path w="142070" h="94987" fill="none" extrusionOk="0">
                <a:moveTo>
                  <a:pt x="112434" y="91977"/>
                </a:moveTo>
                <a:cubicBezTo>
                  <a:pt x="123589" y="86141"/>
                  <a:pt x="130246" y="74196"/>
                  <a:pt x="134349" y="62311"/>
                </a:cubicBezTo>
                <a:cubicBezTo>
                  <a:pt x="140246" y="45199"/>
                  <a:pt x="142070" y="25563"/>
                  <a:pt x="133529" y="9605"/>
                </a:cubicBezTo>
                <a:cubicBezTo>
                  <a:pt x="131948" y="6566"/>
                  <a:pt x="129820" y="3617"/>
                  <a:pt x="126690" y="2189"/>
                </a:cubicBezTo>
                <a:cubicBezTo>
                  <a:pt x="121826" y="0"/>
                  <a:pt x="116142" y="2280"/>
                  <a:pt x="111583" y="5046"/>
                </a:cubicBezTo>
                <a:cubicBezTo>
                  <a:pt x="100245" y="12007"/>
                  <a:pt x="91339" y="22220"/>
                  <a:pt x="83072" y="32676"/>
                </a:cubicBezTo>
                <a:cubicBezTo>
                  <a:pt x="75412" y="42402"/>
                  <a:pt x="68178" y="52463"/>
                  <a:pt x="61430" y="62889"/>
                </a:cubicBezTo>
                <a:cubicBezTo>
                  <a:pt x="56141" y="71004"/>
                  <a:pt x="51065" y="79485"/>
                  <a:pt x="48785" y="88907"/>
                </a:cubicBezTo>
                <a:cubicBezTo>
                  <a:pt x="48421" y="90245"/>
                  <a:pt x="48208" y="91795"/>
                  <a:pt x="48998" y="92920"/>
                </a:cubicBezTo>
                <a:cubicBezTo>
                  <a:pt x="49484" y="93649"/>
                  <a:pt x="50336" y="94075"/>
                  <a:pt x="51217" y="94257"/>
                </a:cubicBezTo>
                <a:cubicBezTo>
                  <a:pt x="54865" y="94987"/>
                  <a:pt x="57995" y="91673"/>
                  <a:pt x="59971" y="88573"/>
                </a:cubicBezTo>
                <a:cubicBezTo>
                  <a:pt x="69941" y="72767"/>
                  <a:pt x="71065" y="52858"/>
                  <a:pt x="68330" y="34378"/>
                </a:cubicBezTo>
                <a:cubicBezTo>
                  <a:pt x="67479" y="28451"/>
                  <a:pt x="65989" y="22159"/>
                  <a:pt x="61491" y="18116"/>
                </a:cubicBezTo>
                <a:cubicBezTo>
                  <a:pt x="55503" y="12736"/>
                  <a:pt x="45776" y="13405"/>
                  <a:pt x="38937" y="17691"/>
                </a:cubicBezTo>
                <a:cubicBezTo>
                  <a:pt x="32098" y="22007"/>
                  <a:pt x="27539" y="29059"/>
                  <a:pt x="23557" y="36050"/>
                </a:cubicBezTo>
                <a:cubicBezTo>
                  <a:pt x="13466" y="53770"/>
                  <a:pt x="5532" y="72646"/>
                  <a:pt x="0" y="92251"/>
                </a:cubicBezTo>
              </a:path>
            </a:pathLst>
          </a:custGeom>
          <a:noFill/>
          <a:ln w="9875" cap="flat" cmpd="sng">
            <a:solidFill>
              <a:schemeClr val="dk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36"/>
          <p:cNvSpPr/>
          <p:nvPr/>
        </p:nvSpPr>
        <p:spPr>
          <a:xfrm>
            <a:off x="3770175" y="4473000"/>
            <a:ext cx="1199900" cy="747000"/>
          </a:xfrm>
          <a:custGeom>
            <a:avLst/>
            <a:gdLst/>
            <a:ahLst/>
            <a:cxnLst/>
            <a:rect l="l" t="t" r="r" b="b"/>
            <a:pathLst>
              <a:path w="47996" h="29880" extrusionOk="0">
                <a:moveTo>
                  <a:pt x="24104" y="0"/>
                </a:moveTo>
                <a:cubicBezTo>
                  <a:pt x="21126" y="0"/>
                  <a:pt x="18299" y="517"/>
                  <a:pt x="15563" y="1520"/>
                </a:cubicBezTo>
                <a:cubicBezTo>
                  <a:pt x="12858" y="2554"/>
                  <a:pt x="10274" y="4165"/>
                  <a:pt x="7873" y="6323"/>
                </a:cubicBezTo>
                <a:cubicBezTo>
                  <a:pt x="5472" y="8481"/>
                  <a:pt x="3587" y="11520"/>
                  <a:pt x="2128" y="15411"/>
                </a:cubicBezTo>
                <a:cubicBezTo>
                  <a:pt x="730" y="19302"/>
                  <a:pt x="1" y="23831"/>
                  <a:pt x="1" y="28998"/>
                </a:cubicBezTo>
                <a:lnTo>
                  <a:pt x="1" y="29879"/>
                </a:lnTo>
                <a:lnTo>
                  <a:pt x="18147" y="29879"/>
                </a:lnTo>
                <a:lnTo>
                  <a:pt x="18147" y="28998"/>
                </a:lnTo>
                <a:cubicBezTo>
                  <a:pt x="18147" y="24439"/>
                  <a:pt x="18694" y="21065"/>
                  <a:pt x="19879" y="18907"/>
                </a:cubicBezTo>
                <a:cubicBezTo>
                  <a:pt x="21065" y="16748"/>
                  <a:pt x="22433" y="15624"/>
                  <a:pt x="23983" y="15624"/>
                </a:cubicBezTo>
                <a:cubicBezTo>
                  <a:pt x="25685" y="15624"/>
                  <a:pt x="27144" y="16779"/>
                  <a:pt x="28238" y="18998"/>
                </a:cubicBezTo>
                <a:cubicBezTo>
                  <a:pt x="29393" y="21247"/>
                  <a:pt x="29940" y="24560"/>
                  <a:pt x="29940" y="28937"/>
                </a:cubicBezTo>
                <a:lnTo>
                  <a:pt x="29940" y="29879"/>
                </a:lnTo>
                <a:lnTo>
                  <a:pt x="47995" y="29879"/>
                </a:lnTo>
                <a:lnTo>
                  <a:pt x="47995" y="28816"/>
                </a:lnTo>
                <a:cubicBezTo>
                  <a:pt x="47995" y="19393"/>
                  <a:pt x="45746" y="12250"/>
                  <a:pt x="41278" y="7356"/>
                </a:cubicBezTo>
                <a:cubicBezTo>
                  <a:pt x="36779" y="2432"/>
                  <a:pt x="31065" y="0"/>
                  <a:pt x="2410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6"/>
          <p:cNvSpPr/>
          <p:nvPr/>
        </p:nvSpPr>
        <p:spPr>
          <a:xfrm>
            <a:off x="5588525" y="-185125"/>
            <a:ext cx="1589700" cy="1588950"/>
          </a:xfrm>
          <a:custGeom>
            <a:avLst/>
            <a:gdLst/>
            <a:ahLst/>
            <a:cxnLst/>
            <a:rect l="l" t="t" r="r" b="b"/>
            <a:pathLst>
              <a:path w="63588" h="63558" extrusionOk="0">
                <a:moveTo>
                  <a:pt x="0" y="0"/>
                </a:moveTo>
                <a:lnTo>
                  <a:pt x="0" y="63557"/>
                </a:lnTo>
                <a:lnTo>
                  <a:pt x="63588" y="63557"/>
                </a:lnTo>
                <a:lnTo>
                  <a:pt x="6358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4" name="Google Shape;434;p36"/>
          <p:cNvGrpSpPr/>
          <p:nvPr/>
        </p:nvGrpSpPr>
        <p:grpSpPr>
          <a:xfrm>
            <a:off x="6303575" y="393900"/>
            <a:ext cx="1461300" cy="364775"/>
            <a:chOff x="5262525" y="1213075"/>
            <a:chExt cx="1461300" cy="364775"/>
          </a:xfrm>
        </p:grpSpPr>
        <p:sp>
          <p:nvSpPr>
            <p:cNvPr id="435" name="Google Shape;435;p36"/>
            <p:cNvSpPr/>
            <p:nvPr/>
          </p:nvSpPr>
          <p:spPr>
            <a:xfrm>
              <a:off x="6700250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42" y="8815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6637925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1" y="1"/>
                  </a:moveTo>
                  <a:lnTo>
                    <a:pt x="1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6574100" y="1357450"/>
              <a:ext cx="24350" cy="220400"/>
            </a:xfrm>
            <a:custGeom>
              <a:avLst/>
              <a:gdLst/>
              <a:ahLst/>
              <a:cxnLst/>
              <a:rect l="l" t="t" r="r" b="b"/>
              <a:pathLst>
                <a:path w="974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73" y="8815"/>
                  </a:lnTo>
                  <a:lnTo>
                    <a:pt x="9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6512550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6450225" y="1357450"/>
              <a:ext cx="23600" cy="220400"/>
            </a:xfrm>
            <a:custGeom>
              <a:avLst/>
              <a:gdLst/>
              <a:ahLst/>
              <a:cxnLst/>
              <a:rect l="l" t="t" r="r" b="b"/>
              <a:pathLst>
                <a:path w="944" h="8816" extrusionOk="0">
                  <a:moveTo>
                    <a:pt x="1" y="1"/>
                  </a:moveTo>
                  <a:lnTo>
                    <a:pt x="1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6387925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6324850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1" y="1"/>
                  </a:moveTo>
                  <a:lnTo>
                    <a:pt x="1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6262550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42" y="8815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6200225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1" y="1"/>
                  </a:moveTo>
                  <a:lnTo>
                    <a:pt x="1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6137925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6074850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6012525" y="1357450"/>
              <a:ext cx="23600" cy="220400"/>
            </a:xfrm>
            <a:custGeom>
              <a:avLst/>
              <a:gdLst/>
              <a:ahLst/>
              <a:cxnLst/>
              <a:rect l="l" t="t" r="r" b="b"/>
              <a:pathLst>
                <a:path w="944" h="8816" extrusionOk="0">
                  <a:moveTo>
                    <a:pt x="1" y="1"/>
                  </a:moveTo>
                  <a:lnTo>
                    <a:pt x="1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5950225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1" y="1"/>
                  </a:moveTo>
                  <a:lnTo>
                    <a:pt x="1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5887925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42" y="8815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5825600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1" y="1"/>
                  </a:moveTo>
                  <a:lnTo>
                    <a:pt x="1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5762525" y="1357450"/>
              <a:ext cx="23600" cy="220400"/>
            </a:xfrm>
            <a:custGeom>
              <a:avLst/>
              <a:gdLst/>
              <a:ahLst/>
              <a:cxnLst/>
              <a:rect l="l" t="t" r="r" b="b"/>
              <a:pathLst>
                <a:path w="944" h="8816" extrusionOk="0">
                  <a:moveTo>
                    <a:pt x="1" y="1"/>
                  </a:moveTo>
                  <a:lnTo>
                    <a:pt x="1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5700225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5637900" y="1357450"/>
              <a:ext cx="23600" cy="220400"/>
            </a:xfrm>
            <a:custGeom>
              <a:avLst/>
              <a:gdLst/>
              <a:ahLst/>
              <a:cxnLst/>
              <a:rect l="l" t="t" r="r" b="b"/>
              <a:pathLst>
                <a:path w="944" h="8816" extrusionOk="0">
                  <a:moveTo>
                    <a:pt x="1" y="1"/>
                  </a:moveTo>
                  <a:lnTo>
                    <a:pt x="1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5575600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5512525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1" y="1"/>
                  </a:moveTo>
                  <a:lnTo>
                    <a:pt x="1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5450225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42" y="8815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5387900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1" y="1"/>
                  </a:moveTo>
                  <a:lnTo>
                    <a:pt x="1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5325600" y="1357450"/>
              <a:ext cx="24325" cy="220400"/>
            </a:xfrm>
            <a:custGeom>
              <a:avLst/>
              <a:gdLst/>
              <a:ahLst/>
              <a:cxnLst/>
              <a:rect l="l" t="t" r="r" b="b"/>
              <a:pathLst>
                <a:path w="973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73" y="8815"/>
                  </a:lnTo>
                  <a:lnTo>
                    <a:pt x="97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5262525" y="1357450"/>
              <a:ext cx="23575" cy="220400"/>
            </a:xfrm>
            <a:custGeom>
              <a:avLst/>
              <a:gdLst/>
              <a:ahLst/>
              <a:cxnLst/>
              <a:rect l="l" t="t" r="r" b="b"/>
              <a:pathLst>
                <a:path w="943" h="8816" extrusionOk="0">
                  <a:moveTo>
                    <a:pt x="0" y="1"/>
                  </a:moveTo>
                  <a:lnTo>
                    <a:pt x="0" y="8815"/>
                  </a:lnTo>
                  <a:lnTo>
                    <a:pt x="943" y="8815"/>
                  </a:lnTo>
                  <a:lnTo>
                    <a:pt x="9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5262525" y="1343025"/>
              <a:ext cx="1460525" cy="89675"/>
            </a:xfrm>
            <a:custGeom>
              <a:avLst/>
              <a:gdLst/>
              <a:ahLst/>
              <a:cxnLst/>
              <a:rect l="l" t="t" r="r" b="b"/>
              <a:pathLst>
                <a:path w="58421" h="3587" extrusionOk="0">
                  <a:moveTo>
                    <a:pt x="0" y="0"/>
                  </a:moveTo>
                  <a:lnTo>
                    <a:pt x="0" y="3587"/>
                  </a:lnTo>
                  <a:lnTo>
                    <a:pt x="58421" y="3587"/>
                  </a:lnTo>
                  <a:lnTo>
                    <a:pt x="584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5262525" y="1213075"/>
              <a:ext cx="1460525" cy="53975"/>
            </a:xfrm>
            <a:custGeom>
              <a:avLst/>
              <a:gdLst/>
              <a:ahLst/>
              <a:cxnLst/>
              <a:rect l="l" t="t" r="r" b="b"/>
              <a:pathLst>
                <a:path w="58421" h="2159" extrusionOk="0">
                  <a:moveTo>
                    <a:pt x="0" y="0"/>
                  </a:moveTo>
                  <a:lnTo>
                    <a:pt x="0" y="2159"/>
                  </a:lnTo>
                  <a:lnTo>
                    <a:pt x="58421" y="2159"/>
                  </a:lnTo>
                  <a:lnTo>
                    <a:pt x="584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roup 14">
            <a:extLst>
              <a:ext uri="{FF2B5EF4-FFF2-40B4-BE49-F238E27FC236}">
                <a16:creationId xmlns:a16="http://schemas.microsoft.com/office/drawing/2014/main" id="{6982D005-D1BB-4DAB-B269-054D33416B57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550886FF-2F6B-47B4-9755-64AB84CFD206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TextBox 16">
              <a:extLst>
                <a:ext uri="{FF2B5EF4-FFF2-40B4-BE49-F238E27FC236}">
                  <a16:creationId xmlns:a16="http://schemas.microsoft.com/office/drawing/2014/main" id="{C1E67E85-5457-49AF-9807-E7CC6AD41207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8" name="Freeform 17">
            <a:extLst>
              <a:ext uri="{FF2B5EF4-FFF2-40B4-BE49-F238E27FC236}">
                <a16:creationId xmlns:a16="http://schemas.microsoft.com/office/drawing/2014/main" id="{22D35063-F5FB-464C-A4D4-11BB3108EFBD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7"/>
          <p:cNvSpPr txBox="1">
            <a:spLocks noGrp="1"/>
          </p:cNvSpPr>
          <p:nvPr>
            <p:ph type="title"/>
          </p:nvPr>
        </p:nvSpPr>
        <p:spPr>
          <a:xfrm>
            <a:off x="-842986" y="13381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Aprendizaje Esperado</a:t>
            </a:r>
            <a:endParaRPr dirty="0"/>
          </a:p>
        </p:txBody>
      </p:sp>
      <p:sp>
        <p:nvSpPr>
          <p:cNvPr id="467" name="Google Shape;467;p37"/>
          <p:cNvSpPr txBox="1"/>
          <p:nvPr/>
        </p:nvSpPr>
        <p:spPr>
          <a:xfrm>
            <a:off x="720000" y="2092050"/>
            <a:ext cx="77040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Aplicar la herramienta Test </a:t>
            </a:r>
            <a:r>
              <a:rPr lang="es-MX" sz="18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Card</a:t>
            </a:r>
            <a:r>
              <a:rPr lang="es-MX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para diseñar, ejecutar y analizar experimentos orientados a la validación de hipótesis de un modelo de negocio, promoviendo el aprendizaje validado y la toma de decisiones informadas en contextos de incertidumbre.</a:t>
            </a:r>
            <a:endParaRPr sz="18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70" name="Google Shape;470;p37"/>
          <p:cNvGrpSpPr/>
          <p:nvPr/>
        </p:nvGrpSpPr>
        <p:grpSpPr>
          <a:xfrm>
            <a:off x="8699675" y="4787650"/>
            <a:ext cx="192275" cy="174950"/>
            <a:chOff x="5182725" y="3215925"/>
            <a:chExt cx="192275" cy="174950"/>
          </a:xfrm>
        </p:grpSpPr>
        <p:sp>
          <p:nvSpPr>
            <p:cNvPr id="471" name="Google Shape;471;p37"/>
            <p:cNvSpPr/>
            <p:nvPr/>
          </p:nvSpPr>
          <p:spPr>
            <a:xfrm>
              <a:off x="5182725" y="3215925"/>
              <a:ext cx="192275" cy="174950"/>
            </a:xfrm>
            <a:custGeom>
              <a:avLst/>
              <a:gdLst/>
              <a:ahLst/>
              <a:cxnLst/>
              <a:rect l="l" t="t" r="r" b="b"/>
              <a:pathLst>
                <a:path w="7691" h="6998" extrusionOk="0">
                  <a:moveTo>
                    <a:pt x="3824" y="1"/>
                  </a:moveTo>
                  <a:cubicBezTo>
                    <a:pt x="2250" y="1"/>
                    <a:pt x="845" y="1077"/>
                    <a:pt x="457" y="2684"/>
                  </a:cubicBezTo>
                  <a:cubicBezTo>
                    <a:pt x="1" y="4569"/>
                    <a:pt x="1186" y="6453"/>
                    <a:pt x="3071" y="6909"/>
                  </a:cubicBezTo>
                  <a:cubicBezTo>
                    <a:pt x="3330" y="6969"/>
                    <a:pt x="3590" y="6997"/>
                    <a:pt x="3847" y="6997"/>
                  </a:cubicBezTo>
                  <a:cubicBezTo>
                    <a:pt x="5424" y="6997"/>
                    <a:pt x="6873" y="5916"/>
                    <a:pt x="7265" y="4295"/>
                  </a:cubicBezTo>
                  <a:cubicBezTo>
                    <a:pt x="7691" y="2410"/>
                    <a:pt x="6536" y="526"/>
                    <a:pt x="4651" y="100"/>
                  </a:cubicBezTo>
                  <a:cubicBezTo>
                    <a:pt x="4373" y="33"/>
                    <a:pt x="4096" y="1"/>
                    <a:pt x="3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7"/>
            <p:cNvSpPr/>
            <p:nvPr/>
          </p:nvSpPr>
          <p:spPr>
            <a:xfrm>
              <a:off x="5248075" y="3271625"/>
              <a:ext cx="62350" cy="63075"/>
            </a:xfrm>
            <a:custGeom>
              <a:avLst/>
              <a:gdLst/>
              <a:ahLst/>
              <a:cxnLst/>
              <a:rect l="l" t="t" r="r" b="b"/>
              <a:pathLst>
                <a:path w="2494" h="2523" extrusionOk="0">
                  <a:moveTo>
                    <a:pt x="1247" y="0"/>
                  </a:moveTo>
                  <a:cubicBezTo>
                    <a:pt x="548" y="0"/>
                    <a:pt x="1" y="578"/>
                    <a:pt x="1" y="1277"/>
                  </a:cubicBezTo>
                  <a:cubicBezTo>
                    <a:pt x="1" y="1945"/>
                    <a:pt x="548" y="2523"/>
                    <a:pt x="1247" y="2523"/>
                  </a:cubicBezTo>
                  <a:cubicBezTo>
                    <a:pt x="1916" y="2523"/>
                    <a:pt x="2493" y="1945"/>
                    <a:pt x="2493" y="1277"/>
                  </a:cubicBezTo>
                  <a:cubicBezTo>
                    <a:pt x="2493" y="578"/>
                    <a:pt x="1916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roup 14">
            <a:extLst>
              <a:ext uri="{FF2B5EF4-FFF2-40B4-BE49-F238E27FC236}">
                <a16:creationId xmlns:a16="http://schemas.microsoft.com/office/drawing/2014/main" id="{BA24DCC5-3729-4D09-9E03-8DC9921907E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DE8C737D-ABDE-4220-86D9-1562063620AF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6">
              <a:extLst>
                <a:ext uri="{FF2B5EF4-FFF2-40B4-BE49-F238E27FC236}">
                  <a16:creationId xmlns:a16="http://schemas.microsoft.com/office/drawing/2014/main" id="{05610B2B-9EE6-462E-8FE9-8DAD4988953E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7">
            <a:extLst>
              <a:ext uri="{FF2B5EF4-FFF2-40B4-BE49-F238E27FC236}">
                <a16:creationId xmlns:a16="http://schemas.microsoft.com/office/drawing/2014/main" id="{BADAB268-41EF-4CBA-967F-DE7696931FA8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"/>
          <p:cNvSpPr/>
          <p:nvPr/>
        </p:nvSpPr>
        <p:spPr>
          <a:xfrm rot="5400000">
            <a:off x="-383197" y="-223314"/>
            <a:ext cx="2030471" cy="1264073"/>
          </a:xfrm>
          <a:custGeom>
            <a:avLst/>
            <a:gdLst/>
            <a:ahLst/>
            <a:cxnLst/>
            <a:rect l="l" t="t" r="r" b="b"/>
            <a:pathLst>
              <a:path w="47996" h="29880" extrusionOk="0">
                <a:moveTo>
                  <a:pt x="24104" y="0"/>
                </a:moveTo>
                <a:cubicBezTo>
                  <a:pt x="21126" y="0"/>
                  <a:pt x="18299" y="517"/>
                  <a:pt x="15563" y="1520"/>
                </a:cubicBezTo>
                <a:cubicBezTo>
                  <a:pt x="12858" y="2554"/>
                  <a:pt x="10274" y="4165"/>
                  <a:pt x="7873" y="6323"/>
                </a:cubicBezTo>
                <a:cubicBezTo>
                  <a:pt x="5472" y="8481"/>
                  <a:pt x="3587" y="11520"/>
                  <a:pt x="2128" y="15411"/>
                </a:cubicBezTo>
                <a:cubicBezTo>
                  <a:pt x="730" y="19302"/>
                  <a:pt x="1" y="23831"/>
                  <a:pt x="1" y="28998"/>
                </a:cubicBezTo>
                <a:lnTo>
                  <a:pt x="1" y="29879"/>
                </a:lnTo>
                <a:lnTo>
                  <a:pt x="18147" y="29879"/>
                </a:lnTo>
                <a:lnTo>
                  <a:pt x="18147" y="28998"/>
                </a:lnTo>
                <a:cubicBezTo>
                  <a:pt x="18147" y="24439"/>
                  <a:pt x="18694" y="21065"/>
                  <a:pt x="19879" y="18907"/>
                </a:cubicBezTo>
                <a:cubicBezTo>
                  <a:pt x="21065" y="16748"/>
                  <a:pt x="22433" y="15624"/>
                  <a:pt x="23983" y="15624"/>
                </a:cubicBezTo>
                <a:cubicBezTo>
                  <a:pt x="25685" y="15624"/>
                  <a:pt x="27144" y="16779"/>
                  <a:pt x="28238" y="18998"/>
                </a:cubicBezTo>
                <a:cubicBezTo>
                  <a:pt x="29393" y="21247"/>
                  <a:pt x="29940" y="24560"/>
                  <a:pt x="29940" y="28937"/>
                </a:cubicBezTo>
                <a:lnTo>
                  <a:pt x="29940" y="29879"/>
                </a:lnTo>
                <a:lnTo>
                  <a:pt x="47995" y="29879"/>
                </a:lnTo>
                <a:lnTo>
                  <a:pt x="47995" y="28816"/>
                </a:lnTo>
                <a:cubicBezTo>
                  <a:pt x="47995" y="19393"/>
                  <a:pt x="45746" y="12250"/>
                  <a:pt x="41278" y="7356"/>
                </a:cubicBezTo>
                <a:cubicBezTo>
                  <a:pt x="36779" y="2432"/>
                  <a:pt x="31065" y="0"/>
                  <a:pt x="241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8" name="Google Shape;478;p38"/>
          <p:cNvGrpSpPr/>
          <p:nvPr/>
        </p:nvGrpSpPr>
        <p:grpSpPr>
          <a:xfrm>
            <a:off x="7657685" y="-487555"/>
            <a:ext cx="1970069" cy="1792555"/>
            <a:chOff x="5182725" y="3215925"/>
            <a:chExt cx="192275" cy="174950"/>
          </a:xfrm>
        </p:grpSpPr>
        <p:sp>
          <p:nvSpPr>
            <p:cNvPr id="479" name="Google Shape;479;p38"/>
            <p:cNvSpPr/>
            <p:nvPr/>
          </p:nvSpPr>
          <p:spPr>
            <a:xfrm>
              <a:off x="5182725" y="3215925"/>
              <a:ext cx="192275" cy="174950"/>
            </a:xfrm>
            <a:custGeom>
              <a:avLst/>
              <a:gdLst/>
              <a:ahLst/>
              <a:cxnLst/>
              <a:rect l="l" t="t" r="r" b="b"/>
              <a:pathLst>
                <a:path w="7691" h="6998" extrusionOk="0">
                  <a:moveTo>
                    <a:pt x="3824" y="1"/>
                  </a:moveTo>
                  <a:cubicBezTo>
                    <a:pt x="2250" y="1"/>
                    <a:pt x="845" y="1077"/>
                    <a:pt x="457" y="2684"/>
                  </a:cubicBezTo>
                  <a:cubicBezTo>
                    <a:pt x="1" y="4569"/>
                    <a:pt x="1186" y="6453"/>
                    <a:pt x="3071" y="6909"/>
                  </a:cubicBezTo>
                  <a:cubicBezTo>
                    <a:pt x="3330" y="6969"/>
                    <a:pt x="3590" y="6997"/>
                    <a:pt x="3847" y="6997"/>
                  </a:cubicBezTo>
                  <a:cubicBezTo>
                    <a:pt x="5424" y="6997"/>
                    <a:pt x="6873" y="5916"/>
                    <a:pt x="7265" y="4295"/>
                  </a:cubicBezTo>
                  <a:cubicBezTo>
                    <a:pt x="7691" y="2410"/>
                    <a:pt x="6536" y="526"/>
                    <a:pt x="4651" y="100"/>
                  </a:cubicBezTo>
                  <a:cubicBezTo>
                    <a:pt x="4373" y="33"/>
                    <a:pt x="4096" y="1"/>
                    <a:pt x="38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8"/>
            <p:cNvSpPr/>
            <p:nvPr/>
          </p:nvSpPr>
          <p:spPr>
            <a:xfrm>
              <a:off x="5248075" y="3271625"/>
              <a:ext cx="62350" cy="63075"/>
            </a:xfrm>
            <a:custGeom>
              <a:avLst/>
              <a:gdLst/>
              <a:ahLst/>
              <a:cxnLst/>
              <a:rect l="l" t="t" r="r" b="b"/>
              <a:pathLst>
                <a:path w="2494" h="2523" extrusionOk="0">
                  <a:moveTo>
                    <a:pt x="1247" y="0"/>
                  </a:moveTo>
                  <a:cubicBezTo>
                    <a:pt x="548" y="0"/>
                    <a:pt x="1" y="578"/>
                    <a:pt x="1" y="1277"/>
                  </a:cubicBezTo>
                  <a:cubicBezTo>
                    <a:pt x="1" y="1945"/>
                    <a:pt x="548" y="2523"/>
                    <a:pt x="1247" y="2523"/>
                  </a:cubicBezTo>
                  <a:cubicBezTo>
                    <a:pt x="1916" y="2523"/>
                    <a:pt x="2493" y="1945"/>
                    <a:pt x="2493" y="1277"/>
                  </a:cubicBezTo>
                  <a:cubicBezTo>
                    <a:pt x="2493" y="578"/>
                    <a:pt x="1916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" name="Google Shape;481;p38"/>
          <p:cNvSpPr txBox="1">
            <a:spLocks noGrp="1"/>
          </p:cNvSpPr>
          <p:nvPr>
            <p:ph type="title"/>
          </p:nvPr>
        </p:nvSpPr>
        <p:spPr>
          <a:xfrm>
            <a:off x="1115819" y="2693660"/>
            <a:ext cx="6912362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MX" dirty="0"/>
              <a:t>El Test </a:t>
            </a:r>
            <a:r>
              <a:rPr lang="es-MX" dirty="0" err="1"/>
              <a:t>Card</a:t>
            </a:r>
            <a:r>
              <a:rPr lang="es-MX" dirty="0"/>
              <a:t> es una herramienta utilizada en metodologías ágiles como </a:t>
            </a:r>
            <a:r>
              <a:rPr lang="es-MX" b="1" dirty="0"/>
              <a:t>Lean Startup</a:t>
            </a:r>
            <a:r>
              <a:rPr lang="es-MX" dirty="0"/>
              <a:t> para </a:t>
            </a:r>
            <a:r>
              <a:rPr lang="es-MX" b="1" dirty="0"/>
              <a:t>validar hipótesis </a:t>
            </a:r>
            <a:r>
              <a:rPr lang="es-MX" dirty="0"/>
              <a:t>de un modelo de negocio mediante la experimentación directa con usuarios o clientes potenciales.</a:t>
            </a:r>
          </a:p>
        </p:txBody>
      </p:sp>
      <p:sp>
        <p:nvSpPr>
          <p:cNvPr id="499" name="Google Shape;499;p38"/>
          <p:cNvSpPr txBox="1">
            <a:spLocks noGrp="1"/>
          </p:cNvSpPr>
          <p:nvPr>
            <p:ph type="title" idx="21"/>
          </p:nvPr>
        </p:nvSpPr>
        <p:spPr>
          <a:xfrm>
            <a:off x="-502744" y="7984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el test Card?</a:t>
            </a:r>
            <a:endParaRPr dirty="0"/>
          </a:p>
        </p:txBody>
      </p:sp>
      <p:sp>
        <p:nvSpPr>
          <p:cNvPr id="500" name="Google Shape;500;p38"/>
          <p:cNvSpPr/>
          <p:nvPr/>
        </p:nvSpPr>
        <p:spPr>
          <a:xfrm rot="5400000">
            <a:off x="-296681" y="-571640"/>
            <a:ext cx="2141868" cy="2342664"/>
          </a:xfrm>
          <a:custGeom>
            <a:avLst/>
            <a:gdLst/>
            <a:ahLst/>
            <a:cxnLst/>
            <a:rect l="l" t="t" r="r" b="b"/>
            <a:pathLst>
              <a:path w="82586" h="90337" fill="none" extrusionOk="0">
                <a:moveTo>
                  <a:pt x="882" y="81218"/>
                </a:moveTo>
                <a:cubicBezTo>
                  <a:pt x="1" y="80367"/>
                  <a:pt x="882" y="1"/>
                  <a:pt x="882" y="1"/>
                </a:cubicBezTo>
                <a:lnTo>
                  <a:pt x="39789" y="90336"/>
                </a:lnTo>
                <a:lnTo>
                  <a:pt x="39789" y="1"/>
                </a:lnTo>
                <a:lnTo>
                  <a:pt x="82586" y="87175"/>
                </a:lnTo>
              </a:path>
            </a:pathLst>
          </a:custGeom>
          <a:noFill/>
          <a:ln w="9875" cap="flat" cmpd="sng">
            <a:solidFill>
              <a:schemeClr val="dk2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roup 14">
            <a:extLst>
              <a:ext uri="{FF2B5EF4-FFF2-40B4-BE49-F238E27FC236}">
                <a16:creationId xmlns:a16="http://schemas.microsoft.com/office/drawing/2014/main" id="{EB97DE0B-ADA9-4073-AA5E-A6EEB3C244D4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694F14C9-F858-4676-9B0D-902D178B9893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2" name="TextBox 16">
              <a:extLst>
                <a:ext uri="{FF2B5EF4-FFF2-40B4-BE49-F238E27FC236}">
                  <a16:creationId xmlns:a16="http://schemas.microsoft.com/office/drawing/2014/main" id="{DA71F911-91A1-43E4-A1B8-E29B5FE3BF51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3" name="Freeform 17">
            <a:extLst>
              <a:ext uri="{FF2B5EF4-FFF2-40B4-BE49-F238E27FC236}">
                <a16:creationId xmlns:a16="http://schemas.microsoft.com/office/drawing/2014/main" id="{85FBC94E-7F48-42D0-B466-BB7016C032DC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39"/>
          <p:cNvPicPr preferRelativeResize="0"/>
          <p:nvPr/>
        </p:nvPicPr>
        <p:blipFill rotWithShape="1">
          <a:blip r:embed="rId3">
            <a:alphaModFix/>
          </a:blip>
          <a:srcRect l="16621" r="16627"/>
          <a:stretch/>
        </p:blipFill>
        <p:spPr>
          <a:xfrm>
            <a:off x="5188100" y="1183950"/>
            <a:ext cx="2781000" cy="27756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506" name="Google Shape;506;p39"/>
          <p:cNvGrpSpPr/>
          <p:nvPr/>
        </p:nvGrpSpPr>
        <p:grpSpPr>
          <a:xfrm>
            <a:off x="4481710" y="3200170"/>
            <a:ext cx="1970069" cy="1792555"/>
            <a:chOff x="5182725" y="3215925"/>
            <a:chExt cx="192275" cy="174950"/>
          </a:xfrm>
        </p:grpSpPr>
        <p:sp>
          <p:nvSpPr>
            <p:cNvPr id="507" name="Google Shape;507;p39"/>
            <p:cNvSpPr/>
            <p:nvPr/>
          </p:nvSpPr>
          <p:spPr>
            <a:xfrm>
              <a:off x="5182725" y="3215925"/>
              <a:ext cx="192275" cy="174950"/>
            </a:xfrm>
            <a:custGeom>
              <a:avLst/>
              <a:gdLst/>
              <a:ahLst/>
              <a:cxnLst/>
              <a:rect l="l" t="t" r="r" b="b"/>
              <a:pathLst>
                <a:path w="7691" h="6998" extrusionOk="0">
                  <a:moveTo>
                    <a:pt x="3824" y="1"/>
                  </a:moveTo>
                  <a:cubicBezTo>
                    <a:pt x="2250" y="1"/>
                    <a:pt x="845" y="1077"/>
                    <a:pt x="457" y="2684"/>
                  </a:cubicBezTo>
                  <a:cubicBezTo>
                    <a:pt x="1" y="4569"/>
                    <a:pt x="1186" y="6453"/>
                    <a:pt x="3071" y="6909"/>
                  </a:cubicBezTo>
                  <a:cubicBezTo>
                    <a:pt x="3330" y="6969"/>
                    <a:pt x="3590" y="6997"/>
                    <a:pt x="3847" y="6997"/>
                  </a:cubicBezTo>
                  <a:cubicBezTo>
                    <a:pt x="5424" y="6997"/>
                    <a:pt x="6873" y="5916"/>
                    <a:pt x="7265" y="4295"/>
                  </a:cubicBezTo>
                  <a:cubicBezTo>
                    <a:pt x="7691" y="2410"/>
                    <a:pt x="6536" y="526"/>
                    <a:pt x="4651" y="100"/>
                  </a:cubicBezTo>
                  <a:cubicBezTo>
                    <a:pt x="4373" y="33"/>
                    <a:pt x="4096" y="1"/>
                    <a:pt x="38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5248075" y="3271625"/>
              <a:ext cx="62350" cy="63075"/>
            </a:xfrm>
            <a:custGeom>
              <a:avLst/>
              <a:gdLst/>
              <a:ahLst/>
              <a:cxnLst/>
              <a:rect l="l" t="t" r="r" b="b"/>
              <a:pathLst>
                <a:path w="2494" h="2523" extrusionOk="0">
                  <a:moveTo>
                    <a:pt x="1247" y="0"/>
                  </a:moveTo>
                  <a:cubicBezTo>
                    <a:pt x="548" y="0"/>
                    <a:pt x="1" y="578"/>
                    <a:pt x="1" y="1277"/>
                  </a:cubicBezTo>
                  <a:cubicBezTo>
                    <a:pt x="1" y="1945"/>
                    <a:pt x="548" y="2523"/>
                    <a:pt x="1247" y="2523"/>
                  </a:cubicBezTo>
                  <a:cubicBezTo>
                    <a:pt x="1916" y="2523"/>
                    <a:pt x="2493" y="1945"/>
                    <a:pt x="2493" y="1277"/>
                  </a:cubicBezTo>
                  <a:cubicBezTo>
                    <a:pt x="2493" y="578"/>
                    <a:pt x="1916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9" name="Google Shape;509;p39"/>
          <p:cNvSpPr txBox="1">
            <a:spLocks noGrp="1"/>
          </p:cNvSpPr>
          <p:nvPr>
            <p:ph type="title"/>
          </p:nvPr>
        </p:nvSpPr>
        <p:spPr>
          <a:xfrm>
            <a:off x="704805" y="1443959"/>
            <a:ext cx="4130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¿Para qué sirve?</a:t>
            </a:r>
            <a:endParaRPr dirty="0"/>
          </a:p>
        </p:txBody>
      </p:sp>
      <p:sp>
        <p:nvSpPr>
          <p:cNvPr id="510" name="Google Shape;510;p39"/>
          <p:cNvSpPr txBox="1">
            <a:spLocks noGrp="1"/>
          </p:cNvSpPr>
          <p:nvPr>
            <p:ph type="subTitle" idx="1"/>
          </p:nvPr>
        </p:nvSpPr>
        <p:spPr>
          <a:xfrm>
            <a:off x="502571" y="2510359"/>
            <a:ext cx="4479488" cy="8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MX" dirty="0"/>
              <a:t>Permite identificar si las </a:t>
            </a:r>
            <a:r>
              <a:rPr lang="es-MX" b="1" dirty="0"/>
              <a:t>suposiciones clave </a:t>
            </a:r>
            <a:r>
              <a:rPr lang="es-MX" dirty="0"/>
              <a:t>del emprendimiento son correctas. Ayuda a ahorrar recursos y mejorar la propuesta de valor antes de lanzar el producto o servicio al mercado.</a:t>
            </a:r>
          </a:p>
        </p:txBody>
      </p:sp>
      <p:grpSp>
        <p:nvGrpSpPr>
          <p:cNvPr id="511" name="Google Shape;511;p39"/>
          <p:cNvGrpSpPr/>
          <p:nvPr/>
        </p:nvGrpSpPr>
        <p:grpSpPr>
          <a:xfrm flipH="1">
            <a:off x="749073" y="893884"/>
            <a:ext cx="7645842" cy="446151"/>
            <a:chOff x="283700" y="3012500"/>
            <a:chExt cx="1497775" cy="87400"/>
          </a:xfrm>
        </p:grpSpPr>
        <p:sp>
          <p:nvSpPr>
            <p:cNvPr id="512" name="Google Shape;512;p39"/>
            <p:cNvSpPr/>
            <p:nvPr/>
          </p:nvSpPr>
          <p:spPr>
            <a:xfrm>
              <a:off x="283700" y="3012500"/>
              <a:ext cx="40300" cy="87400"/>
            </a:xfrm>
            <a:custGeom>
              <a:avLst/>
              <a:gdLst/>
              <a:ahLst/>
              <a:cxnLst/>
              <a:rect l="l" t="t" r="r" b="b"/>
              <a:pathLst>
                <a:path w="161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612" y="3496"/>
                  </a:lnTo>
                  <a:lnTo>
                    <a:pt x="16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/>
            <p:cNvSpPr/>
            <p:nvPr/>
          </p:nvSpPr>
          <p:spPr>
            <a:xfrm>
              <a:off x="361975" y="3012500"/>
              <a:ext cx="39550" cy="87400"/>
            </a:xfrm>
            <a:custGeom>
              <a:avLst/>
              <a:gdLst/>
              <a:ahLst/>
              <a:cxnLst/>
              <a:rect l="l" t="t" r="r" b="b"/>
              <a:pathLst>
                <a:path w="158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/>
            <p:cNvSpPr/>
            <p:nvPr/>
          </p:nvSpPr>
          <p:spPr>
            <a:xfrm>
              <a:off x="440250" y="3012500"/>
              <a:ext cx="40300" cy="87400"/>
            </a:xfrm>
            <a:custGeom>
              <a:avLst/>
              <a:gdLst/>
              <a:ahLst/>
              <a:cxnLst/>
              <a:rect l="l" t="t" r="r" b="b"/>
              <a:pathLst>
                <a:path w="1612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611" y="3496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/>
            <p:cNvSpPr/>
            <p:nvPr/>
          </p:nvSpPr>
          <p:spPr>
            <a:xfrm>
              <a:off x="518525" y="3012500"/>
              <a:ext cx="39525" cy="87400"/>
            </a:xfrm>
            <a:custGeom>
              <a:avLst/>
              <a:gdLst/>
              <a:ahLst/>
              <a:cxnLst/>
              <a:rect l="l" t="t" r="r" b="b"/>
              <a:pathLst>
                <a:path w="1581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596775" y="3012500"/>
              <a:ext cx="40300" cy="87400"/>
            </a:xfrm>
            <a:custGeom>
              <a:avLst/>
              <a:gdLst/>
              <a:ahLst/>
              <a:cxnLst/>
              <a:rect l="l" t="t" r="r" b="b"/>
              <a:pathLst>
                <a:path w="161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612" y="3496"/>
                  </a:lnTo>
                  <a:lnTo>
                    <a:pt x="16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/>
            <p:cNvSpPr/>
            <p:nvPr/>
          </p:nvSpPr>
          <p:spPr>
            <a:xfrm>
              <a:off x="675800" y="3012500"/>
              <a:ext cx="40300" cy="87400"/>
            </a:xfrm>
            <a:custGeom>
              <a:avLst/>
              <a:gdLst/>
              <a:ahLst/>
              <a:cxnLst/>
              <a:rect l="l" t="t" r="r" b="b"/>
              <a:pathLst>
                <a:path w="161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612" y="3496"/>
                  </a:lnTo>
                  <a:lnTo>
                    <a:pt x="16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/>
            <p:cNvSpPr/>
            <p:nvPr/>
          </p:nvSpPr>
          <p:spPr>
            <a:xfrm>
              <a:off x="754075" y="3012500"/>
              <a:ext cx="39550" cy="87400"/>
            </a:xfrm>
            <a:custGeom>
              <a:avLst/>
              <a:gdLst/>
              <a:ahLst/>
              <a:cxnLst/>
              <a:rect l="l" t="t" r="r" b="b"/>
              <a:pathLst>
                <a:path w="158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832350" y="3012500"/>
              <a:ext cx="40300" cy="87400"/>
            </a:xfrm>
            <a:custGeom>
              <a:avLst/>
              <a:gdLst/>
              <a:ahLst/>
              <a:cxnLst/>
              <a:rect l="l" t="t" r="r" b="b"/>
              <a:pathLst>
                <a:path w="1612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611" y="3496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/>
            <p:cNvSpPr/>
            <p:nvPr/>
          </p:nvSpPr>
          <p:spPr>
            <a:xfrm>
              <a:off x="910625" y="3012500"/>
              <a:ext cx="40300" cy="87400"/>
            </a:xfrm>
            <a:custGeom>
              <a:avLst/>
              <a:gdLst/>
              <a:ahLst/>
              <a:cxnLst/>
              <a:rect l="l" t="t" r="r" b="b"/>
              <a:pathLst>
                <a:path w="1612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611" y="3496"/>
                  </a:lnTo>
                  <a:lnTo>
                    <a:pt x="1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9"/>
            <p:cNvSpPr/>
            <p:nvPr/>
          </p:nvSpPr>
          <p:spPr>
            <a:xfrm>
              <a:off x="989650" y="3012500"/>
              <a:ext cx="39525" cy="87400"/>
            </a:xfrm>
            <a:custGeom>
              <a:avLst/>
              <a:gdLst/>
              <a:ahLst/>
              <a:cxnLst/>
              <a:rect l="l" t="t" r="r" b="b"/>
              <a:pathLst>
                <a:path w="1581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9"/>
            <p:cNvSpPr/>
            <p:nvPr/>
          </p:nvSpPr>
          <p:spPr>
            <a:xfrm>
              <a:off x="1115025" y="3012500"/>
              <a:ext cx="39550" cy="87400"/>
            </a:xfrm>
            <a:custGeom>
              <a:avLst/>
              <a:gdLst/>
              <a:ahLst/>
              <a:cxnLst/>
              <a:rect l="l" t="t" r="r" b="b"/>
              <a:pathLst>
                <a:path w="158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1240400" y="3012500"/>
              <a:ext cx="39550" cy="87400"/>
            </a:xfrm>
            <a:custGeom>
              <a:avLst/>
              <a:gdLst/>
              <a:ahLst/>
              <a:cxnLst/>
              <a:rect l="l" t="t" r="r" b="b"/>
              <a:pathLst>
                <a:path w="158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582" y="3496"/>
                  </a:lnTo>
                  <a:lnTo>
                    <a:pt x="15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/>
            <p:cNvSpPr/>
            <p:nvPr/>
          </p:nvSpPr>
          <p:spPr>
            <a:xfrm>
              <a:off x="1365800" y="3012500"/>
              <a:ext cx="39525" cy="87400"/>
            </a:xfrm>
            <a:custGeom>
              <a:avLst/>
              <a:gdLst/>
              <a:ahLst/>
              <a:cxnLst/>
              <a:rect l="l" t="t" r="r" b="b"/>
              <a:pathLst>
                <a:path w="1581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/>
            <p:cNvSpPr/>
            <p:nvPr/>
          </p:nvSpPr>
          <p:spPr>
            <a:xfrm>
              <a:off x="1491175" y="3012500"/>
              <a:ext cx="39550" cy="87400"/>
            </a:xfrm>
            <a:custGeom>
              <a:avLst/>
              <a:gdLst/>
              <a:ahLst/>
              <a:cxnLst/>
              <a:rect l="l" t="t" r="r" b="b"/>
              <a:pathLst>
                <a:path w="158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1616550" y="3012500"/>
              <a:ext cx="39550" cy="87400"/>
            </a:xfrm>
            <a:custGeom>
              <a:avLst/>
              <a:gdLst/>
              <a:ahLst/>
              <a:cxnLst/>
              <a:rect l="l" t="t" r="r" b="b"/>
              <a:pathLst>
                <a:path w="1582" h="3496" extrusionOk="0">
                  <a:moveTo>
                    <a:pt x="1" y="0"/>
                  </a:moveTo>
                  <a:lnTo>
                    <a:pt x="1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1741950" y="3012500"/>
              <a:ext cx="39525" cy="87400"/>
            </a:xfrm>
            <a:custGeom>
              <a:avLst/>
              <a:gdLst/>
              <a:ahLst/>
              <a:cxnLst/>
              <a:rect l="l" t="t" r="r" b="b"/>
              <a:pathLst>
                <a:path w="1581" h="3496" extrusionOk="0">
                  <a:moveTo>
                    <a:pt x="0" y="0"/>
                  </a:moveTo>
                  <a:lnTo>
                    <a:pt x="0" y="3496"/>
                  </a:lnTo>
                  <a:lnTo>
                    <a:pt x="1581" y="3496"/>
                  </a:lnTo>
                  <a:lnTo>
                    <a:pt x="15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39"/>
          <p:cNvGrpSpPr/>
          <p:nvPr/>
        </p:nvGrpSpPr>
        <p:grpSpPr>
          <a:xfrm>
            <a:off x="7782282" y="2790696"/>
            <a:ext cx="1361730" cy="1239048"/>
            <a:chOff x="5182725" y="3215925"/>
            <a:chExt cx="192275" cy="174950"/>
          </a:xfrm>
        </p:grpSpPr>
        <p:sp>
          <p:nvSpPr>
            <p:cNvPr id="529" name="Google Shape;529;p39"/>
            <p:cNvSpPr/>
            <p:nvPr/>
          </p:nvSpPr>
          <p:spPr>
            <a:xfrm>
              <a:off x="5182725" y="3215925"/>
              <a:ext cx="192275" cy="174950"/>
            </a:xfrm>
            <a:custGeom>
              <a:avLst/>
              <a:gdLst/>
              <a:ahLst/>
              <a:cxnLst/>
              <a:rect l="l" t="t" r="r" b="b"/>
              <a:pathLst>
                <a:path w="7691" h="6998" extrusionOk="0">
                  <a:moveTo>
                    <a:pt x="3824" y="1"/>
                  </a:moveTo>
                  <a:cubicBezTo>
                    <a:pt x="2250" y="1"/>
                    <a:pt x="845" y="1077"/>
                    <a:pt x="457" y="2684"/>
                  </a:cubicBezTo>
                  <a:cubicBezTo>
                    <a:pt x="1" y="4569"/>
                    <a:pt x="1186" y="6453"/>
                    <a:pt x="3071" y="6909"/>
                  </a:cubicBezTo>
                  <a:cubicBezTo>
                    <a:pt x="3330" y="6969"/>
                    <a:pt x="3590" y="6997"/>
                    <a:pt x="3847" y="6997"/>
                  </a:cubicBezTo>
                  <a:cubicBezTo>
                    <a:pt x="5424" y="6997"/>
                    <a:pt x="6873" y="5916"/>
                    <a:pt x="7265" y="4295"/>
                  </a:cubicBezTo>
                  <a:cubicBezTo>
                    <a:pt x="7691" y="2410"/>
                    <a:pt x="6536" y="526"/>
                    <a:pt x="4651" y="100"/>
                  </a:cubicBezTo>
                  <a:cubicBezTo>
                    <a:pt x="4373" y="33"/>
                    <a:pt x="4096" y="1"/>
                    <a:pt x="3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/>
            <p:cNvSpPr/>
            <p:nvPr/>
          </p:nvSpPr>
          <p:spPr>
            <a:xfrm>
              <a:off x="5248075" y="3271625"/>
              <a:ext cx="62350" cy="63075"/>
            </a:xfrm>
            <a:custGeom>
              <a:avLst/>
              <a:gdLst/>
              <a:ahLst/>
              <a:cxnLst/>
              <a:rect l="l" t="t" r="r" b="b"/>
              <a:pathLst>
                <a:path w="2494" h="2523" extrusionOk="0">
                  <a:moveTo>
                    <a:pt x="1247" y="0"/>
                  </a:moveTo>
                  <a:cubicBezTo>
                    <a:pt x="548" y="0"/>
                    <a:pt x="1" y="578"/>
                    <a:pt x="1" y="1277"/>
                  </a:cubicBezTo>
                  <a:cubicBezTo>
                    <a:pt x="1" y="1945"/>
                    <a:pt x="548" y="2523"/>
                    <a:pt x="1247" y="2523"/>
                  </a:cubicBezTo>
                  <a:cubicBezTo>
                    <a:pt x="1916" y="2523"/>
                    <a:pt x="2493" y="1945"/>
                    <a:pt x="2493" y="1277"/>
                  </a:cubicBezTo>
                  <a:cubicBezTo>
                    <a:pt x="2493" y="578"/>
                    <a:pt x="1916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39"/>
          <p:cNvGrpSpPr/>
          <p:nvPr/>
        </p:nvGrpSpPr>
        <p:grpSpPr>
          <a:xfrm>
            <a:off x="92337" y="3597983"/>
            <a:ext cx="1950323" cy="3175851"/>
            <a:chOff x="917450" y="-771750"/>
            <a:chExt cx="1059325" cy="1724975"/>
          </a:xfrm>
        </p:grpSpPr>
        <p:sp>
          <p:nvSpPr>
            <p:cNvPr id="532" name="Google Shape;532;p39"/>
            <p:cNvSpPr/>
            <p:nvPr/>
          </p:nvSpPr>
          <p:spPr>
            <a:xfrm>
              <a:off x="917450" y="-771750"/>
              <a:ext cx="541075" cy="1724975"/>
            </a:xfrm>
            <a:custGeom>
              <a:avLst/>
              <a:gdLst/>
              <a:ahLst/>
              <a:cxnLst/>
              <a:rect l="l" t="t" r="r" b="b"/>
              <a:pathLst>
                <a:path w="21643" h="68999" fill="none" extrusionOk="0">
                  <a:moveTo>
                    <a:pt x="21643" y="34499"/>
                  </a:moveTo>
                  <a:cubicBezTo>
                    <a:pt x="21643" y="53557"/>
                    <a:pt x="16810" y="68998"/>
                    <a:pt x="10822" y="68998"/>
                  </a:cubicBezTo>
                  <a:cubicBezTo>
                    <a:pt x="4834" y="68998"/>
                    <a:pt x="1" y="53557"/>
                    <a:pt x="1" y="34499"/>
                  </a:cubicBezTo>
                  <a:cubicBezTo>
                    <a:pt x="1" y="15441"/>
                    <a:pt x="4834" y="0"/>
                    <a:pt x="10822" y="0"/>
                  </a:cubicBezTo>
                  <a:cubicBezTo>
                    <a:pt x="16810" y="0"/>
                    <a:pt x="21643" y="15441"/>
                    <a:pt x="21643" y="34499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9"/>
            <p:cNvSpPr/>
            <p:nvPr/>
          </p:nvSpPr>
          <p:spPr>
            <a:xfrm>
              <a:off x="1175825" y="-771750"/>
              <a:ext cx="541075" cy="1724975"/>
            </a:xfrm>
            <a:custGeom>
              <a:avLst/>
              <a:gdLst/>
              <a:ahLst/>
              <a:cxnLst/>
              <a:rect l="l" t="t" r="r" b="b"/>
              <a:pathLst>
                <a:path w="21643" h="68999" fill="none" extrusionOk="0">
                  <a:moveTo>
                    <a:pt x="21642" y="34499"/>
                  </a:moveTo>
                  <a:cubicBezTo>
                    <a:pt x="21642" y="53557"/>
                    <a:pt x="16809" y="68998"/>
                    <a:pt x="10821" y="68998"/>
                  </a:cubicBezTo>
                  <a:cubicBezTo>
                    <a:pt x="4833" y="68998"/>
                    <a:pt x="0" y="53557"/>
                    <a:pt x="0" y="34499"/>
                  </a:cubicBezTo>
                  <a:cubicBezTo>
                    <a:pt x="0" y="15441"/>
                    <a:pt x="4833" y="0"/>
                    <a:pt x="10821" y="0"/>
                  </a:cubicBezTo>
                  <a:cubicBezTo>
                    <a:pt x="16809" y="0"/>
                    <a:pt x="21642" y="15441"/>
                    <a:pt x="21642" y="34499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9"/>
            <p:cNvSpPr/>
            <p:nvPr/>
          </p:nvSpPr>
          <p:spPr>
            <a:xfrm>
              <a:off x="1434950" y="-771750"/>
              <a:ext cx="541825" cy="1724975"/>
            </a:xfrm>
            <a:custGeom>
              <a:avLst/>
              <a:gdLst/>
              <a:ahLst/>
              <a:cxnLst/>
              <a:rect l="l" t="t" r="r" b="b"/>
              <a:pathLst>
                <a:path w="21673" h="68999" fill="none" extrusionOk="0">
                  <a:moveTo>
                    <a:pt x="21672" y="34499"/>
                  </a:moveTo>
                  <a:cubicBezTo>
                    <a:pt x="21672" y="53557"/>
                    <a:pt x="16809" y="68998"/>
                    <a:pt x="10821" y="68998"/>
                  </a:cubicBezTo>
                  <a:cubicBezTo>
                    <a:pt x="4833" y="68998"/>
                    <a:pt x="0" y="53557"/>
                    <a:pt x="0" y="34499"/>
                  </a:cubicBezTo>
                  <a:cubicBezTo>
                    <a:pt x="0" y="15441"/>
                    <a:pt x="4833" y="0"/>
                    <a:pt x="10821" y="0"/>
                  </a:cubicBezTo>
                  <a:cubicBezTo>
                    <a:pt x="16809" y="0"/>
                    <a:pt x="21672" y="15441"/>
                    <a:pt x="21672" y="34499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roup 14">
            <a:extLst>
              <a:ext uri="{FF2B5EF4-FFF2-40B4-BE49-F238E27FC236}">
                <a16:creationId xmlns:a16="http://schemas.microsoft.com/office/drawing/2014/main" id="{495648AF-5197-4598-BF37-134AE07891A2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301D429-D736-4598-83EE-F1197BDDAE51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16">
              <a:extLst>
                <a:ext uri="{FF2B5EF4-FFF2-40B4-BE49-F238E27FC236}">
                  <a16:creationId xmlns:a16="http://schemas.microsoft.com/office/drawing/2014/main" id="{4365A8C5-448C-4479-9639-C2E6C7C65D19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17">
            <a:extLst>
              <a:ext uri="{FF2B5EF4-FFF2-40B4-BE49-F238E27FC236}">
                <a16:creationId xmlns:a16="http://schemas.microsoft.com/office/drawing/2014/main" id="{67309F17-CDB3-4174-B1B3-42C720AC32DD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"/>
          <p:cNvSpPr txBox="1">
            <a:spLocks noGrp="1"/>
          </p:cNvSpPr>
          <p:nvPr>
            <p:ph type="subTitle" idx="1"/>
          </p:nvPr>
        </p:nvSpPr>
        <p:spPr>
          <a:xfrm>
            <a:off x="4262849" y="1216238"/>
            <a:ext cx="4455108" cy="2678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MX" sz="1800" dirty="0"/>
              <a:t> </a:t>
            </a:r>
            <a:r>
              <a:rPr lang="es-MX" sz="1800" b="1" dirty="0"/>
              <a:t>Hipótesis: </a:t>
            </a:r>
            <a:r>
              <a:rPr lang="es-MX" sz="1800" dirty="0"/>
              <a:t>Lo que creemos que sucederá.</a:t>
            </a:r>
          </a:p>
          <a:p>
            <a:r>
              <a:rPr lang="es-MX" sz="1800" b="1" dirty="0"/>
              <a:t>Prototipo + Método: </a:t>
            </a:r>
            <a:r>
              <a:rPr lang="es-MX" sz="1800" dirty="0"/>
              <a:t>Qué y cómo lo probaremos.</a:t>
            </a:r>
          </a:p>
          <a:p>
            <a:r>
              <a:rPr lang="es-MX" sz="1800" b="1" dirty="0"/>
              <a:t>Métricas: </a:t>
            </a:r>
            <a:r>
              <a:rPr lang="es-MX" sz="1800" dirty="0"/>
              <a:t>Qué vamos a medir.</a:t>
            </a:r>
          </a:p>
          <a:p>
            <a:r>
              <a:rPr lang="es-MX" sz="1800" b="1" dirty="0"/>
              <a:t>Criterios de éxito: </a:t>
            </a:r>
            <a:r>
              <a:rPr lang="es-MX" sz="1800" dirty="0"/>
              <a:t>Cómo sabremos si tuvimos razón.</a:t>
            </a:r>
          </a:p>
          <a:p>
            <a:r>
              <a:rPr lang="es-MX" sz="1800" b="1" dirty="0"/>
              <a:t>Resultados: </a:t>
            </a:r>
            <a:r>
              <a:rPr lang="es-MX" sz="1800" dirty="0"/>
              <a:t>Lo que realmente ocurrió.</a:t>
            </a:r>
          </a:p>
          <a:p>
            <a:r>
              <a:rPr lang="es-MX" sz="1800" b="1" dirty="0" err="1"/>
              <a:t>Insights</a:t>
            </a:r>
            <a:r>
              <a:rPr lang="es-MX" sz="1800" b="1" dirty="0"/>
              <a:t>: </a:t>
            </a:r>
            <a:r>
              <a:rPr lang="es-MX" sz="1800" dirty="0"/>
              <a:t>Qué aprendimos y qué ajustaremos.</a:t>
            </a:r>
          </a:p>
        </p:txBody>
      </p:sp>
      <p:sp>
        <p:nvSpPr>
          <p:cNvPr id="540" name="Google Shape;540;p40"/>
          <p:cNvSpPr txBox="1">
            <a:spLocks noGrp="1"/>
          </p:cNvSpPr>
          <p:nvPr>
            <p:ph type="title"/>
          </p:nvPr>
        </p:nvSpPr>
        <p:spPr>
          <a:xfrm>
            <a:off x="2866895" y="315975"/>
            <a:ext cx="5913548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se incluye en un Test Card?</a:t>
            </a:r>
            <a:endParaRPr dirty="0"/>
          </a:p>
        </p:txBody>
      </p:sp>
      <p:grpSp>
        <p:nvGrpSpPr>
          <p:cNvPr id="541" name="Google Shape;541;p40"/>
          <p:cNvGrpSpPr/>
          <p:nvPr/>
        </p:nvGrpSpPr>
        <p:grpSpPr>
          <a:xfrm>
            <a:off x="2093799" y="2862192"/>
            <a:ext cx="1943587" cy="2036782"/>
            <a:chOff x="2641575" y="3611250"/>
            <a:chExt cx="1648225" cy="1462050"/>
          </a:xfrm>
        </p:grpSpPr>
        <p:sp>
          <p:nvSpPr>
            <p:cNvPr id="542" name="Google Shape;542;p40"/>
            <p:cNvSpPr/>
            <p:nvPr/>
          </p:nvSpPr>
          <p:spPr>
            <a:xfrm>
              <a:off x="2641575" y="4106700"/>
              <a:ext cx="1648225" cy="129975"/>
            </a:xfrm>
            <a:custGeom>
              <a:avLst/>
              <a:gdLst/>
              <a:ahLst/>
              <a:cxnLst/>
              <a:rect l="l" t="t" r="r" b="b"/>
              <a:pathLst>
                <a:path w="65929" h="5199" extrusionOk="0">
                  <a:moveTo>
                    <a:pt x="0" y="1"/>
                  </a:moveTo>
                  <a:lnTo>
                    <a:pt x="0" y="5198"/>
                  </a:lnTo>
                  <a:lnTo>
                    <a:pt x="65929" y="5198"/>
                  </a:lnTo>
                  <a:lnTo>
                    <a:pt x="659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0"/>
            <p:cNvSpPr/>
            <p:nvPr/>
          </p:nvSpPr>
          <p:spPr>
            <a:xfrm>
              <a:off x="2641575" y="4386350"/>
              <a:ext cx="1648225" cy="129950"/>
            </a:xfrm>
            <a:custGeom>
              <a:avLst/>
              <a:gdLst/>
              <a:ahLst/>
              <a:cxnLst/>
              <a:rect l="l" t="t" r="r" b="b"/>
              <a:pathLst>
                <a:path w="65929" h="5198" extrusionOk="0">
                  <a:moveTo>
                    <a:pt x="0" y="0"/>
                  </a:moveTo>
                  <a:lnTo>
                    <a:pt x="0" y="5198"/>
                  </a:lnTo>
                  <a:lnTo>
                    <a:pt x="65929" y="5198"/>
                  </a:lnTo>
                  <a:lnTo>
                    <a:pt x="65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0"/>
            <p:cNvSpPr/>
            <p:nvPr/>
          </p:nvSpPr>
          <p:spPr>
            <a:xfrm>
              <a:off x="2641575" y="4664475"/>
              <a:ext cx="1648225" cy="129950"/>
            </a:xfrm>
            <a:custGeom>
              <a:avLst/>
              <a:gdLst/>
              <a:ahLst/>
              <a:cxnLst/>
              <a:rect l="l" t="t" r="r" b="b"/>
              <a:pathLst>
                <a:path w="65929" h="5198" extrusionOk="0">
                  <a:moveTo>
                    <a:pt x="0" y="0"/>
                  </a:moveTo>
                  <a:lnTo>
                    <a:pt x="0" y="5198"/>
                  </a:lnTo>
                  <a:lnTo>
                    <a:pt x="65929" y="5198"/>
                  </a:lnTo>
                  <a:lnTo>
                    <a:pt x="65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0"/>
            <p:cNvSpPr/>
            <p:nvPr/>
          </p:nvSpPr>
          <p:spPr>
            <a:xfrm>
              <a:off x="2641575" y="4943350"/>
              <a:ext cx="1648225" cy="129950"/>
            </a:xfrm>
            <a:custGeom>
              <a:avLst/>
              <a:gdLst/>
              <a:ahLst/>
              <a:cxnLst/>
              <a:rect l="l" t="t" r="r" b="b"/>
              <a:pathLst>
                <a:path w="65929" h="5198" extrusionOk="0">
                  <a:moveTo>
                    <a:pt x="0" y="0"/>
                  </a:moveTo>
                  <a:lnTo>
                    <a:pt x="0" y="5198"/>
                  </a:lnTo>
                  <a:lnTo>
                    <a:pt x="65929" y="5198"/>
                  </a:lnTo>
                  <a:lnTo>
                    <a:pt x="659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0"/>
            <p:cNvSpPr/>
            <p:nvPr/>
          </p:nvSpPr>
          <p:spPr>
            <a:xfrm>
              <a:off x="3950875" y="3611250"/>
              <a:ext cx="117800" cy="1263725"/>
            </a:xfrm>
            <a:custGeom>
              <a:avLst/>
              <a:gdLst/>
              <a:ahLst/>
              <a:cxnLst/>
              <a:rect l="l" t="t" r="r" b="b"/>
              <a:pathLst>
                <a:path w="4712" h="50549" extrusionOk="0">
                  <a:moveTo>
                    <a:pt x="0" y="1"/>
                  </a:moveTo>
                  <a:lnTo>
                    <a:pt x="0" y="50549"/>
                  </a:lnTo>
                  <a:lnTo>
                    <a:pt x="4712" y="50549"/>
                  </a:lnTo>
                  <a:lnTo>
                    <a:pt x="47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" name="Google Shape;547;p40"/>
          <p:cNvGrpSpPr/>
          <p:nvPr/>
        </p:nvGrpSpPr>
        <p:grpSpPr>
          <a:xfrm>
            <a:off x="2351907" y="1567721"/>
            <a:ext cx="1361730" cy="1239048"/>
            <a:chOff x="5182725" y="3215925"/>
            <a:chExt cx="192275" cy="174950"/>
          </a:xfrm>
        </p:grpSpPr>
        <p:sp>
          <p:nvSpPr>
            <p:cNvPr id="548" name="Google Shape;548;p40"/>
            <p:cNvSpPr/>
            <p:nvPr/>
          </p:nvSpPr>
          <p:spPr>
            <a:xfrm>
              <a:off x="5182725" y="3215925"/>
              <a:ext cx="192275" cy="174950"/>
            </a:xfrm>
            <a:custGeom>
              <a:avLst/>
              <a:gdLst/>
              <a:ahLst/>
              <a:cxnLst/>
              <a:rect l="l" t="t" r="r" b="b"/>
              <a:pathLst>
                <a:path w="7691" h="6998" extrusionOk="0">
                  <a:moveTo>
                    <a:pt x="3824" y="1"/>
                  </a:moveTo>
                  <a:cubicBezTo>
                    <a:pt x="2250" y="1"/>
                    <a:pt x="845" y="1077"/>
                    <a:pt x="457" y="2684"/>
                  </a:cubicBezTo>
                  <a:cubicBezTo>
                    <a:pt x="1" y="4569"/>
                    <a:pt x="1186" y="6453"/>
                    <a:pt x="3071" y="6909"/>
                  </a:cubicBezTo>
                  <a:cubicBezTo>
                    <a:pt x="3330" y="6969"/>
                    <a:pt x="3590" y="6997"/>
                    <a:pt x="3847" y="6997"/>
                  </a:cubicBezTo>
                  <a:cubicBezTo>
                    <a:pt x="5424" y="6997"/>
                    <a:pt x="6873" y="5916"/>
                    <a:pt x="7265" y="4295"/>
                  </a:cubicBezTo>
                  <a:cubicBezTo>
                    <a:pt x="7691" y="2410"/>
                    <a:pt x="6536" y="526"/>
                    <a:pt x="4651" y="100"/>
                  </a:cubicBezTo>
                  <a:cubicBezTo>
                    <a:pt x="4373" y="33"/>
                    <a:pt x="4096" y="1"/>
                    <a:pt x="38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0"/>
            <p:cNvSpPr/>
            <p:nvPr/>
          </p:nvSpPr>
          <p:spPr>
            <a:xfrm>
              <a:off x="5248075" y="3271625"/>
              <a:ext cx="62350" cy="63075"/>
            </a:xfrm>
            <a:custGeom>
              <a:avLst/>
              <a:gdLst/>
              <a:ahLst/>
              <a:cxnLst/>
              <a:rect l="l" t="t" r="r" b="b"/>
              <a:pathLst>
                <a:path w="2494" h="2523" extrusionOk="0">
                  <a:moveTo>
                    <a:pt x="1247" y="0"/>
                  </a:moveTo>
                  <a:cubicBezTo>
                    <a:pt x="548" y="0"/>
                    <a:pt x="1" y="578"/>
                    <a:pt x="1" y="1277"/>
                  </a:cubicBezTo>
                  <a:cubicBezTo>
                    <a:pt x="1" y="1945"/>
                    <a:pt x="548" y="2523"/>
                    <a:pt x="1247" y="2523"/>
                  </a:cubicBezTo>
                  <a:cubicBezTo>
                    <a:pt x="1916" y="2523"/>
                    <a:pt x="2493" y="1945"/>
                    <a:pt x="2493" y="1277"/>
                  </a:cubicBezTo>
                  <a:cubicBezTo>
                    <a:pt x="2493" y="578"/>
                    <a:pt x="1916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0" name="Google Shape;550;p40"/>
          <p:cNvGrpSpPr/>
          <p:nvPr/>
        </p:nvGrpSpPr>
        <p:grpSpPr>
          <a:xfrm>
            <a:off x="888885" y="-361280"/>
            <a:ext cx="1970069" cy="1792555"/>
            <a:chOff x="5182725" y="3215925"/>
            <a:chExt cx="192275" cy="174950"/>
          </a:xfrm>
        </p:grpSpPr>
        <p:sp>
          <p:nvSpPr>
            <p:cNvPr id="551" name="Google Shape;551;p40"/>
            <p:cNvSpPr/>
            <p:nvPr/>
          </p:nvSpPr>
          <p:spPr>
            <a:xfrm>
              <a:off x="5182725" y="3215925"/>
              <a:ext cx="192275" cy="174950"/>
            </a:xfrm>
            <a:custGeom>
              <a:avLst/>
              <a:gdLst/>
              <a:ahLst/>
              <a:cxnLst/>
              <a:rect l="l" t="t" r="r" b="b"/>
              <a:pathLst>
                <a:path w="7691" h="6998" extrusionOk="0">
                  <a:moveTo>
                    <a:pt x="3824" y="1"/>
                  </a:moveTo>
                  <a:cubicBezTo>
                    <a:pt x="2250" y="1"/>
                    <a:pt x="845" y="1077"/>
                    <a:pt x="457" y="2684"/>
                  </a:cubicBezTo>
                  <a:cubicBezTo>
                    <a:pt x="1" y="4569"/>
                    <a:pt x="1186" y="6453"/>
                    <a:pt x="3071" y="6909"/>
                  </a:cubicBezTo>
                  <a:cubicBezTo>
                    <a:pt x="3330" y="6969"/>
                    <a:pt x="3590" y="6997"/>
                    <a:pt x="3847" y="6997"/>
                  </a:cubicBezTo>
                  <a:cubicBezTo>
                    <a:pt x="5424" y="6997"/>
                    <a:pt x="6873" y="5916"/>
                    <a:pt x="7265" y="4295"/>
                  </a:cubicBezTo>
                  <a:cubicBezTo>
                    <a:pt x="7691" y="2410"/>
                    <a:pt x="6536" y="526"/>
                    <a:pt x="4651" y="100"/>
                  </a:cubicBezTo>
                  <a:cubicBezTo>
                    <a:pt x="4373" y="33"/>
                    <a:pt x="4096" y="1"/>
                    <a:pt x="38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0"/>
            <p:cNvSpPr/>
            <p:nvPr/>
          </p:nvSpPr>
          <p:spPr>
            <a:xfrm>
              <a:off x="5248075" y="3271625"/>
              <a:ext cx="62350" cy="63075"/>
            </a:xfrm>
            <a:custGeom>
              <a:avLst/>
              <a:gdLst/>
              <a:ahLst/>
              <a:cxnLst/>
              <a:rect l="l" t="t" r="r" b="b"/>
              <a:pathLst>
                <a:path w="2494" h="2523" extrusionOk="0">
                  <a:moveTo>
                    <a:pt x="1247" y="0"/>
                  </a:moveTo>
                  <a:cubicBezTo>
                    <a:pt x="548" y="0"/>
                    <a:pt x="1" y="578"/>
                    <a:pt x="1" y="1277"/>
                  </a:cubicBezTo>
                  <a:cubicBezTo>
                    <a:pt x="1" y="1945"/>
                    <a:pt x="548" y="2523"/>
                    <a:pt x="1247" y="2523"/>
                  </a:cubicBezTo>
                  <a:cubicBezTo>
                    <a:pt x="1916" y="2523"/>
                    <a:pt x="2493" y="1945"/>
                    <a:pt x="2493" y="1277"/>
                  </a:cubicBezTo>
                  <a:cubicBezTo>
                    <a:pt x="2493" y="578"/>
                    <a:pt x="1916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" name="Google Shape;553;p40"/>
          <p:cNvGrpSpPr/>
          <p:nvPr/>
        </p:nvGrpSpPr>
        <p:grpSpPr>
          <a:xfrm>
            <a:off x="528799" y="1708121"/>
            <a:ext cx="873893" cy="1727250"/>
            <a:chOff x="2160650" y="2234375"/>
            <a:chExt cx="356400" cy="704425"/>
          </a:xfrm>
        </p:grpSpPr>
        <p:sp>
          <p:nvSpPr>
            <p:cNvPr id="554" name="Google Shape;554;p40"/>
            <p:cNvSpPr/>
            <p:nvPr/>
          </p:nvSpPr>
          <p:spPr>
            <a:xfrm>
              <a:off x="2160650" y="223437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0" y="0"/>
                  </a:moveTo>
                  <a:lnTo>
                    <a:pt x="0" y="9392"/>
                  </a:lnTo>
                  <a:lnTo>
                    <a:pt x="3556" y="9392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0"/>
            <p:cNvSpPr/>
            <p:nvPr/>
          </p:nvSpPr>
          <p:spPr>
            <a:xfrm>
              <a:off x="2160650" y="270397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0" y="1"/>
                  </a:moveTo>
                  <a:lnTo>
                    <a:pt x="0" y="9393"/>
                  </a:lnTo>
                  <a:lnTo>
                    <a:pt x="3556" y="9393"/>
                  </a:lnTo>
                  <a:lnTo>
                    <a:pt x="35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0"/>
            <p:cNvSpPr/>
            <p:nvPr/>
          </p:nvSpPr>
          <p:spPr>
            <a:xfrm>
              <a:off x="2250300" y="2466900"/>
              <a:ext cx="88950" cy="234825"/>
            </a:xfrm>
            <a:custGeom>
              <a:avLst/>
              <a:gdLst/>
              <a:ahLst/>
              <a:cxnLst/>
              <a:rect l="l" t="t" r="r" b="b"/>
              <a:pathLst>
                <a:path w="3558" h="9393" extrusionOk="0">
                  <a:moveTo>
                    <a:pt x="1" y="0"/>
                  </a:moveTo>
                  <a:lnTo>
                    <a:pt x="1" y="9392"/>
                  </a:lnTo>
                  <a:lnTo>
                    <a:pt x="3557" y="9392"/>
                  </a:lnTo>
                  <a:lnTo>
                    <a:pt x="35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0"/>
            <p:cNvSpPr/>
            <p:nvPr/>
          </p:nvSpPr>
          <p:spPr>
            <a:xfrm>
              <a:off x="2339225" y="223437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0" y="0"/>
                  </a:moveTo>
                  <a:lnTo>
                    <a:pt x="0" y="9392"/>
                  </a:lnTo>
                  <a:lnTo>
                    <a:pt x="3556" y="9392"/>
                  </a:lnTo>
                  <a:lnTo>
                    <a:pt x="35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0"/>
            <p:cNvSpPr/>
            <p:nvPr/>
          </p:nvSpPr>
          <p:spPr>
            <a:xfrm>
              <a:off x="2339225" y="2703975"/>
              <a:ext cx="88925" cy="234825"/>
            </a:xfrm>
            <a:custGeom>
              <a:avLst/>
              <a:gdLst/>
              <a:ahLst/>
              <a:cxnLst/>
              <a:rect l="l" t="t" r="r" b="b"/>
              <a:pathLst>
                <a:path w="3557" h="9393" extrusionOk="0">
                  <a:moveTo>
                    <a:pt x="0" y="1"/>
                  </a:moveTo>
                  <a:lnTo>
                    <a:pt x="0" y="9393"/>
                  </a:lnTo>
                  <a:lnTo>
                    <a:pt x="3556" y="9393"/>
                  </a:lnTo>
                  <a:lnTo>
                    <a:pt x="35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0"/>
            <p:cNvSpPr/>
            <p:nvPr/>
          </p:nvSpPr>
          <p:spPr>
            <a:xfrm>
              <a:off x="2427375" y="2466900"/>
              <a:ext cx="89675" cy="234825"/>
            </a:xfrm>
            <a:custGeom>
              <a:avLst/>
              <a:gdLst/>
              <a:ahLst/>
              <a:cxnLst/>
              <a:rect l="l" t="t" r="r" b="b"/>
              <a:pathLst>
                <a:path w="3587" h="9393" extrusionOk="0">
                  <a:moveTo>
                    <a:pt x="0" y="0"/>
                  </a:moveTo>
                  <a:lnTo>
                    <a:pt x="0" y="9392"/>
                  </a:lnTo>
                  <a:lnTo>
                    <a:pt x="3587" y="9392"/>
                  </a:lnTo>
                  <a:lnTo>
                    <a:pt x="35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roup 14">
            <a:extLst>
              <a:ext uri="{FF2B5EF4-FFF2-40B4-BE49-F238E27FC236}">
                <a16:creationId xmlns:a16="http://schemas.microsoft.com/office/drawing/2014/main" id="{4EB5279C-D7D7-44B8-A130-5BD98F7EA055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ED67E1F6-A3A7-4CC8-A868-A21D25A8FFC8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5B873EF6-D31D-46A5-A5FC-3EE18499F078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17">
            <a:extLst>
              <a:ext uri="{FF2B5EF4-FFF2-40B4-BE49-F238E27FC236}">
                <a16:creationId xmlns:a16="http://schemas.microsoft.com/office/drawing/2014/main" id="{3AFC07A7-26CA-4BBE-8226-3A8D704F6686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1"/>
          <p:cNvSpPr txBox="1">
            <a:spLocks noGrp="1"/>
          </p:cNvSpPr>
          <p:nvPr>
            <p:ph type="subTitle" idx="1"/>
          </p:nvPr>
        </p:nvSpPr>
        <p:spPr>
          <a:xfrm>
            <a:off x="1480188" y="3221263"/>
            <a:ext cx="6183900" cy="2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s-MX" sz="2000" dirty="0"/>
              <a:t>Facilita la toma de decisiones basadas en </a:t>
            </a:r>
            <a:r>
              <a:rPr lang="es-MX" sz="2000" b="1" dirty="0"/>
              <a:t>evidencia</a:t>
            </a:r>
            <a:r>
              <a:rPr lang="es-MX" sz="2000" dirty="0"/>
              <a:t>, fomenta la </a:t>
            </a:r>
            <a:r>
              <a:rPr lang="es-MX" sz="2000" b="1" dirty="0"/>
              <a:t>iteración y el aprendizaje validado</a:t>
            </a:r>
            <a:r>
              <a:rPr lang="es-MX" sz="2000" dirty="0"/>
              <a:t>, y reduce los riesgos en la creación de soluciones innovadoras.</a:t>
            </a:r>
          </a:p>
        </p:txBody>
      </p:sp>
      <p:sp>
        <p:nvSpPr>
          <p:cNvPr id="565" name="Google Shape;565;p41"/>
          <p:cNvSpPr txBox="1">
            <a:spLocks noGrp="1"/>
          </p:cNvSpPr>
          <p:nvPr>
            <p:ph type="title"/>
          </p:nvPr>
        </p:nvSpPr>
        <p:spPr>
          <a:xfrm>
            <a:off x="1519890" y="1703018"/>
            <a:ext cx="618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Importancia en el proceso de experimentación </a:t>
            </a:r>
            <a:endParaRPr dirty="0"/>
          </a:p>
        </p:txBody>
      </p:sp>
      <p:grpSp>
        <p:nvGrpSpPr>
          <p:cNvPr id="567" name="Google Shape;567;p41"/>
          <p:cNvGrpSpPr/>
          <p:nvPr/>
        </p:nvGrpSpPr>
        <p:grpSpPr>
          <a:xfrm>
            <a:off x="-1297764" y="2677375"/>
            <a:ext cx="3954293" cy="3862247"/>
            <a:chOff x="2755625" y="733575"/>
            <a:chExt cx="2250850" cy="2216625"/>
          </a:xfrm>
        </p:grpSpPr>
        <p:sp>
          <p:nvSpPr>
            <p:cNvPr id="568" name="Google Shape;568;p41"/>
            <p:cNvSpPr/>
            <p:nvPr/>
          </p:nvSpPr>
          <p:spPr>
            <a:xfrm>
              <a:off x="3681175" y="1637100"/>
              <a:ext cx="421775" cy="421750"/>
            </a:xfrm>
            <a:custGeom>
              <a:avLst/>
              <a:gdLst/>
              <a:ahLst/>
              <a:cxnLst/>
              <a:rect l="l" t="t" r="r" b="b"/>
              <a:pathLst>
                <a:path w="16871" h="16870" extrusionOk="0">
                  <a:moveTo>
                    <a:pt x="8451" y="0"/>
                  </a:moveTo>
                  <a:cubicBezTo>
                    <a:pt x="3770" y="0"/>
                    <a:pt x="1" y="3769"/>
                    <a:pt x="1" y="8450"/>
                  </a:cubicBezTo>
                  <a:cubicBezTo>
                    <a:pt x="1" y="13101"/>
                    <a:pt x="3770" y="16870"/>
                    <a:pt x="8451" y="16870"/>
                  </a:cubicBezTo>
                  <a:cubicBezTo>
                    <a:pt x="13101" y="16870"/>
                    <a:pt x="16871" y="13101"/>
                    <a:pt x="16871" y="8450"/>
                  </a:cubicBezTo>
                  <a:cubicBezTo>
                    <a:pt x="16871" y="3769"/>
                    <a:pt x="13101" y="0"/>
                    <a:pt x="84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1"/>
            <p:cNvSpPr/>
            <p:nvPr/>
          </p:nvSpPr>
          <p:spPr>
            <a:xfrm>
              <a:off x="3876475" y="824775"/>
              <a:ext cx="32700" cy="2049450"/>
            </a:xfrm>
            <a:custGeom>
              <a:avLst/>
              <a:gdLst/>
              <a:ahLst/>
              <a:cxnLst/>
              <a:rect l="l" t="t" r="r" b="b"/>
              <a:pathLst>
                <a:path w="1308" h="81978" fill="none" extrusionOk="0">
                  <a:moveTo>
                    <a:pt x="1308" y="0"/>
                  </a:moveTo>
                  <a:lnTo>
                    <a:pt x="1" y="81977"/>
                  </a:lnTo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1"/>
            <p:cNvSpPr/>
            <p:nvPr/>
          </p:nvSpPr>
          <p:spPr>
            <a:xfrm>
              <a:off x="2868100" y="1832375"/>
              <a:ext cx="2049450" cy="33475"/>
            </a:xfrm>
            <a:custGeom>
              <a:avLst/>
              <a:gdLst/>
              <a:ahLst/>
              <a:cxnLst/>
              <a:rect l="l" t="t" r="r" b="b"/>
              <a:pathLst>
                <a:path w="81978" h="1339" fill="none" extrusionOk="0">
                  <a:moveTo>
                    <a:pt x="81978" y="1338"/>
                  </a:moveTo>
                  <a:lnTo>
                    <a:pt x="1" y="1"/>
                  </a:lnTo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1"/>
            <p:cNvSpPr/>
            <p:nvPr/>
          </p:nvSpPr>
          <p:spPr>
            <a:xfrm>
              <a:off x="3156850" y="1136325"/>
              <a:ext cx="1471950" cy="1425575"/>
            </a:xfrm>
            <a:custGeom>
              <a:avLst/>
              <a:gdLst/>
              <a:ahLst/>
              <a:cxnLst/>
              <a:rect l="l" t="t" r="r" b="b"/>
              <a:pathLst>
                <a:path w="58878" h="57023" fill="none" extrusionOk="0">
                  <a:moveTo>
                    <a:pt x="58877" y="1"/>
                  </a:moveTo>
                  <a:lnTo>
                    <a:pt x="1" y="57023"/>
                  </a:lnTo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1"/>
            <p:cNvSpPr/>
            <p:nvPr/>
          </p:nvSpPr>
          <p:spPr>
            <a:xfrm>
              <a:off x="3179650" y="1113525"/>
              <a:ext cx="1425600" cy="1471925"/>
            </a:xfrm>
            <a:custGeom>
              <a:avLst/>
              <a:gdLst/>
              <a:ahLst/>
              <a:cxnLst/>
              <a:rect l="l" t="t" r="r" b="b"/>
              <a:pathLst>
                <a:path w="57024" h="58877" fill="none" extrusionOk="0">
                  <a:moveTo>
                    <a:pt x="57023" y="58877"/>
                  </a:moveTo>
                  <a:lnTo>
                    <a:pt x="1" y="1"/>
                  </a:lnTo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1"/>
            <p:cNvSpPr/>
            <p:nvPr/>
          </p:nvSpPr>
          <p:spPr>
            <a:xfrm>
              <a:off x="3850650" y="733575"/>
              <a:ext cx="111725" cy="112500"/>
            </a:xfrm>
            <a:custGeom>
              <a:avLst/>
              <a:gdLst/>
              <a:ahLst/>
              <a:cxnLst/>
              <a:rect l="l" t="t" r="r" b="b"/>
              <a:pathLst>
                <a:path w="4469" h="4500" extrusionOk="0">
                  <a:moveTo>
                    <a:pt x="2249" y="1"/>
                  </a:moveTo>
                  <a:cubicBezTo>
                    <a:pt x="1003" y="1"/>
                    <a:pt x="0" y="1004"/>
                    <a:pt x="0" y="2250"/>
                  </a:cubicBezTo>
                  <a:cubicBezTo>
                    <a:pt x="0" y="3496"/>
                    <a:pt x="1003" y="4499"/>
                    <a:pt x="2249" y="4499"/>
                  </a:cubicBezTo>
                  <a:cubicBezTo>
                    <a:pt x="3465" y="4499"/>
                    <a:pt x="4468" y="3496"/>
                    <a:pt x="4468" y="2250"/>
                  </a:cubicBezTo>
                  <a:cubicBezTo>
                    <a:pt x="4468" y="1004"/>
                    <a:pt x="3465" y="1"/>
                    <a:pt x="22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1"/>
            <p:cNvSpPr/>
            <p:nvPr/>
          </p:nvSpPr>
          <p:spPr>
            <a:xfrm>
              <a:off x="3090750" y="1026900"/>
              <a:ext cx="111725" cy="112500"/>
            </a:xfrm>
            <a:custGeom>
              <a:avLst/>
              <a:gdLst/>
              <a:ahLst/>
              <a:cxnLst/>
              <a:rect l="l" t="t" r="r" b="b"/>
              <a:pathLst>
                <a:path w="4469" h="4500" extrusionOk="0">
                  <a:moveTo>
                    <a:pt x="2250" y="1"/>
                  </a:moveTo>
                  <a:cubicBezTo>
                    <a:pt x="1004" y="1"/>
                    <a:pt x="0" y="1034"/>
                    <a:pt x="0" y="2250"/>
                  </a:cubicBezTo>
                  <a:cubicBezTo>
                    <a:pt x="0" y="3496"/>
                    <a:pt x="1004" y="4499"/>
                    <a:pt x="2250" y="4499"/>
                  </a:cubicBezTo>
                  <a:cubicBezTo>
                    <a:pt x="3466" y="4499"/>
                    <a:pt x="4469" y="3496"/>
                    <a:pt x="4469" y="2250"/>
                  </a:cubicBezTo>
                  <a:cubicBezTo>
                    <a:pt x="4469" y="1034"/>
                    <a:pt x="3466" y="1"/>
                    <a:pt x="22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1"/>
            <p:cNvSpPr/>
            <p:nvPr/>
          </p:nvSpPr>
          <p:spPr>
            <a:xfrm>
              <a:off x="2755625" y="1773875"/>
              <a:ext cx="111750" cy="112475"/>
            </a:xfrm>
            <a:custGeom>
              <a:avLst/>
              <a:gdLst/>
              <a:ahLst/>
              <a:cxnLst/>
              <a:rect l="l" t="t" r="r" b="b"/>
              <a:pathLst>
                <a:path w="4470" h="4499" extrusionOk="0">
                  <a:moveTo>
                    <a:pt x="2220" y="0"/>
                  </a:moveTo>
                  <a:cubicBezTo>
                    <a:pt x="1004" y="0"/>
                    <a:pt x="1" y="1034"/>
                    <a:pt x="1" y="2250"/>
                  </a:cubicBezTo>
                  <a:cubicBezTo>
                    <a:pt x="1" y="3466"/>
                    <a:pt x="974" y="4499"/>
                    <a:pt x="2220" y="4499"/>
                  </a:cubicBezTo>
                  <a:cubicBezTo>
                    <a:pt x="3436" y="4499"/>
                    <a:pt x="4469" y="3496"/>
                    <a:pt x="4469" y="2250"/>
                  </a:cubicBezTo>
                  <a:cubicBezTo>
                    <a:pt x="4469" y="1003"/>
                    <a:pt x="3496" y="0"/>
                    <a:pt x="22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1"/>
            <p:cNvSpPr/>
            <p:nvPr/>
          </p:nvSpPr>
          <p:spPr>
            <a:xfrm>
              <a:off x="3819475" y="2837725"/>
              <a:ext cx="111750" cy="112475"/>
            </a:xfrm>
            <a:custGeom>
              <a:avLst/>
              <a:gdLst/>
              <a:ahLst/>
              <a:cxnLst/>
              <a:rect l="l" t="t" r="r" b="b"/>
              <a:pathLst>
                <a:path w="4470" h="4499" extrusionOk="0">
                  <a:moveTo>
                    <a:pt x="2220" y="0"/>
                  </a:moveTo>
                  <a:cubicBezTo>
                    <a:pt x="1004" y="0"/>
                    <a:pt x="1" y="1034"/>
                    <a:pt x="1" y="2249"/>
                  </a:cubicBezTo>
                  <a:cubicBezTo>
                    <a:pt x="1" y="3465"/>
                    <a:pt x="974" y="4499"/>
                    <a:pt x="2220" y="4499"/>
                  </a:cubicBezTo>
                  <a:cubicBezTo>
                    <a:pt x="3436" y="4499"/>
                    <a:pt x="4469" y="3496"/>
                    <a:pt x="4469" y="2249"/>
                  </a:cubicBezTo>
                  <a:cubicBezTo>
                    <a:pt x="4469" y="1003"/>
                    <a:pt x="3496" y="0"/>
                    <a:pt x="22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1"/>
            <p:cNvSpPr/>
            <p:nvPr/>
          </p:nvSpPr>
          <p:spPr>
            <a:xfrm>
              <a:off x="3076300" y="2519325"/>
              <a:ext cx="112500" cy="112500"/>
            </a:xfrm>
            <a:custGeom>
              <a:avLst/>
              <a:gdLst/>
              <a:ahLst/>
              <a:cxnLst/>
              <a:rect l="l" t="t" r="r" b="b"/>
              <a:pathLst>
                <a:path w="4500" h="4500" extrusionOk="0">
                  <a:moveTo>
                    <a:pt x="2250" y="0"/>
                  </a:moveTo>
                  <a:cubicBezTo>
                    <a:pt x="1004" y="0"/>
                    <a:pt x="1" y="1004"/>
                    <a:pt x="1" y="2250"/>
                  </a:cubicBezTo>
                  <a:cubicBezTo>
                    <a:pt x="1" y="3496"/>
                    <a:pt x="1004" y="4499"/>
                    <a:pt x="2250" y="4499"/>
                  </a:cubicBezTo>
                  <a:cubicBezTo>
                    <a:pt x="3466" y="4499"/>
                    <a:pt x="4500" y="3496"/>
                    <a:pt x="4500" y="2250"/>
                  </a:cubicBezTo>
                  <a:cubicBezTo>
                    <a:pt x="4500" y="1004"/>
                    <a:pt x="3466" y="0"/>
                    <a:pt x="22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1"/>
            <p:cNvSpPr/>
            <p:nvPr/>
          </p:nvSpPr>
          <p:spPr>
            <a:xfrm>
              <a:off x="4585450" y="2568700"/>
              <a:ext cx="112500" cy="112500"/>
            </a:xfrm>
            <a:custGeom>
              <a:avLst/>
              <a:gdLst/>
              <a:ahLst/>
              <a:cxnLst/>
              <a:rect l="l" t="t" r="r" b="b"/>
              <a:pathLst>
                <a:path w="4500" h="4500" extrusionOk="0">
                  <a:moveTo>
                    <a:pt x="2302" y="1"/>
                  </a:moveTo>
                  <a:cubicBezTo>
                    <a:pt x="2285" y="1"/>
                    <a:pt x="2268" y="1"/>
                    <a:pt x="2250" y="1"/>
                  </a:cubicBezTo>
                  <a:cubicBezTo>
                    <a:pt x="1034" y="1"/>
                    <a:pt x="1" y="1035"/>
                    <a:pt x="1" y="2250"/>
                  </a:cubicBezTo>
                  <a:cubicBezTo>
                    <a:pt x="1" y="3466"/>
                    <a:pt x="1004" y="4500"/>
                    <a:pt x="2250" y="4500"/>
                  </a:cubicBezTo>
                  <a:cubicBezTo>
                    <a:pt x="3466" y="4500"/>
                    <a:pt x="4499" y="3497"/>
                    <a:pt x="4499" y="2250"/>
                  </a:cubicBezTo>
                  <a:cubicBezTo>
                    <a:pt x="4499" y="1022"/>
                    <a:pt x="3495" y="1"/>
                    <a:pt x="23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1"/>
            <p:cNvSpPr/>
            <p:nvPr/>
          </p:nvSpPr>
          <p:spPr>
            <a:xfrm>
              <a:off x="4894725" y="1811875"/>
              <a:ext cx="111750" cy="112475"/>
            </a:xfrm>
            <a:custGeom>
              <a:avLst/>
              <a:gdLst/>
              <a:ahLst/>
              <a:cxnLst/>
              <a:rect l="l" t="t" r="r" b="b"/>
              <a:pathLst>
                <a:path w="4470" h="4499" extrusionOk="0">
                  <a:moveTo>
                    <a:pt x="2220" y="0"/>
                  </a:moveTo>
                  <a:cubicBezTo>
                    <a:pt x="1004" y="0"/>
                    <a:pt x="1" y="1003"/>
                    <a:pt x="1" y="2249"/>
                  </a:cubicBezTo>
                  <a:cubicBezTo>
                    <a:pt x="1" y="3465"/>
                    <a:pt x="1004" y="4499"/>
                    <a:pt x="2220" y="4499"/>
                  </a:cubicBezTo>
                  <a:cubicBezTo>
                    <a:pt x="3466" y="4499"/>
                    <a:pt x="4469" y="3465"/>
                    <a:pt x="4469" y="2249"/>
                  </a:cubicBezTo>
                  <a:cubicBezTo>
                    <a:pt x="4469" y="1003"/>
                    <a:pt x="3466" y="0"/>
                    <a:pt x="22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1"/>
            <p:cNvSpPr/>
            <p:nvPr/>
          </p:nvSpPr>
          <p:spPr>
            <a:xfrm>
              <a:off x="4599900" y="1051975"/>
              <a:ext cx="112475" cy="111725"/>
            </a:xfrm>
            <a:custGeom>
              <a:avLst/>
              <a:gdLst/>
              <a:ahLst/>
              <a:cxnLst/>
              <a:rect l="l" t="t" r="r" b="b"/>
              <a:pathLst>
                <a:path w="4499" h="4469" extrusionOk="0">
                  <a:moveTo>
                    <a:pt x="2250" y="1"/>
                  </a:moveTo>
                  <a:cubicBezTo>
                    <a:pt x="1003" y="1"/>
                    <a:pt x="0" y="1004"/>
                    <a:pt x="0" y="2250"/>
                  </a:cubicBezTo>
                  <a:cubicBezTo>
                    <a:pt x="0" y="3466"/>
                    <a:pt x="1003" y="4469"/>
                    <a:pt x="2250" y="4469"/>
                  </a:cubicBezTo>
                  <a:cubicBezTo>
                    <a:pt x="3465" y="4469"/>
                    <a:pt x="4499" y="3466"/>
                    <a:pt x="4499" y="2250"/>
                  </a:cubicBezTo>
                  <a:cubicBezTo>
                    <a:pt x="4499" y="1004"/>
                    <a:pt x="3465" y="1"/>
                    <a:pt x="22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1" name="Google Shape;581;p41"/>
          <p:cNvGrpSpPr/>
          <p:nvPr/>
        </p:nvGrpSpPr>
        <p:grpSpPr>
          <a:xfrm>
            <a:off x="6567069" y="-887645"/>
            <a:ext cx="2929878" cy="2929878"/>
            <a:chOff x="6126525" y="2231325"/>
            <a:chExt cx="896700" cy="896700"/>
          </a:xfrm>
        </p:grpSpPr>
        <p:sp>
          <p:nvSpPr>
            <p:cNvPr id="582" name="Google Shape;582;p41"/>
            <p:cNvSpPr/>
            <p:nvPr/>
          </p:nvSpPr>
          <p:spPr>
            <a:xfrm>
              <a:off x="6126525" y="2467650"/>
              <a:ext cx="661125" cy="660375"/>
            </a:xfrm>
            <a:custGeom>
              <a:avLst/>
              <a:gdLst/>
              <a:ahLst/>
              <a:cxnLst/>
              <a:rect l="l" t="t" r="r" b="b"/>
              <a:pathLst>
                <a:path w="26445" h="26415" fill="none" extrusionOk="0">
                  <a:moveTo>
                    <a:pt x="26445" y="13223"/>
                  </a:moveTo>
                  <a:cubicBezTo>
                    <a:pt x="26445" y="20518"/>
                    <a:pt x="20517" y="26414"/>
                    <a:pt x="13222" y="26414"/>
                  </a:cubicBezTo>
                  <a:cubicBezTo>
                    <a:pt x="5927" y="26414"/>
                    <a:pt x="0" y="20518"/>
                    <a:pt x="0" y="13223"/>
                  </a:cubicBezTo>
                  <a:cubicBezTo>
                    <a:pt x="0" y="5897"/>
                    <a:pt x="5927" y="1"/>
                    <a:pt x="13222" y="1"/>
                  </a:cubicBezTo>
                  <a:cubicBezTo>
                    <a:pt x="20517" y="1"/>
                    <a:pt x="26445" y="5897"/>
                    <a:pt x="26445" y="13223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1"/>
            <p:cNvSpPr/>
            <p:nvPr/>
          </p:nvSpPr>
          <p:spPr>
            <a:xfrm>
              <a:off x="6240500" y="2352150"/>
              <a:ext cx="661125" cy="661125"/>
            </a:xfrm>
            <a:custGeom>
              <a:avLst/>
              <a:gdLst/>
              <a:ahLst/>
              <a:cxnLst/>
              <a:rect l="l" t="t" r="r" b="b"/>
              <a:pathLst>
                <a:path w="26445" h="26445" fill="none" extrusionOk="0">
                  <a:moveTo>
                    <a:pt x="26445" y="13223"/>
                  </a:moveTo>
                  <a:cubicBezTo>
                    <a:pt x="26445" y="20517"/>
                    <a:pt x="20518" y="26445"/>
                    <a:pt x="13223" y="26445"/>
                  </a:cubicBezTo>
                  <a:cubicBezTo>
                    <a:pt x="5928" y="26445"/>
                    <a:pt x="1" y="20517"/>
                    <a:pt x="1" y="13223"/>
                  </a:cubicBezTo>
                  <a:cubicBezTo>
                    <a:pt x="1" y="5928"/>
                    <a:pt x="5928" y="0"/>
                    <a:pt x="13223" y="0"/>
                  </a:cubicBezTo>
                  <a:cubicBezTo>
                    <a:pt x="20518" y="0"/>
                    <a:pt x="26445" y="5928"/>
                    <a:pt x="26445" y="13223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1"/>
            <p:cNvSpPr/>
            <p:nvPr/>
          </p:nvSpPr>
          <p:spPr>
            <a:xfrm>
              <a:off x="6362075" y="2231325"/>
              <a:ext cx="661150" cy="661125"/>
            </a:xfrm>
            <a:custGeom>
              <a:avLst/>
              <a:gdLst/>
              <a:ahLst/>
              <a:cxnLst/>
              <a:rect l="l" t="t" r="r" b="b"/>
              <a:pathLst>
                <a:path w="26446" h="26445" fill="none" extrusionOk="0">
                  <a:moveTo>
                    <a:pt x="26445" y="13223"/>
                  </a:moveTo>
                  <a:cubicBezTo>
                    <a:pt x="26445" y="20548"/>
                    <a:pt x="20518" y="26445"/>
                    <a:pt x="13223" y="26445"/>
                  </a:cubicBezTo>
                  <a:cubicBezTo>
                    <a:pt x="5928" y="26445"/>
                    <a:pt x="1" y="20548"/>
                    <a:pt x="1" y="13223"/>
                  </a:cubicBezTo>
                  <a:cubicBezTo>
                    <a:pt x="1" y="5928"/>
                    <a:pt x="5928" y="1"/>
                    <a:pt x="13223" y="1"/>
                  </a:cubicBezTo>
                  <a:cubicBezTo>
                    <a:pt x="20518" y="1"/>
                    <a:pt x="26445" y="5928"/>
                    <a:pt x="26445" y="13223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41"/>
          <p:cNvGrpSpPr/>
          <p:nvPr/>
        </p:nvGrpSpPr>
        <p:grpSpPr>
          <a:xfrm>
            <a:off x="5487050" y="3777065"/>
            <a:ext cx="3656961" cy="1507437"/>
            <a:chOff x="2536800" y="3723750"/>
            <a:chExt cx="848050" cy="349575"/>
          </a:xfrm>
        </p:grpSpPr>
        <p:sp>
          <p:nvSpPr>
            <p:cNvPr id="586" name="Google Shape;586;p41"/>
            <p:cNvSpPr/>
            <p:nvPr/>
          </p:nvSpPr>
          <p:spPr>
            <a:xfrm>
              <a:off x="2536800" y="3723750"/>
              <a:ext cx="313850" cy="349575"/>
            </a:xfrm>
            <a:custGeom>
              <a:avLst/>
              <a:gdLst/>
              <a:ahLst/>
              <a:cxnLst/>
              <a:rect l="l" t="t" r="r" b="b"/>
              <a:pathLst>
                <a:path w="12554" h="13983" extrusionOk="0">
                  <a:moveTo>
                    <a:pt x="0" y="0"/>
                  </a:moveTo>
                  <a:lnTo>
                    <a:pt x="8845" y="13982"/>
                  </a:lnTo>
                  <a:lnTo>
                    <a:pt x="12553" y="13982"/>
                  </a:lnTo>
                  <a:lnTo>
                    <a:pt x="37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1"/>
            <p:cNvSpPr/>
            <p:nvPr/>
          </p:nvSpPr>
          <p:spPr>
            <a:xfrm>
              <a:off x="2715350" y="3723750"/>
              <a:ext cx="313875" cy="349575"/>
            </a:xfrm>
            <a:custGeom>
              <a:avLst/>
              <a:gdLst/>
              <a:ahLst/>
              <a:cxnLst/>
              <a:rect l="l" t="t" r="r" b="b"/>
              <a:pathLst>
                <a:path w="12555" h="13983" extrusionOk="0">
                  <a:moveTo>
                    <a:pt x="1" y="0"/>
                  </a:moveTo>
                  <a:lnTo>
                    <a:pt x="8846" y="13982"/>
                  </a:lnTo>
                  <a:lnTo>
                    <a:pt x="12554" y="13982"/>
                  </a:lnTo>
                  <a:lnTo>
                    <a:pt x="36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1"/>
            <p:cNvSpPr/>
            <p:nvPr/>
          </p:nvSpPr>
          <p:spPr>
            <a:xfrm>
              <a:off x="2893925" y="3723750"/>
              <a:ext cx="313875" cy="349575"/>
            </a:xfrm>
            <a:custGeom>
              <a:avLst/>
              <a:gdLst/>
              <a:ahLst/>
              <a:cxnLst/>
              <a:rect l="l" t="t" r="r" b="b"/>
              <a:pathLst>
                <a:path w="12555" h="13983" extrusionOk="0">
                  <a:moveTo>
                    <a:pt x="1" y="0"/>
                  </a:moveTo>
                  <a:lnTo>
                    <a:pt x="8816" y="13982"/>
                  </a:lnTo>
                  <a:lnTo>
                    <a:pt x="12554" y="13982"/>
                  </a:lnTo>
                  <a:lnTo>
                    <a:pt x="3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1"/>
            <p:cNvSpPr/>
            <p:nvPr/>
          </p:nvSpPr>
          <p:spPr>
            <a:xfrm>
              <a:off x="3071750" y="3723750"/>
              <a:ext cx="313100" cy="349575"/>
            </a:xfrm>
            <a:custGeom>
              <a:avLst/>
              <a:gdLst/>
              <a:ahLst/>
              <a:cxnLst/>
              <a:rect l="l" t="t" r="r" b="b"/>
              <a:pathLst>
                <a:path w="12524" h="13983" extrusionOk="0">
                  <a:moveTo>
                    <a:pt x="1" y="0"/>
                  </a:moveTo>
                  <a:lnTo>
                    <a:pt x="8846" y="13982"/>
                  </a:lnTo>
                  <a:lnTo>
                    <a:pt x="12524" y="13982"/>
                  </a:lnTo>
                  <a:lnTo>
                    <a:pt x="36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0" name="Google Shape;590;p41"/>
          <p:cNvSpPr/>
          <p:nvPr/>
        </p:nvSpPr>
        <p:spPr>
          <a:xfrm>
            <a:off x="-974975" y="-706250"/>
            <a:ext cx="4382149" cy="2929874"/>
          </a:xfrm>
          <a:custGeom>
            <a:avLst/>
            <a:gdLst/>
            <a:ahLst/>
            <a:cxnLst/>
            <a:rect l="l" t="t" r="r" b="b"/>
            <a:pathLst>
              <a:path w="142070" h="94987" fill="none" extrusionOk="0">
                <a:moveTo>
                  <a:pt x="112434" y="91977"/>
                </a:moveTo>
                <a:cubicBezTo>
                  <a:pt x="123589" y="86141"/>
                  <a:pt x="130246" y="74196"/>
                  <a:pt x="134349" y="62311"/>
                </a:cubicBezTo>
                <a:cubicBezTo>
                  <a:pt x="140246" y="45199"/>
                  <a:pt x="142070" y="25563"/>
                  <a:pt x="133529" y="9605"/>
                </a:cubicBezTo>
                <a:cubicBezTo>
                  <a:pt x="131948" y="6566"/>
                  <a:pt x="129820" y="3617"/>
                  <a:pt x="126690" y="2189"/>
                </a:cubicBezTo>
                <a:cubicBezTo>
                  <a:pt x="121826" y="0"/>
                  <a:pt x="116142" y="2280"/>
                  <a:pt x="111583" y="5046"/>
                </a:cubicBezTo>
                <a:cubicBezTo>
                  <a:pt x="100245" y="12007"/>
                  <a:pt x="91339" y="22220"/>
                  <a:pt x="83072" y="32676"/>
                </a:cubicBezTo>
                <a:cubicBezTo>
                  <a:pt x="75412" y="42402"/>
                  <a:pt x="68178" y="52463"/>
                  <a:pt x="61430" y="62889"/>
                </a:cubicBezTo>
                <a:cubicBezTo>
                  <a:pt x="56141" y="71004"/>
                  <a:pt x="51065" y="79485"/>
                  <a:pt x="48785" y="88907"/>
                </a:cubicBezTo>
                <a:cubicBezTo>
                  <a:pt x="48421" y="90245"/>
                  <a:pt x="48208" y="91795"/>
                  <a:pt x="48998" y="92920"/>
                </a:cubicBezTo>
                <a:cubicBezTo>
                  <a:pt x="49484" y="93649"/>
                  <a:pt x="50336" y="94075"/>
                  <a:pt x="51217" y="94257"/>
                </a:cubicBezTo>
                <a:cubicBezTo>
                  <a:pt x="54865" y="94987"/>
                  <a:pt x="57995" y="91673"/>
                  <a:pt x="59971" y="88573"/>
                </a:cubicBezTo>
                <a:cubicBezTo>
                  <a:pt x="69941" y="72767"/>
                  <a:pt x="71065" y="52858"/>
                  <a:pt x="68330" y="34378"/>
                </a:cubicBezTo>
                <a:cubicBezTo>
                  <a:pt x="67479" y="28451"/>
                  <a:pt x="65989" y="22159"/>
                  <a:pt x="61491" y="18116"/>
                </a:cubicBezTo>
                <a:cubicBezTo>
                  <a:pt x="55503" y="12736"/>
                  <a:pt x="45776" y="13405"/>
                  <a:pt x="38937" y="17691"/>
                </a:cubicBezTo>
                <a:cubicBezTo>
                  <a:pt x="32098" y="22007"/>
                  <a:pt x="27539" y="29059"/>
                  <a:pt x="23557" y="36050"/>
                </a:cubicBezTo>
                <a:cubicBezTo>
                  <a:pt x="13466" y="53770"/>
                  <a:pt x="5532" y="72646"/>
                  <a:pt x="0" y="92251"/>
                </a:cubicBezTo>
              </a:path>
            </a:pathLst>
          </a:custGeom>
          <a:noFill/>
          <a:ln w="9875" cap="flat" cmpd="sng">
            <a:solidFill>
              <a:schemeClr val="dk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1" name="Google Shape;591;p41"/>
          <p:cNvGrpSpPr/>
          <p:nvPr/>
        </p:nvGrpSpPr>
        <p:grpSpPr>
          <a:xfrm>
            <a:off x="3891282" y="-154754"/>
            <a:ext cx="1361730" cy="1239048"/>
            <a:chOff x="5182725" y="3215925"/>
            <a:chExt cx="192275" cy="174950"/>
          </a:xfrm>
        </p:grpSpPr>
        <p:sp>
          <p:nvSpPr>
            <p:cNvPr id="592" name="Google Shape;592;p41"/>
            <p:cNvSpPr/>
            <p:nvPr/>
          </p:nvSpPr>
          <p:spPr>
            <a:xfrm>
              <a:off x="5182725" y="3215925"/>
              <a:ext cx="192275" cy="174950"/>
            </a:xfrm>
            <a:custGeom>
              <a:avLst/>
              <a:gdLst/>
              <a:ahLst/>
              <a:cxnLst/>
              <a:rect l="l" t="t" r="r" b="b"/>
              <a:pathLst>
                <a:path w="7691" h="6998" extrusionOk="0">
                  <a:moveTo>
                    <a:pt x="3824" y="1"/>
                  </a:moveTo>
                  <a:cubicBezTo>
                    <a:pt x="2250" y="1"/>
                    <a:pt x="845" y="1077"/>
                    <a:pt x="457" y="2684"/>
                  </a:cubicBezTo>
                  <a:cubicBezTo>
                    <a:pt x="1" y="4569"/>
                    <a:pt x="1186" y="6453"/>
                    <a:pt x="3071" y="6909"/>
                  </a:cubicBezTo>
                  <a:cubicBezTo>
                    <a:pt x="3330" y="6969"/>
                    <a:pt x="3590" y="6997"/>
                    <a:pt x="3847" y="6997"/>
                  </a:cubicBezTo>
                  <a:cubicBezTo>
                    <a:pt x="5424" y="6997"/>
                    <a:pt x="6873" y="5916"/>
                    <a:pt x="7265" y="4295"/>
                  </a:cubicBezTo>
                  <a:cubicBezTo>
                    <a:pt x="7691" y="2410"/>
                    <a:pt x="6536" y="526"/>
                    <a:pt x="4651" y="100"/>
                  </a:cubicBezTo>
                  <a:cubicBezTo>
                    <a:pt x="4373" y="33"/>
                    <a:pt x="4096" y="1"/>
                    <a:pt x="38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1"/>
            <p:cNvSpPr/>
            <p:nvPr/>
          </p:nvSpPr>
          <p:spPr>
            <a:xfrm>
              <a:off x="5248075" y="3271625"/>
              <a:ext cx="62350" cy="63075"/>
            </a:xfrm>
            <a:custGeom>
              <a:avLst/>
              <a:gdLst/>
              <a:ahLst/>
              <a:cxnLst/>
              <a:rect l="l" t="t" r="r" b="b"/>
              <a:pathLst>
                <a:path w="2494" h="2523" extrusionOk="0">
                  <a:moveTo>
                    <a:pt x="1247" y="0"/>
                  </a:moveTo>
                  <a:cubicBezTo>
                    <a:pt x="548" y="0"/>
                    <a:pt x="1" y="578"/>
                    <a:pt x="1" y="1277"/>
                  </a:cubicBezTo>
                  <a:cubicBezTo>
                    <a:pt x="1" y="1945"/>
                    <a:pt x="548" y="2523"/>
                    <a:pt x="1247" y="2523"/>
                  </a:cubicBezTo>
                  <a:cubicBezTo>
                    <a:pt x="1916" y="2523"/>
                    <a:pt x="2493" y="1945"/>
                    <a:pt x="2493" y="1277"/>
                  </a:cubicBezTo>
                  <a:cubicBezTo>
                    <a:pt x="2493" y="578"/>
                    <a:pt x="1916" y="0"/>
                    <a:pt x="1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4" name="Google Shape;594;p41"/>
          <p:cNvSpPr/>
          <p:nvPr/>
        </p:nvSpPr>
        <p:spPr>
          <a:xfrm>
            <a:off x="2418475" y="891300"/>
            <a:ext cx="1199900" cy="747000"/>
          </a:xfrm>
          <a:custGeom>
            <a:avLst/>
            <a:gdLst/>
            <a:ahLst/>
            <a:cxnLst/>
            <a:rect l="l" t="t" r="r" b="b"/>
            <a:pathLst>
              <a:path w="47996" h="29880" extrusionOk="0">
                <a:moveTo>
                  <a:pt x="24104" y="0"/>
                </a:moveTo>
                <a:cubicBezTo>
                  <a:pt x="21126" y="0"/>
                  <a:pt x="18299" y="517"/>
                  <a:pt x="15563" y="1520"/>
                </a:cubicBezTo>
                <a:cubicBezTo>
                  <a:pt x="12858" y="2554"/>
                  <a:pt x="10274" y="4165"/>
                  <a:pt x="7873" y="6323"/>
                </a:cubicBezTo>
                <a:cubicBezTo>
                  <a:pt x="5472" y="8481"/>
                  <a:pt x="3587" y="11520"/>
                  <a:pt x="2128" y="15411"/>
                </a:cubicBezTo>
                <a:cubicBezTo>
                  <a:pt x="730" y="19302"/>
                  <a:pt x="1" y="23831"/>
                  <a:pt x="1" y="28998"/>
                </a:cubicBezTo>
                <a:lnTo>
                  <a:pt x="1" y="29879"/>
                </a:lnTo>
                <a:lnTo>
                  <a:pt x="18147" y="29879"/>
                </a:lnTo>
                <a:lnTo>
                  <a:pt x="18147" y="28998"/>
                </a:lnTo>
                <a:cubicBezTo>
                  <a:pt x="18147" y="24439"/>
                  <a:pt x="18694" y="21065"/>
                  <a:pt x="19879" y="18907"/>
                </a:cubicBezTo>
                <a:cubicBezTo>
                  <a:pt x="21065" y="16748"/>
                  <a:pt x="22433" y="15624"/>
                  <a:pt x="23983" y="15624"/>
                </a:cubicBezTo>
                <a:cubicBezTo>
                  <a:pt x="25685" y="15624"/>
                  <a:pt x="27144" y="16779"/>
                  <a:pt x="28238" y="18998"/>
                </a:cubicBezTo>
                <a:cubicBezTo>
                  <a:pt x="29393" y="21247"/>
                  <a:pt x="29940" y="24560"/>
                  <a:pt x="29940" y="28937"/>
                </a:cubicBezTo>
                <a:lnTo>
                  <a:pt x="29940" y="29879"/>
                </a:lnTo>
                <a:lnTo>
                  <a:pt x="47995" y="29879"/>
                </a:lnTo>
                <a:lnTo>
                  <a:pt x="47995" y="28816"/>
                </a:lnTo>
                <a:cubicBezTo>
                  <a:pt x="47995" y="19393"/>
                  <a:pt x="45746" y="12250"/>
                  <a:pt x="41278" y="7356"/>
                </a:cubicBezTo>
                <a:cubicBezTo>
                  <a:pt x="36779" y="2432"/>
                  <a:pt x="31065" y="0"/>
                  <a:pt x="2410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roup 14">
            <a:extLst>
              <a:ext uri="{FF2B5EF4-FFF2-40B4-BE49-F238E27FC236}">
                <a16:creationId xmlns:a16="http://schemas.microsoft.com/office/drawing/2014/main" id="{717CEE2C-123E-4361-BB7C-81D6C6B48121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F4192385-6A2B-43B3-B354-30FA84A76F9E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TextBox 16">
              <a:extLst>
                <a:ext uri="{FF2B5EF4-FFF2-40B4-BE49-F238E27FC236}">
                  <a16:creationId xmlns:a16="http://schemas.microsoft.com/office/drawing/2014/main" id="{11278C29-9B41-4ECE-840D-B4C42F2CB3FB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Freeform 17">
            <a:extLst>
              <a:ext uri="{FF2B5EF4-FFF2-40B4-BE49-F238E27FC236}">
                <a16:creationId xmlns:a16="http://schemas.microsoft.com/office/drawing/2014/main" id="{98FAE62D-59FB-477A-95A0-7117DB258D68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" name="Google Shape;716;p47"/>
          <p:cNvGrpSpPr/>
          <p:nvPr/>
        </p:nvGrpSpPr>
        <p:grpSpPr>
          <a:xfrm>
            <a:off x="7397950" y="3289133"/>
            <a:ext cx="1950323" cy="3175851"/>
            <a:chOff x="917450" y="-771750"/>
            <a:chExt cx="1059325" cy="1724975"/>
          </a:xfrm>
        </p:grpSpPr>
        <p:sp>
          <p:nvSpPr>
            <p:cNvPr id="717" name="Google Shape;717;p47"/>
            <p:cNvSpPr/>
            <p:nvPr/>
          </p:nvSpPr>
          <p:spPr>
            <a:xfrm>
              <a:off x="917450" y="-771750"/>
              <a:ext cx="541075" cy="1724975"/>
            </a:xfrm>
            <a:custGeom>
              <a:avLst/>
              <a:gdLst/>
              <a:ahLst/>
              <a:cxnLst/>
              <a:rect l="l" t="t" r="r" b="b"/>
              <a:pathLst>
                <a:path w="21643" h="68999" fill="none" extrusionOk="0">
                  <a:moveTo>
                    <a:pt x="21643" y="34499"/>
                  </a:moveTo>
                  <a:cubicBezTo>
                    <a:pt x="21643" y="53557"/>
                    <a:pt x="16810" y="68998"/>
                    <a:pt x="10822" y="68998"/>
                  </a:cubicBezTo>
                  <a:cubicBezTo>
                    <a:pt x="4834" y="68998"/>
                    <a:pt x="1" y="53557"/>
                    <a:pt x="1" y="34499"/>
                  </a:cubicBezTo>
                  <a:cubicBezTo>
                    <a:pt x="1" y="15441"/>
                    <a:pt x="4834" y="0"/>
                    <a:pt x="10822" y="0"/>
                  </a:cubicBezTo>
                  <a:cubicBezTo>
                    <a:pt x="16810" y="0"/>
                    <a:pt x="21643" y="15441"/>
                    <a:pt x="21643" y="34499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7"/>
            <p:cNvSpPr/>
            <p:nvPr/>
          </p:nvSpPr>
          <p:spPr>
            <a:xfrm>
              <a:off x="1175825" y="-771750"/>
              <a:ext cx="541075" cy="1724975"/>
            </a:xfrm>
            <a:custGeom>
              <a:avLst/>
              <a:gdLst/>
              <a:ahLst/>
              <a:cxnLst/>
              <a:rect l="l" t="t" r="r" b="b"/>
              <a:pathLst>
                <a:path w="21643" h="68999" fill="none" extrusionOk="0">
                  <a:moveTo>
                    <a:pt x="21642" y="34499"/>
                  </a:moveTo>
                  <a:cubicBezTo>
                    <a:pt x="21642" y="53557"/>
                    <a:pt x="16809" y="68998"/>
                    <a:pt x="10821" y="68998"/>
                  </a:cubicBezTo>
                  <a:cubicBezTo>
                    <a:pt x="4833" y="68998"/>
                    <a:pt x="0" y="53557"/>
                    <a:pt x="0" y="34499"/>
                  </a:cubicBezTo>
                  <a:cubicBezTo>
                    <a:pt x="0" y="15441"/>
                    <a:pt x="4833" y="0"/>
                    <a:pt x="10821" y="0"/>
                  </a:cubicBezTo>
                  <a:cubicBezTo>
                    <a:pt x="16809" y="0"/>
                    <a:pt x="21642" y="15441"/>
                    <a:pt x="21642" y="34499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7"/>
            <p:cNvSpPr/>
            <p:nvPr/>
          </p:nvSpPr>
          <p:spPr>
            <a:xfrm>
              <a:off x="1434950" y="-771750"/>
              <a:ext cx="541825" cy="1724975"/>
            </a:xfrm>
            <a:custGeom>
              <a:avLst/>
              <a:gdLst/>
              <a:ahLst/>
              <a:cxnLst/>
              <a:rect l="l" t="t" r="r" b="b"/>
              <a:pathLst>
                <a:path w="21673" h="68999" fill="none" extrusionOk="0">
                  <a:moveTo>
                    <a:pt x="21672" y="34499"/>
                  </a:moveTo>
                  <a:cubicBezTo>
                    <a:pt x="21672" y="53557"/>
                    <a:pt x="16809" y="68998"/>
                    <a:pt x="10821" y="68998"/>
                  </a:cubicBezTo>
                  <a:cubicBezTo>
                    <a:pt x="4833" y="68998"/>
                    <a:pt x="0" y="53557"/>
                    <a:pt x="0" y="34499"/>
                  </a:cubicBezTo>
                  <a:cubicBezTo>
                    <a:pt x="0" y="15441"/>
                    <a:pt x="4833" y="0"/>
                    <a:pt x="10821" y="0"/>
                  </a:cubicBezTo>
                  <a:cubicBezTo>
                    <a:pt x="16809" y="0"/>
                    <a:pt x="21672" y="15441"/>
                    <a:pt x="21672" y="34499"/>
                  </a:cubicBezTo>
                  <a:close/>
                </a:path>
              </a:pathLst>
            </a:custGeom>
            <a:noFill/>
            <a:ln w="9875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47"/>
          <p:cNvGrpSpPr/>
          <p:nvPr/>
        </p:nvGrpSpPr>
        <p:grpSpPr>
          <a:xfrm>
            <a:off x="-1704289" y="-1788625"/>
            <a:ext cx="3954293" cy="3862247"/>
            <a:chOff x="2755625" y="733575"/>
            <a:chExt cx="2250850" cy="2216625"/>
          </a:xfrm>
        </p:grpSpPr>
        <p:sp>
          <p:nvSpPr>
            <p:cNvPr id="721" name="Google Shape;721;p47"/>
            <p:cNvSpPr/>
            <p:nvPr/>
          </p:nvSpPr>
          <p:spPr>
            <a:xfrm>
              <a:off x="3681175" y="1637100"/>
              <a:ext cx="421775" cy="421750"/>
            </a:xfrm>
            <a:custGeom>
              <a:avLst/>
              <a:gdLst/>
              <a:ahLst/>
              <a:cxnLst/>
              <a:rect l="l" t="t" r="r" b="b"/>
              <a:pathLst>
                <a:path w="16871" h="16870" extrusionOk="0">
                  <a:moveTo>
                    <a:pt x="8451" y="0"/>
                  </a:moveTo>
                  <a:cubicBezTo>
                    <a:pt x="3770" y="0"/>
                    <a:pt x="1" y="3769"/>
                    <a:pt x="1" y="8450"/>
                  </a:cubicBezTo>
                  <a:cubicBezTo>
                    <a:pt x="1" y="13101"/>
                    <a:pt x="3770" y="16870"/>
                    <a:pt x="8451" y="16870"/>
                  </a:cubicBezTo>
                  <a:cubicBezTo>
                    <a:pt x="13101" y="16870"/>
                    <a:pt x="16871" y="13101"/>
                    <a:pt x="16871" y="8450"/>
                  </a:cubicBezTo>
                  <a:cubicBezTo>
                    <a:pt x="16871" y="3769"/>
                    <a:pt x="13101" y="0"/>
                    <a:pt x="84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7"/>
            <p:cNvSpPr/>
            <p:nvPr/>
          </p:nvSpPr>
          <p:spPr>
            <a:xfrm>
              <a:off x="3876475" y="824775"/>
              <a:ext cx="32700" cy="2049450"/>
            </a:xfrm>
            <a:custGeom>
              <a:avLst/>
              <a:gdLst/>
              <a:ahLst/>
              <a:cxnLst/>
              <a:rect l="l" t="t" r="r" b="b"/>
              <a:pathLst>
                <a:path w="1308" h="81978" fill="none" extrusionOk="0">
                  <a:moveTo>
                    <a:pt x="1308" y="0"/>
                  </a:moveTo>
                  <a:lnTo>
                    <a:pt x="1" y="81977"/>
                  </a:lnTo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7"/>
            <p:cNvSpPr/>
            <p:nvPr/>
          </p:nvSpPr>
          <p:spPr>
            <a:xfrm>
              <a:off x="2868100" y="1832375"/>
              <a:ext cx="2049450" cy="33475"/>
            </a:xfrm>
            <a:custGeom>
              <a:avLst/>
              <a:gdLst/>
              <a:ahLst/>
              <a:cxnLst/>
              <a:rect l="l" t="t" r="r" b="b"/>
              <a:pathLst>
                <a:path w="81978" h="1339" fill="none" extrusionOk="0">
                  <a:moveTo>
                    <a:pt x="81978" y="1338"/>
                  </a:moveTo>
                  <a:lnTo>
                    <a:pt x="1" y="1"/>
                  </a:lnTo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7"/>
            <p:cNvSpPr/>
            <p:nvPr/>
          </p:nvSpPr>
          <p:spPr>
            <a:xfrm>
              <a:off x="3156850" y="1136325"/>
              <a:ext cx="1471950" cy="1425575"/>
            </a:xfrm>
            <a:custGeom>
              <a:avLst/>
              <a:gdLst/>
              <a:ahLst/>
              <a:cxnLst/>
              <a:rect l="l" t="t" r="r" b="b"/>
              <a:pathLst>
                <a:path w="58878" h="57023" fill="none" extrusionOk="0">
                  <a:moveTo>
                    <a:pt x="58877" y="1"/>
                  </a:moveTo>
                  <a:lnTo>
                    <a:pt x="1" y="57023"/>
                  </a:lnTo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7"/>
            <p:cNvSpPr/>
            <p:nvPr/>
          </p:nvSpPr>
          <p:spPr>
            <a:xfrm>
              <a:off x="3179650" y="1113525"/>
              <a:ext cx="1425600" cy="1471925"/>
            </a:xfrm>
            <a:custGeom>
              <a:avLst/>
              <a:gdLst/>
              <a:ahLst/>
              <a:cxnLst/>
              <a:rect l="l" t="t" r="r" b="b"/>
              <a:pathLst>
                <a:path w="57024" h="58877" fill="none" extrusionOk="0">
                  <a:moveTo>
                    <a:pt x="57023" y="58877"/>
                  </a:moveTo>
                  <a:lnTo>
                    <a:pt x="1" y="1"/>
                  </a:lnTo>
                </a:path>
              </a:pathLst>
            </a:custGeom>
            <a:noFill/>
            <a:ln w="98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7"/>
            <p:cNvSpPr/>
            <p:nvPr/>
          </p:nvSpPr>
          <p:spPr>
            <a:xfrm>
              <a:off x="3850650" y="733575"/>
              <a:ext cx="111725" cy="112500"/>
            </a:xfrm>
            <a:custGeom>
              <a:avLst/>
              <a:gdLst/>
              <a:ahLst/>
              <a:cxnLst/>
              <a:rect l="l" t="t" r="r" b="b"/>
              <a:pathLst>
                <a:path w="4469" h="4500" extrusionOk="0">
                  <a:moveTo>
                    <a:pt x="2249" y="1"/>
                  </a:moveTo>
                  <a:cubicBezTo>
                    <a:pt x="1003" y="1"/>
                    <a:pt x="0" y="1004"/>
                    <a:pt x="0" y="2250"/>
                  </a:cubicBezTo>
                  <a:cubicBezTo>
                    <a:pt x="0" y="3496"/>
                    <a:pt x="1003" y="4499"/>
                    <a:pt x="2249" y="4499"/>
                  </a:cubicBezTo>
                  <a:cubicBezTo>
                    <a:pt x="3465" y="4499"/>
                    <a:pt x="4468" y="3496"/>
                    <a:pt x="4468" y="2250"/>
                  </a:cubicBezTo>
                  <a:cubicBezTo>
                    <a:pt x="4468" y="1004"/>
                    <a:pt x="3465" y="1"/>
                    <a:pt x="22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7"/>
            <p:cNvSpPr/>
            <p:nvPr/>
          </p:nvSpPr>
          <p:spPr>
            <a:xfrm>
              <a:off x="3090750" y="1026900"/>
              <a:ext cx="111725" cy="112500"/>
            </a:xfrm>
            <a:custGeom>
              <a:avLst/>
              <a:gdLst/>
              <a:ahLst/>
              <a:cxnLst/>
              <a:rect l="l" t="t" r="r" b="b"/>
              <a:pathLst>
                <a:path w="4469" h="4500" extrusionOk="0">
                  <a:moveTo>
                    <a:pt x="2250" y="1"/>
                  </a:moveTo>
                  <a:cubicBezTo>
                    <a:pt x="1004" y="1"/>
                    <a:pt x="0" y="1034"/>
                    <a:pt x="0" y="2250"/>
                  </a:cubicBezTo>
                  <a:cubicBezTo>
                    <a:pt x="0" y="3496"/>
                    <a:pt x="1004" y="4499"/>
                    <a:pt x="2250" y="4499"/>
                  </a:cubicBezTo>
                  <a:cubicBezTo>
                    <a:pt x="3466" y="4499"/>
                    <a:pt x="4469" y="3496"/>
                    <a:pt x="4469" y="2250"/>
                  </a:cubicBezTo>
                  <a:cubicBezTo>
                    <a:pt x="4469" y="1034"/>
                    <a:pt x="3466" y="1"/>
                    <a:pt x="22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7"/>
            <p:cNvSpPr/>
            <p:nvPr/>
          </p:nvSpPr>
          <p:spPr>
            <a:xfrm>
              <a:off x="2755625" y="1773875"/>
              <a:ext cx="111750" cy="112475"/>
            </a:xfrm>
            <a:custGeom>
              <a:avLst/>
              <a:gdLst/>
              <a:ahLst/>
              <a:cxnLst/>
              <a:rect l="l" t="t" r="r" b="b"/>
              <a:pathLst>
                <a:path w="4470" h="4499" extrusionOk="0">
                  <a:moveTo>
                    <a:pt x="2220" y="0"/>
                  </a:moveTo>
                  <a:cubicBezTo>
                    <a:pt x="1004" y="0"/>
                    <a:pt x="1" y="1034"/>
                    <a:pt x="1" y="2250"/>
                  </a:cubicBezTo>
                  <a:cubicBezTo>
                    <a:pt x="1" y="3466"/>
                    <a:pt x="974" y="4499"/>
                    <a:pt x="2220" y="4499"/>
                  </a:cubicBezTo>
                  <a:cubicBezTo>
                    <a:pt x="3436" y="4499"/>
                    <a:pt x="4469" y="3496"/>
                    <a:pt x="4469" y="2250"/>
                  </a:cubicBezTo>
                  <a:cubicBezTo>
                    <a:pt x="4469" y="1003"/>
                    <a:pt x="3496" y="0"/>
                    <a:pt x="2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7"/>
            <p:cNvSpPr/>
            <p:nvPr/>
          </p:nvSpPr>
          <p:spPr>
            <a:xfrm>
              <a:off x="3819475" y="2837725"/>
              <a:ext cx="111750" cy="112475"/>
            </a:xfrm>
            <a:custGeom>
              <a:avLst/>
              <a:gdLst/>
              <a:ahLst/>
              <a:cxnLst/>
              <a:rect l="l" t="t" r="r" b="b"/>
              <a:pathLst>
                <a:path w="4470" h="4499" extrusionOk="0">
                  <a:moveTo>
                    <a:pt x="2220" y="0"/>
                  </a:moveTo>
                  <a:cubicBezTo>
                    <a:pt x="1004" y="0"/>
                    <a:pt x="1" y="1034"/>
                    <a:pt x="1" y="2249"/>
                  </a:cubicBezTo>
                  <a:cubicBezTo>
                    <a:pt x="1" y="3465"/>
                    <a:pt x="974" y="4499"/>
                    <a:pt x="2220" y="4499"/>
                  </a:cubicBezTo>
                  <a:cubicBezTo>
                    <a:pt x="3436" y="4499"/>
                    <a:pt x="4469" y="3496"/>
                    <a:pt x="4469" y="2249"/>
                  </a:cubicBezTo>
                  <a:cubicBezTo>
                    <a:pt x="4469" y="1003"/>
                    <a:pt x="3496" y="0"/>
                    <a:pt x="2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7"/>
            <p:cNvSpPr/>
            <p:nvPr/>
          </p:nvSpPr>
          <p:spPr>
            <a:xfrm>
              <a:off x="3076300" y="2519325"/>
              <a:ext cx="112500" cy="112500"/>
            </a:xfrm>
            <a:custGeom>
              <a:avLst/>
              <a:gdLst/>
              <a:ahLst/>
              <a:cxnLst/>
              <a:rect l="l" t="t" r="r" b="b"/>
              <a:pathLst>
                <a:path w="4500" h="4500" extrusionOk="0">
                  <a:moveTo>
                    <a:pt x="2250" y="0"/>
                  </a:moveTo>
                  <a:cubicBezTo>
                    <a:pt x="1004" y="0"/>
                    <a:pt x="1" y="1004"/>
                    <a:pt x="1" y="2250"/>
                  </a:cubicBezTo>
                  <a:cubicBezTo>
                    <a:pt x="1" y="3496"/>
                    <a:pt x="1004" y="4499"/>
                    <a:pt x="2250" y="4499"/>
                  </a:cubicBezTo>
                  <a:cubicBezTo>
                    <a:pt x="3466" y="4499"/>
                    <a:pt x="4500" y="3496"/>
                    <a:pt x="4500" y="2250"/>
                  </a:cubicBezTo>
                  <a:cubicBezTo>
                    <a:pt x="4500" y="1004"/>
                    <a:pt x="3466" y="0"/>
                    <a:pt x="22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7"/>
            <p:cNvSpPr/>
            <p:nvPr/>
          </p:nvSpPr>
          <p:spPr>
            <a:xfrm>
              <a:off x="4585450" y="2568700"/>
              <a:ext cx="112500" cy="112500"/>
            </a:xfrm>
            <a:custGeom>
              <a:avLst/>
              <a:gdLst/>
              <a:ahLst/>
              <a:cxnLst/>
              <a:rect l="l" t="t" r="r" b="b"/>
              <a:pathLst>
                <a:path w="4500" h="4500" extrusionOk="0">
                  <a:moveTo>
                    <a:pt x="2302" y="1"/>
                  </a:moveTo>
                  <a:cubicBezTo>
                    <a:pt x="2285" y="1"/>
                    <a:pt x="2268" y="1"/>
                    <a:pt x="2250" y="1"/>
                  </a:cubicBezTo>
                  <a:cubicBezTo>
                    <a:pt x="1034" y="1"/>
                    <a:pt x="1" y="1035"/>
                    <a:pt x="1" y="2250"/>
                  </a:cubicBezTo>
                  <a:cubicBezTo>
                    <a:pt x="1" y="3466"/>
                    <a:pt x="1004" y="4500"/>
                    <a:pt x="2250" y="4500"/>
                  </a:cubicBezTo>
                  <a:cubicBezTo>
                    <a:pt x="3466" y="4500"/>
                    <a:pt x="4499" y="3497"/>
                    <a:pt x="4499" y="2250"/>
                  </a:cubicBezTo>
                  <a:cubicBezTo>
                    <a:pt x="4499" y="1022"/>
                    <a:pt x="3495" y="1"/>
                    <a:pt x="23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7"/>
            <p:cNvSpPr/>
            <p:nvPr/>
          </p:nvSpPr>
          <p:spPr>
            <a:xfrm>
              <a:off x="4894725" y="1811875"/>
              <a:ext cx="111750" cy="112475"/>
            </a:xfrm>
            <a:custGeom>
              <a:avLst/>
              <a:gdLst/>
              <a:ahLst/>
              <a:cxnLst/>
              <a:rect l="l" t="t" r="r" b="b"/>
              <a:pathLst>
                <a:path w="4470" h="4499" extrusionOk="0">
                  <a:moveTo>
                    <a:pt x="2220" y="0"/>
                  </a:moveTo>
                  <a:cubicBezTo>
                    <a:pt x="1004" y="0"/>
                    <a:pt x="1" y="1003"/>
                    <a:pt x="1" y="2249"/>
                  </a:cubicBezTo>
                  <a:cubicBezTo>
                    <a:pt x="1" y="3465"/>
                    <a:pt x="1004" y="4499"/>
                    <a:pt x="2220" y="4499"/>
                  </a:cubicBezTo>
                  <a:cubicBezTo>
                    <a:pt x="3466" y="4499"/>
                    <a:pt x="4469" y="3465"/>
                    <a:pt x="4469" y="2249"/>
                  </a:cubicBezTo>
                  <a:cubicBezTo>
                    <a:pt x="4469" y="1003"/>
                    <a:pt x="3466" y="0"/>
                    <a:pt x="22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7"/>
            <p:cNvSpPr/>
            <p:nvPr/>
          </p:nvSpPr>
          <p:spPr>
            <a:xfrm>
              <a:off x="4599900" y="1051975"/>
              <a:ext cx="112475" cy="111725"/>
            </a:xfrm>
            <a:custGeom>
              <a:avLst/>
              <a:gdLst/>
              <a:ahLst/>
              <a:cxnLst/>
              <a:rect l="l" t="t" r="r" b="b"/>
              <a:pathLst>
                <a:path w="4499" h="4469" extrusionOk="0">
                  <a:moveTo>
                    <a:pt x="2250" y="1"/>
                  </a:moveTo>
                  <a:cubicBezTo>
                    <a:pt x="1003" y="1"/>
                    <a:pt x="0" y="1004"/>
                    <a:pt x="0" y="2250"/>
                  </a:cubicBezTo>
                  <a:cubicBezTo>
                    <a:pt x="0" y="3466"/>
                    <a:pt x="1003" y="4469"/>
                    <a:pt x="2250" y="4469"/>
                  </a:cubicBezTo>
                  <a:cubicBezTo>
                    <a:pt x="3465" y="4469"/>
                    <a:pt x="4499" y="3466"/>
                    <a:pt x="4499" y="2250"/>
                  </a:cubicBezTo>
                  <a:cubicBezTo>
                    <a:pt x="4499" y="1004"/>
                    <a:pt x="3465" y="1"/>
                    <a:pt x="22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4" name="Google Shape;734;p47"/>
          <p:cNvSpPr/>
          <p:nvPr/>
        </p:nvSpPr>
        <p:spPr>
          <a:xfrm>
            <a:off x="762375" y="3564550"/>
            <a:ext cx="462800" cy="463550"/>
          </a:xfrm>
          <a:custGeom>
            <a:avLst/>
            <a:gdLst/>
            <a:ahLst/>
            <a:cxnLst/>
            <a:rect l="l" t="t" r="r" b="b"/>
            <a:pathLst>
              <a:path w="18512" h="18542" extrusionOk="0">
                <a:moveTo>
                  <a:pt x="1" y="0"/>
                </a:moveTo>
                <a:lnTo>
                  <a:pt x="1" y="18542"/>
                </a:lnTo>
                <a:lnTo>
                  <a:pt x="18512" y="18542"/>
                </a:lnTo>
                <a:lnTo>
                  <a:pt x="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DC5A2C1-5D06-435F-863F-75032445E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537" y="388110"/>
            <a:ext cx="6093651" cy="3784999"/>
          </a:xfrm>
          <a:prstGeom prst="rect">
            <a:avLst/>
          </a:prstGeom>
        </p:spPr>
      </p:pic>
      <p:grpSp>
        <p:nvGrpSpPr>
          <p:cNvPr id="33" name="Group 14">
            <a:extLst>
              <a:ext uri="{FF2B5EF4-FFF2-40B4-BE49-F238E27FC236}">
                <a16:creationId xmlns:a16="http://schemas.microsoft.com/office/drawing/2014/main" id="{173BB858-8BE8-4274-AB30-D7AAC7A52C56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67A520D0-3B2C-49F9-9E3F-0A7F48F2BB65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16">
              <a:extLst>
                <a:ext uri="{FF2B5EF4-FFF2-40B4-BE49-F238E27FC236}">
                  <a16:creationId xmlns:a16="http://schemas.microsoft.com/office/drawing/2014/main" id="{35F4F24F-E316-4BCC-888B-9DD9CBDD9C94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Freeform 17">
            <a:extLst>
              <a:ext uri="{FF2B5EF4-FFF2-40B4-BE49-F238E27FC236}">
                <a16:creationId xmlns:a16="http://schemas.microsoft.com/office/drawing/2014/main" id="{5A7D1507-9AB5-4BD4-8618-2A8B4556E01F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oogle Shape;662;p45"/>
          <p:cNvGrpSpPr/>
          <p:nvPr/>
        </p:nvGrpSpPr>
        <p:grpSpPr>
          <a:xfrm rot="10800000" flipH="1">
            <a:off x="-693882" y="-7"/>
            <a:ext cx="3042700" cy="3042700"/>
            <a:chOff x="6324850" y="-828750"/>
            <a:chExt cx="2348850" cy="2348850"/>
          </a:xfrm>
        </p:grpSpPr>
        <p:grpSp>
          <p:nvGrpSpPr>
            <p:cNvPr id="663" name="Google Shape;663;p45"/>
            <p:cNvGrpSpPr/>
            <p:nvPr/>
          </p:nvGrpSpPr>
          <p:grpSpPr>
            <a:xfrm>
              <a:off x="6324850" y="-828750"/>
              <a:ext cx="2348850" cy="2348850"/>
              <a:chOff x="6324850" y="-828750"/>
              <a:chExt cx="2348850" cy="2348850"/>
            </a:xfrm>
          </p:grpSpPr>
          <p:sp>
            <p:nvSpPr>
              <p:cNvPr id="664" name="Google Shape;664;p45"/>
              <p:cNvSpPr/>
              <p:nvPr/>
            </p:nvSpPr>
            <p:spPr>
              <a:xfrm>
                <a:off x="6324850" y="-828750"/>
                <a:ext cx="4575" cy="234885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93954" extrusionOk="0">
                    <a:moveTo>
                      <a:pt x="1" y="1"/>
                    </a:moveTo>
                    <a:lnTo>
                      <a:pt x="1" y="93953"/>
                    </a:lnTo>
                    <a:lnTo>
                      <a:pt x="183" y="9395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5"/>
              <p:cNvSpPr/>
              <p:nvPr/>
            </p:nvSpPr>
            <p:spPr>
              <a:xfrm>
                <a:off x="6585500" y="-828750"/>
                <a:ext cx="4575" cy="234885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93954" extrusionOk="0">
                    <a:moveTo>
                      <a:pt x="0" y="1"/>
                    </a:moveTo>
                    <a:lnTo>
                      <a:pt x="0" y="93953"/>
                    </a:lnTo>
                    <a:lnTo>
                      <a:pt x="183" y="93953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5"/>
              <p:cNvSpPr/>
              <p:nvPr/>
            </p:nvSpPr>
            <p:spPr>
              <a:xfrm>
                <a:off x="6845375" y="-568875"/>
                <a:ext cx="4575" cy="208820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83528" extrusionOk="0">
                    <a:moveTo>
                      <a:pt x="1" y="1"/>
                    </a:moveTo>
                    <a:lnTo>
                      <a:pt x="1" y="83528"/>
                    </a:lnTo>
                    <a:lnTo>
                      <a:pt x="183" y="83528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5"/>
              <p:cNvSpPr/>
              <p:nvPr/>
            </p:nvSpPr>
            <p:spPr>
              <a:xfrm>
                <a:off x="7106025" y="-308225"/>
                <a:ext cx="4575" cy="182755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73102" extrusionOk="0">
                    <a:moveTo>
                      <a:pt x="0" y="1"/>
                    </a:moveTo>
                    <a:lnTo>
                      <a:pt x="0" y="73102"/>
                    </a:lnTo>
                    <a:lnTo>
                      <a:pt x="183" y="73102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5"/>
              <p:cNvSpPr/>
              <p:nvPr/>
            </p:nvSpPr>
            <p:spPr>
              <a:xfrm>
                <a:off x="7365900" y="-46825"/>
                <a:ext cx="4600" cy="15669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62677" extrusionOk="0">
                    <a:moveTo>
                      <a:pt x="1" y="1"/>
                    </a:moveTo>
                    <a:lnTo>
                      <a:pt x="1" y="62676"/>
                    </a:lnTo>
                    <a:lnTo>
                      <a:pt x="183" y="62676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5"/>
              <p:cNvSpPr/>
              <p:nvPr/>
            </p:nvSpPr>
            <p:spPr>
              <a:xfrm>
                <a:off x="7627300" y="213050"/>
                <a:ext cx="4600" cy="130705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52282" extrusionOk="0">
                    <a:moveTo>
                      <a:pt x="1" y="1"/>
                    </a:moveTo>
                    <a:lnTo>
                      <a:pt x="1" y="52281"/>
                    </a:lnTo>
                    <a:lnTo>
                      <a:pt x="183" y="52281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5"/>
              <p:cNvSpPr/>
              <p:nvPr/>
            </p:nvSpPr>
            <p:spPr>
              <a:xfrm>
                <a:off x="7887200" y="473700"/>
                <a:ext cx="4575" cy="104640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41856" extrusionOk="0">
                    <a:moveTo>
                      <a:pt x="0" y="1"/>
                    </a:moveTo>
                    <a:lnTo>
                      <a:pt x="0" y="41855"/>
                    </a:lnTo>
                    <a:lnTo>
                      <a:pt x="183" y="41855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5"/>
              <p:cNvSpPr/>
              <p:nvPr/>
            </p:nvSpPr>
            <p:spPr>
              <a:xfrm>
                <a:off x="8147825" y="733575"/>
                <a:ext cx="4600" cy="7865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1461" extrusionOk="0">
                    <a:moveTo>
                      <a:pt x="1" y="1"/>
                    </a:moveTo>
                    <a:lnTo>
                      <a:pt x="1" y="31460"/>
                    </a:lnTo>
                    <a:lnTo>
                      <a:pt x="183" y="31460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5"/>
              <p:cNvSpPr/>
              <p:nvPr/>
            </p:nvSpPr>
            <p:spPr>
              <a:xfrm>
                <a:off x="8407725" y="994225"/>
                <a:ext cx="4575" cy="52510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1004" extrusionOk="0">
                    <a:moveTo>
                      <a:pt x="0" y="1"/>
                    </a:moveTo>
                    <a:lnTo>
                      <a:pt x="0" y="21004"/>
                    </a:lnTo>
                    <a:lnTo>
                      <a:pt x="183" y="21004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5"/>
              <p:cNvSpPr/>
              <p:nvPr/>
            </p:nvSpPr>
            <p:spPr>
              <a:xfrm>
                <a:off x="8668350" y="1254100"/>
                <a:ext cx="4600" cy="265225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0609" extrusionOk="0">
                    <a:moveTo>
                      <a:pt x="1" y="1"/>
                    </a:moveTo>
                    <a:lnTo>
                      <a:pt x="1" y="10609"/>
                    </a:lnTo>
                    <a:lnTo>
                      <a:pt x="183" y="10609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5"/>
              <p:cNvSpPr/>
              <p:nvPr/>
            </p:nvSpPr>
            <p:spPr>
              <a:xfrm>
                <a:off x="6324850" y="1515500"/>
                <a:ext cx="2348850" cy="4600"/>
              </a:xfrm>
              <a:custGeom>
                <a:avLst/>
                <a:gdLst/>
                <a:ahLst/>
                <a:cxnLst/>
                <a:rect l="l" t="t" r="r" b="b"/>
                <a:pathLst>
                  <a:path w="93954" h="184" extrusionOk="0">
                    <a:moveTo>
                      <a:pt x="1" y="1"/>
                    </a:moveTo>
                    <a:lnTo>
                      <a:pt x="1" y="183"/>
                    </a:lnTo>
                    <a:lnTo>
                      <a:pt x="93954" y="183"/>
                    </a:lnTo>
                    <a:lnTo>
                      <a:pt x="93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45"/>
              <p:cNvSpPr/>
              <p:nvPr/>
            </p:nvSpPr>
            <p:spPr>
              <a:xfrm>
                <a:off x="6324850" y="1254100"/>
                <a:ext cx="2348850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93954" h="214" extrusionOk="0">
                    <a:moveTo>
                      <a:pt x="1" y="1"/>
                    </a:moveTo>
                    <a:lnTo>
                      <a:pt x="1" y="214"/>
                    </a:lnTo>
                    <a:lnTo>
                      <a:pt x="93954" y="214"/>
                    </a:lnTo>
                    <a:lnTo>
                      <a:pt x="93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45"/>
              <p:cNvSpPr/>
              <p:nvPr/>
            </p:nvSpPr>
            <p:spPr>
              <a:xfrm>
                <a:off x="6324850" y="994225"/>
                <a:ext cx="2087450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83498" h="183" extrusionOk="0">
                    <a:moveTo>
                      <a:pt x="1" y="1"/>
                    </a:moveTo>
                    <a:lnTo>
                      <a:pt x="1" y="183"/>
                    </a:lnTo>
                    <a:lnTo>
                      <a:pt x="83498" y="183"/>
                    </a:lnTo>
                    <a:lnTo>
                      <a:pt x="8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45"/>
              <p:cNvSpPr/>
              <p:nvPr/>
            </p:nvSpPr>
            <p:spPr>
              <a:xfrm>
                <a:off x="6324850" y="733575"/>
                <a:ext cx="1827575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73103" h="214" extrusionOk="0">
                    <a:moveTo>
                      <a:pt x="1" y="1"/>
                    </a:moveTo>
                    <a:lnTo>
                      <a:pt x="1" y="214"/>
                    </a:lnTo>
                    <a:lnTo>
                      <a:pt x="73102" y="214"/>
                    </a:lnTo>
                    <a:lnTo>
                      <a:pt x="7310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45"/>
              <p:cNvSpPr/>
              <p:nvPr/>
            </p:nvSpPr>
            <p:spPr>
              <a:xfrm>
                <a:off x="6324850" y="473700"/>
                <a:ext cx="15669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62677" h="183" extrusionOk="0">
                    <a:moveTo>
                      <a:pt x="1" y="1"/>
                    </a:moveTo>
                    <a:lnTo>
                      <a:pt x="1" y="183"/>
                    </a:lnTo>
                    <a:lnTo>
                      <a:pt x="62677" y="183"/>
                    </a:lnTo>
                    <a:lnTo>
                      <a:pt x="6267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45"/>
              <p:cNvSpPr/>
              <p:nvPr/>
            </p:nvSpPr>
            <p:spPr>
              <a:xfrm>
                <a:off x="6324850" y="213050"/>
                <a:ext cx="1307050" cy="4600"/>
              </a:xfrm>
              <a:custGeom>
                <a:avLst/>
                <a:gdLst/>
                <a:ahLst/>
                <a:cxnLst/>
                <a:rect l="l" t="t" r="r" b="b"/>
                <a:pathLst>
                  <a:path w="52282" h="184" extrusionOk="0">
                    <a:moveTo>
                      <a:pt x="1" y="1"/>
                    </a:moveTo>
                    <a:lnTo>
                      <a:pt x="1" y="183"/>
                    </a:lnTo>
                    <a:lnTo>
                      <a:pt x="52281" y="183"/>
                    </a:lnTo>
                    <a:lnTo>
                      <a:pt x="522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45"/>
              <p:cNvSpPr/>
              <p:nvPr/>
            </p:nvSpPr>
            <p:spPr>
              <a:xfrm>
                <a:off x="6324850" y="-46825"/>
                <a:ext cx="1046400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41856" h="183" extrusionOk="0">
                    <a:moveTo>
                      <a:pt x="1" y="1"/>
                    </a:moveTo>
                    <a:lnTo>
                      <a:pt x="1" y="183"/>
                    </a:lnTo>
                    <a:lnTo>
                      <a:pt x="41855" y="183"/>
                    </a:lnTo>
                    <a:lnTo>
                      <a:pt x="418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45"/>
              <p:cNvSpPr/>
              <p:nvPr/>
            </p:nvSpPr>
            <p:spPr>
              <a:xfrm>
                <a:off x="6324850" y="-308225"/>
                <a:ext cx="786525" cy="4575"/>
              </a:xfrm>
              <a:custGeom>
                <a:avLst/>
                <a:gdLst/>
                <a:ahLst/>
                <a:cxnLst/>
                <a:rect l="l" t="t" r="r" b="b"/>
                <a:pathLst>
                  <a:path w="31461" h="183" extrusionOk="0">
                    <a:moveTo>
                      <a:pt x="1" y="1"/>
                    </a:moveTo>
                    <a:lnTo>
                      <a:pt x="1" y="183"/>
                    </a:lnTo>
                    <a:lnTo>
                      <a:pt x="31460" y="183"/>
                    </a:lnTo>
                    <a:lnTo>
                      <a:pt x="314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45"/>
              <p:cNvSpPr/>
              <p:nvPr/>
            </p:nvSpPr>
            <p:spPr>
              <a:xfrm>
                <a:off x="6324850" y="-568875"/>
                <a:ext cx="525100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21004" h="214" extrusionOk="0">
                    <a:moveTo>
                      <a:pt x="1" y="1"/>
                    </a:moveTo>
                    <a:lnTo>
                      <a:pt x="1" y="214"/>
                    </a:lnTo>
                    <a:lnTo>
                      <a:pt x="21004" y="214"/>
                    </a:lnTo>
                    <a:lnTo>
                      <a:pt x="210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83" name="Google Shape;683;p45"/>
            <p:cNvSpPr/>
            <p:nvPr/>
          </p:nvSpPr>
          <p:spPr>
            <a:xfrm>
              <a:off x="6324850" y="-828750"/>
              <a:ext cx="265225" cy="4575"/>
            </a:xfrm>
            <a:custGeom>
              <a:avLst/>
              <a:gdLst/>
              <a:ahLst/>
              <a:cxnLst/>
              <a:rect l="l" t="t" r="r" b="b"/>
              <a:pathLst>
                <a:path w="10609" h="183" extrusionOk="0">
                  <a:moveTo>
                    <a:pt x="1" y="1"/>
                  </a:moveTo>
                  <a:lnTo>
                    <a:pt x="1" y="183"/>
                  </a:lnTo>
                  <a:lnTo>
                    <a:pt x="10609" y="183"/>
                  </a:lnTo>
                  <a:lnTo>
                    <a:pt x="106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" name="Google Shape;684;p45"/>
          <p:cNvGrpSpPr/>
          <p:nvPr/>
        </p:nvGrpSpPr>
        <p:grpSpPr>
          <a:xfrm>
            <a:off x="9568050" y="3296575"/>
            <a:ext cx="904300" cy="463550"/>
            <a:chOff x="637050" y="2192575"/>
            <a:chExt cx="904300" cy="463550"/>
          </a:xfrm>
        </p:grpSpPr>
        <p:sp>
          <p:nvSpPr>
            <p:cNvPr id="685" name="Google Shape;685;p45"/>
            <p:cNvSpPr/>
            <p:nvPr/>
          </p:nvSpPr>
          <p:spPr>
            <a:xfrm>
              <a:off x="637050" y="2192575"/>
              <a:ext cx="463575" cy="463550"/>
            </a:xfrm>
            <a:custGeom>
              <a:avLst/>
              <a:gdLst/>
              <a:ahLst/>
              <a:cxnLst/>
              <a:rect l="l" t="t" r="r" b="b"/>
              <a:pathLst>
                <a:path w="18543" h="18542" extrusionOk="0">
                  <a:moveTo>
                    <a:pt x="1" y="0"/>
                  </a:moveTo>
                  <a:lnTo>
                    <a:pt x="1" y="18542"/>
                  </a:lnTo>
                  <a:lnTo>
                    <a:pt x="18542" y="185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5"/>
            <p:cNvSpPr/>
            <p:nvPr/>
          </p:nvSpPr>
          <p:spPr>
            <a:xfrm>
              <a:off x="1078550" y="2192575"/>
              <a:ext cx="462800" cy="463550"/>
            </a:xfrm>
            <a:custGeom>
              <a:avLst/>
              <a:gdLst/>
              <a:ahLst/>
              <a:cxnLst/>
              <a:rect l="l" t="t" r="r" b="b"/>
              <a:pathLst>
                <a:path w="18512" h="18542" extrusionOk="0">
                  <a:moveTo>
                    <a:pt x="1" y="0"/>
                  </a:moveTo>
                  <a:lnTo>
                    <a:pt x="1" y="18542"/>
                  </a:lnTo>
                  <a:lnTo>
                    <a:pt x="18512" y="185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E171FC30-BAC4-4758-B697-DC62BEE26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316070"/>
              </p:ext>
            </p:extLst>
          </p:nvPr>
        </p:nvGraphicFramePr>
        <p:xfrm>
          <a:off x="2066087" y="35075"/>
          <a:ext cx="5153735" cy="4785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53735">
                  <a:extLst>
                    <a:ext uri="{9D8B030D-6E8A-4147-A177-3AD203B41FA5}">
                      <a16:colId xmlns:a16="http://schemas.microsoft.com/office/drawing/2014/main" val="3993719568"/>
                    </a:ext>
                  </a:extLst>
                </a:gridCol>
              </a:tblGrid>
              <a:tr h="22631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000" b="1">
                          <a:solidFill>
                            <a:srgbClr val="FFFFFF"/>
                          </a:solidFill>
                          <a:effectLst/>
                          <a:latin typeface="Open Sans"/>
                        </a:rPr>
                        <a:t>TEST CARD </a:t>
                      </a:r>
                      <a:r>
                        <a:rPr lang="es-ES" sz="1000" b="1" err="1">
                          <a:solidFill>
                            <a:srgbClr val="FFFFFF"/>
                          </a:solidFill>
                          <a:effectLst/>
                          <a:latin typeface="Open Sans"/>
                        </a:rPr>
                        <a:t>N°</a:t>
                      </a:r>
                      <a:r>
                        <a:rPr lang="es-ES" sz="1000" b="1">
                          <a:solidFill>
                            <a:srgbClr val="FFFFFF"/>
                          </a:solidFill>
                          <a:effectLst/>
                          <a:latin typeface="Open Sans"/>
                        </a:rPr>
                        <a:t> 1 </a:t>
                      </a:r>
                      <a:endParaRPr lang="es-ES" b="1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E12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2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2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2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222834"/>
                  </a:ext>
                </a:extLst>
              </a:tr>
              <a:tr h="226310">
                <a:tc>
                  <a:txBody>
                    <a:bodyPr/>
                    <a:lstStyle/>
                    <a:p>
                      <a:pPr rtl="0" fontAlgn="base"/>
                      <a:r>
                        <a:rPr lang="es-ES" sz="1000" b="1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HIPÓTESIS </a:t>
                      </a:r>
                      <a:r>
                        <a:rPr lang="es-ES" sz="1000" b="1" i="1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| Nosotros creemos que...</a:t>
                      </a:r>
                      <a:r>
                        <a:rPr lang="es-ES" sz="1000" b="1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s-ES" b="1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3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877004"/>
                  </a:ext>
                </a:extLst>
              </a:tr>
              <a:tr h="1060083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El producto es deseable y el modelo de negocio es viable</a:t>
                      </a:r>
                      <a:r>
                        <a:rPr lang="es-ES" sz="1000" b="0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: al menos el 70% de los usuarios que conozcan nuestra aplicación de recetas saludables la utilizarían, y, al mismo tiempo, preferirán la opción de suscripción mensual sobre la suscripción anual o la versión gratuita.</a:t>
                      </a:r>
                      <a: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s-ES" b="1" dirty="0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  <a:p>
                      <a:pPr algn="just" rtl="0" fontAlgn="base"/>
                      <a: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Porque:</a:t>
                      </a:r>
                      <a:r>
                        <a:rPr lang="es-ES" sz="1000" b="0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 La suscripción mensual ofrecería mayor flexibilidad y menor compromiso financiero inicial, lo cual sería atractivo para los usuarios que deseen comprender en qué consiste el servicio antes de comprometerse a largo plazo.</a:t>
                      </a:r>
                      <a: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s-ES" b="1" dirty="0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373449"/>
                  </a:ext>
                </a:extLst>
              </a:tr>
              <a:tr h="226310">
                <a:tc>
                  <a:txBody>
                    <a:bodyPr/>
                    <a:lstStyle/>
                    <a:p>
                      <a:pPr rtl="0" fontAlgn="base"/>
                      <a:r>
                        <a:rPr lang="es-ES" sz="1000" b="1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Prototipo + MÉTODO DE TESTEO | </a:t>
                      </a:r>
                      <a:r>
                        <a:rPr lang="es-ES" sz="1000" b="1" i="1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Para comprobarlo...</a:t>
                      </a:r>
                      <a:r>
                        <a:rPr lang="es-ES" sz="1000" b="1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s-ES" b="1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3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646806"/>
                  </a:ext>
                </a:extLst>
              </a:tr>
              <a:tr h="1214933">
                <a:tc>
                  <a:txBody>
                    <a:bodyPr/>
                    <a:lstStyle/>
                    <a:p>
                      <a:pPr rtl="0" fontAlgn="base"/>
                      <a:r>
                        <a:rPr lang="es-ES" sz="1000" b="0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Prototipo: Maqueta Digital de la Aplicación</a:t>
                      </a:r>
                      <a: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WordVisiCarriageReturn_MSFontService"/>
                        </a:rPr>
                      </a:br>
                      <a: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WordVisiCarriageReturn_MSFontService"/>
                        </a:rPr>
                        <a:t> </a:t>
                      </a:r>
                      <a:b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WordVisiCarriageReturn_MSFontService"/>
                        </a:rPr>
                      </a:br>
                      <a:r>
                        <a:rPr lang="es-ES" sz="1000" b="0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Prueba: Enviaremos a 200 posibles clientes/usuarios un video con la maqueta digital de la aplicación, explicando su interfaz, funcionalidades y beneficios del servicio en la versión premium. Junto a eso, se solicitará responder una encuesta breve, que incluirá preguntas sobre sus preferencias de suscripción (mensual vs. anual) y su disposición a pagar por la versión premium.</a:t>
                      </a:r>
                      <a: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s-ES" b="1" dirty="0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  <a:p>
                      <a:pPr algn="just" rtl="0" fontAlgn="base"/>
                      <a:r>
                        <a:rPr lang="es-ES" sz="1000" b="0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Duración del experimento: 2 semanas.</a:t>
                      </a:r>
                      <a: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s-ES" b="1" dirty="0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098592"/>
                  </a:ext>
                </a:extLst>
              </a:tr>
              <a:tr h="226310">
                <a:tc>
                  <a:txBody>
                    <a:bodyPr/>
                    <a:lstStyle/>
                    <a:p>
                      <a:pPr rtl="0" fontAlgn="base"/>
                      <a: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MÉTRICA | </a:t>
                      </a:r>
                      <a:r>
                        <a:rPr lang="es-ES" sz="1000" b="1" i="1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Y mediremos...</a:t>
                      </a:r>
                      <a: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s-ES" b="1" dirty="0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3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765408"/>
                  </a:ext>
                </a:extLst>
              </a:tr>
              <a:tr h="500264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000" b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Porcentaje de usuarios que prefieren la suscripción mensual.</a:t>
                      </a:r>
                      <a:r>
                        <a:rPr lang="es-ES" sz="1000" b="1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s-ES" b="1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  <a:p>
                      <a:pPr algn="just" rtl="0" fontAlgn="base"/>
                      <a:r>
                        <a:rPr lang="es-ES" sz="1000" b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Porcentaje de usuarios que prefieren la suscripción anual.</a:t>
                      </a:r>
                      <a:r>
                        <a:rPr lang="es-ES" sz="1000" b="1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s-ES" b="1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  <a:p>
                      <a:pPr algn="just" rtl="0" fontAlgn="base"/>
                      <a:r>
                        <a:rPr lang="es-ES" sz="1000" b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Porcentaje de usuarios que no están interesados en ninguna suscripción.</a:t>
                      </a:r>
                      <a:r>
                        <a:rPr lang="es-ES" sz="1000" b="1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s-ES" b="1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25774"/>
                  </a:ext>
                </a:extLst>
              </a:tr>
              <a:tr h="226310">
                <a:tc>
                  <a:txBody>
                    <a:bodyPr/>
                    <a:lstStyle/>
                    <a:p>
                      <a:pPr rtl="0" fontAlgn="base"/>
                      <a:r>
                        <a:rPr lang="es-ES" sz="1000" b="1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CRITERIOS DE ÉXITO | </a:t>
                      </a:r>
                      <a:r>
                        <a:rPr lang="es-ES" sz="1000" b="1" i="1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Estaremos en lo correcto si...</a:t>
                      </a:r>
                      <a:r>
                        <a:rPr lang="es-ES" sz="1000" b="1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s-ES" b="1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3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679207"/>
                  </a:ext>
                </a:extLst>
              </a:tr>
              <a:tr h="500264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s-ES" sz="1000" b="0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La hipótesis será validada si al menos el 70% del total de encuestados prefieren la versión premium. Si el porcentaje es menor, consideraremos ajustar nuestra estrategia de precios o explorar otras opciones de suscripción.</a:t>
                      </a:r>
                      <a:r>
                        <a:rPr lang="es-ES" sz="1000" b="1" dirty="0">
                          <a:solidFill>
                            <a:srgbClr val="666666"/>
                          </a:solidFill>
                          <a:effectLst/>
                          <a:latin typeface="Open Sans"/>
                        </a:rPr>
                        <a:t> </a:t>
                      </a:r>
                      <a:endParaRPr lang="es-ES" b="1" dirty="0">
                        <a:solidFill>
                          <a:srgbClr val="666666"/>
                        </a:solidFill>
                        <a:effectLst/>
                        <a:latin typeface="Open San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7C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8629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2"/>
          <p:cNvSpPr txBox="1">
            <a:spLocks noGrp="1"/>
          </p:cNvSpPr>
          <p:nvPr>
            <p:ph type="subTitle" idx="1"/>
          </p:nvPr>
        </p:nvSpPr>
        <p:spPr>
          <a:xfrm>
            <a:off x="0" y="1034382"/>
            <a:ext cx="6222406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Rerefencias Bibliográficas</a:t>
            </a:r>
            <a:endParaRPr dirty="0"/>
          </a:p>
        </p:txBody>
      </p:sp>
      <p:sp>
        <p:nvSpPr>
          <p:cNvPr id="601" name="Google Shape;601;p42"/>
          <p:cNvSpPr txBox="1">
            <a:spLocks noGrp="1"/>
          </p:cNvSpPr>
          <p:nvPr>
            <p:ph type="subTitle" idx="3"/>
          </p:nvPr>
        </p:nvSpPr>
        <p:spPr>
          <a:xfrm>
            <a:off x="304290" y="1769684"/>
            <a:ext cx="7360264" cy="14614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SegúMagretta</a:t>
            </a:r>
            <a:r>
              <a:rPr lang="en-US" dirty="0"/>
              <a:t>, J. (2000). Why business models matter. Harvard Business Review.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Zott</a:t>
            </a:r>
            <a:r>
              <a:rPr lang="en-US" dirty="0"/>
              <a:t>, C., &amp; Amit, R. (2000). Value creation in e‐business. Strategic Management Journal, 22(6‐7), 493–520. </a:t>
            </a:r>
            <a:r>
              <a:rPr lang="en-US" dirty="0">
                <a:hlinkClick r:id="rId3"/>
              </a:rPr>
              <a:t>https://doi.org/10.1002/smj.187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Afuah</a:t>
            </a:r>
            <a:r>
              <a:rPr lang="en-US" dirty="0"/>
              <a:t>, A. (2010). Business model innovation: Concepts, analysis, and cases. Routledge.</a:t>
            </a:r>
            <a:endParaRPr dirty="0"/>
          </a:p>
        </p:txBody>
      </p:sp>
      <p:grpSp>
        <p:nvGrpSpPr>
          <p:cNvPr id="604" name="Google Shape;604;p42"/>
          <p:cNvGrpSpPr/>
          <p:nvPr/>
        </p:nvGrpSpPr>
        <p:grpSpPr>
          <a:xfrm>
            <a:off x="-99744" y="3883653"/>
            <a:ext cx="2410400" cy="1461439"/>
            <a:chOff x="537500" y="1208100"/>
            <a:chExt cx="702925" cy="426175"/>
          </a:xfrm>
        </p:grpSpPr>
        <p:sp>
          <p:nvSpPr>
            <p:cNvPr id="605" name="Google Shape;605;p42"/>
            <p:cNvSpPr/>
            <p:nvPr/>
          </p:nvSpPr>
          <p:spPr>
            <a:xfrm>
              <a:off x="537500" y="1208100"/>
              <a:ext cx="117825" cy="426175"/>
            </a:xfrm>
            <a:custGeom>
              <a:avLst/>
              <a:gdLst/>
              <a:ahLst/>
              <a:cxnLst/>
              <a:rect l="l" t="t" r="r" b="b"/>
              <a:pathLst>
                <a:path w="4713" h="17047" extrusionOk="0">
                  <a:moveTo>
                    <a:pt x="2431" y="1"/>
                  </a:moveTo>
                  <a:cubicBezTo>
                    <a:pt x="2341" y="1"/>
                    <a:pt x="2250" y="6"/>
                    <a:pt x="2159" y="17"/>
                  </a:cubicBezTo>
                  <a:cubicBezTo>
                    <a:pt x="913" y="139"/>
                    <a:pt x="1" y="1294"/>
                    <a:pt x="153" y="2540"/>
                  </a:cubicBezTo>
                  <a:lnTo>
                    <a:pt x="1642" y="16340"/>
                  </a:lnTo>
                  <a:cubicBezTo>
                    <a:pt x="1673" y="16704"/>
                    <a:pt x="1977" y="17008"/>
                    <a:pt x="2341" y="17039"/>
                  </a:cubicBezTo>
                  <a:cubicBezTo>
                    <a:pt x="2378" y="17044"/>
                    <a:pt x="2414" y="17046"/>
                    <a:pt x="2450" y="17046"/>
                  </a:cubicBezTo>
                  <a:cubicBezTo>
                    <a:pt x="2837" y="17046"/>
                    <a:pt x="3195" y="16756"/>
                    <a:pt x="3223" y="16340"/>
                  </a:cubicBezTo>
                  <a:lnTo>
                    <a:pt x="4712" y="2540"/>
                  </a:lnTo>
                  <a:cubicBezTo>
                    <a:pt x="4712" y="2388"/>
                    <a:pt x="4712" y="2236"/>
                    <a:pt x="4682" y="2054"/>
                  </a:cubicBezTo>
                  <a:cubicBezTo>
                    <a:pt x="4569" y="870"/>
                    <a:pt x="3569" y="1"/>
                    <a:pt x="2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2"/>
            <p:cNvSpPr/>
            <p:nvPr/>
          </p:nvSpPr>
          <p:spPr>
            <a:xfrm>
              <a:off x="732050" y="1208100"/>
              <a:ext cx="118550" cy="426175"/>
            </a:xfrm>
            <a:custGeom>
              <a:avLst/>
              <a:gdLst/>
              <a:ahLst/>
              <a:cxnLst/>
              <a:rect l="l" t="t" r="r" b="b"/>
              <a:pathLst>
                <a:path w="4742" h="17047" extrusionOk="0">
                  <a:moveTo>
                    <a:pt x="2436" y="1"/>
                  </a:moveTo>
                  <a:cubicBezTo>
                    <a:pt x="2344" y="1"/>
                    <a:pt x="2252" y="6"/>
                    <a:pt x="2158" y="17"/>
                  </a:cubicBezTo>
                  <a:cubicBezTo>
                    <a:pt x="912" y="139"/>
                    <a:pt x="0" y="1294"/>
                    <a:pt x="152" y="2540"/>
                  </a:cubicBezTo>
                  <a:lnTo>
                    <a:pt x="1642" y="16340"/>
                  </a:lnTo>
                  <a:cubicBezTo>
                    <a:pt x="1672" y="16704"/>
                    <a:pt x="1976" y="17008"/>
                    <a:pt x="2371" y="17039"/>
                  </a:cubicBezTo>
                  <a:cubicBezTo>
                    <a:pt x="2405" y="17044"/>
                    <a:pt x="2439" y="17046"/>
                    <a:pt x="2473" y="17046"/>
                  </a:cubicBezTo>
                  <a:cubicBezTo>
                    <a:pt x="2836" y="17046"/>
                    <a:pt x="3194" y="16756"/>
                    <a:pt x="3222" y="16340"/>
                  </a:cubicBezTo>
                  <a:lnTo>
                    <a:pt x="4712" y="2540"/>
                  </a:lnTo>
                  <a:cubicBezTo>
                    <a:pt x="4742" y="2388"/>
                    <a:pt x="4742" y="2236"/>
                    <a:pt x="4681" y="2054"/>
                  </a:cubicBezTo>
                  <a:cubicBezTo>
                    <a:pt x="4568" y="870"/>
                    <a:pt x="3594" y="1"/>
                    <a:pt x="24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2"/>
            <p:cNvSpPr/>
            <p:nvPr/>
          </p:nvSpPr>
          <p:spPr>
            <a:xfrm>
              <a:off x="927325" y="1208100"/>
              <a:ext cx="118575" cy="426175"/>
            </a:xfrm>
            <a:custGeom>
              <a:avLst/>
              <a:gdLst/>
              <a:ahLst/>
              <a:cxnLst/>
              <a:rect l="l" t="t" r="r" b="b"/>
              <a:pathLst>
                <a:path w="4743" h="17047" extrusionOk="0">
                  <a:moveTo>
                    <a:pt x="2461" y="1"/>
                  </a:moveTo>
                  <a:cubicBezTo>
                    <a:pt x="2371" y="1"/>
                    <a:pt x="2281" y="6"/>
                    <a:pt x="2189" y="17"/>
                  </a:cubicBezTo>
                  <a:cubicBezTo>
                    <a:pt x="943" y="139"/>
                    <a:pt x="1" y="1294"/>
                    <a:pt x="183" y="2540"/>
                  </a:cubicBezTo>
                  <a:lnTo>
                    <a:pt x="1612" y="16340"/>
                  </a:lnTo>
                  <a:cubicBezTo>
                    <a:pt x="1642" y="16704"/>
                    <a:pt x="1946" y="17008"/>
                    <a:pt x="2341" y="17039"/>
                  </a:cubicBezTo>
                  <a:cubicBezTo>
                    <a:pt x="2378" y="17044"/>
                    <a:pt x="2414" y="17046"/>
                    <a:pt x="2450" y="17046"/>
                  </a:cubicBezTo>
                  <a:cubicBezTo>
                    <a:pt x="2832" y="17046"/>
                    <a:pt x="3167" y="16756"/>
                    <a:pt x="3223" y="16340"/>
                  </a:cubicBezTo>
                  <a:lnTo>
                    <a:pt x="4682" y="2540"/>
                  </a:lnTo>
                  <a:cubicBezTo>
                    <a:pt x="4743" y="2388"/>
                    <a:pt x="4743" y="2236"/>
                    <a:pt x="4682" y="2054"/>
                  </a:cubicBezTo>
                  <a:cubicBezTo>
                    <a:pt x="4597" y="870"/>
                    <a:pt x="3599" y="1"/>
                    <a:pt x="24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2"/>
            <p:cNvSpPr/>
            <p:nvPr/>
          </p:nvSpPr>
          <p:spPr>
            <a:xfrm>
              <a:off x="1122625" y="1208100"/>
              <a:ext cx="117800" cy="426175"/>
            </a:xfrm>
            <a:custGeom>
              <a:avLst/>
              <a:gdLst/>
              <a:ahLst/>
              <a:cxnLst/>
              <a:rect l="l" t="t" r="r" b="b"/>
              <a:pathLst>
                <a:path w="4712" h="17047" extrusionOk="0">
                  <a:moveTo>
                    <a:pt x="2430" y="1"/>
                  </a:moveTo>
                  <a:cubicBezTo>
                    <a:pt x="2341" y="1"/>
                    <a:pt x="2250" y="6"/>
                    <a:pt x="2159" y="17"/>
                  </a:cubicBezTo>
                  <a:cubicBezTo>
                    <a:pt x="912" y="139"/>
                    <a:pt x="1" y="1294"/>
                    <a:pt x="153" y="2540"/>
                  </a:cubicBezTo>
                  <a:lnTo>
                    <a:pt x="1642" y="16340"/>
                  </a:lnTo>
                  <a:cubicBezTo>
                    <a:pt x="1672" y="16704"/>
                    <a:pt x="1976" y="17008"/>
                    <a:pt x="2341" y="17039"/>
                  </a:cubicBezTo>
                  <a:cubicBezTo>
                    <a:pt x="2377" y="17044"/>
                    <a:pt x="2414" y="17046"/>
                    <a:pt x="2450" y="17046"/>
                  </a:cubicBezTo>
                  <a:cubicBezTo>
                    <a:pt x="2836" y="17046"/>
                    <a:pt x="3195" y="16756"/>
                    <a:pt x="3223" y="16340"/>
                  </a:cubicBezTo>
                  <a:lnTo>
                    <a:pt x="4712" y="2540"/>
                  </a:lnTo>
                  <a:cubicBezTo>
                    <a:pt x="4712" y="2388"/>
                    <a:pt x="4712" y="2236"/>
                    <a:pt x="4651" y="2054"/>
                  </a:cubicBezTo>
                  <a:cubicBezTo>
                    <a:pt x="4567" y="870"/>
                    <a:pt x="3568" y="1"/>
                    <a:pt x="2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roup 14">
            <a:extLst>
              <a:ext uri="{FF2B5EF4-FFF2-40B4-BE49-F238E27FC236}">
                <a16:creationId xmlns:a16="http://schemas.microsoft.com/office/drawing/2014/main" id="{34220FF6-8A04-4E84-AFCA-045D5013FE5C}"/>
              </a:ext>
            </a:extLst>
          </p:cNvPr>
          <p:cNvGrpSpPr/>
          <p:nvPr/>
        </p:nvGrpSpPr>
        <p:grpSpPr>
          <a:xfrm>
            <a:off x="-1601721" y="4482077"/>
            <a:ext cx="18288000" cy="856676"/>
            <a:chOff x="0" y="0"/>
            <a:chExt cx="4816593" cy="225627"/>
          </a:xfrm>
        </p:grpSpPr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E16B3FAF-2F63-47D2-9BAD-0551E93009C5}"/>
                </a:ext>
              </a:extLst>
            </p:cNvPr>
            <p:cNvSpPr/>
            <p:nvPr/>
          </p:nvSpPr>
          <p:spPr>
            <a:xfrm>
              <a:off x="0" y="0"/>
              <a:ext cx="4816592" cy="225627"/>
            </a:xfrm>
            <a:custGeom>
              <a:avLst/>
              <a:gdLst/>
              <a:ahLst/>
              <a:cxnLst/>
              <a:rect l="l" t="t" r="r" b="b"/>
              <a:pathLst>
                <a:path w="4816592" h="225627">
                  <a:moveTo>
                    <a:pt x="0" y="0"/>
                  </a:moveTo>
                  <a:lnTo>
                    <a:pt x="4816592" y="0"/>
                  </a:lnTo>
                  <a:lnTo>
                    <a:pt x="4816592" y="225627"/>
                  </a:lnTo>
                  <a:lnTo>
                    <a:pt x="0" y="2256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A28CB996-9C68-41D9-906E-94EF35458AD5}"/>
                </a:ext>
              </a:extLst>
            </p:cNvPr>
            <p:cNvSpPr txBox="1"/>
            <p:nvPr/>
          </p:nvSpPr>
          <p:spPr>
            <a:xfrm>
              <a:off x="0" y="-28575"/>
              <a:ext cx="4816593" cy="254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7">
            <a:extLst>
              <a:ext uri="{FF2B5EF4-FFF2-40B4-BE49-F238E27FC236}">
                <a16:creationId xmlns:a16="http://schemas.microsoft.com/office/drawing/2014/main" id="{DCD111B3-4FF0-44AD-9B14-B3402BD6A223}"/>
              </a:ext>
            </a:extLst>
          </p:cNvPr>
          <p:cNvSpPr/>
          <p:nvPr/>
        </p:nvSpPr>
        <p:spPr>
          <a:xfrm>
            <a:off x="3220602" y="4482077"/>
            <a:ext cx="2702796" cy="647086"/>
          </a:xfrm>
          <a:custGeom>
            <a:avLst/>
            <a:gdLst/>
            <a:ahLst/>
            <a:cxnLst/>
            <a:rect l="l" t="t" r="r" b="b"/>
            <a:pathLst>
              <a:path w="2702796" h="647086">
                <a:moveTo>
                  <a:pt x="0" y="0"/>
                </a:moveTo>
                <a:lnTo>
                  <a:pt x="2702796" y="0"/>
                </a:lnTo>
                <a:lnTo>
                  <a:pt x="2702796" y="647087"/>
                </a:lnTo>
                <a:lnTo>
                  <a:pt x="0" y="647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X Research Plan by Slidesgo">
  <a:themeElements>
    <a:clrScheme name="Simple Light">
      <a:dk1>
        <a:srgbClr val="0C0B0E"/>
      </a:dk1>
      <a:lt1>
        <a:srgbClr val="FECE01"/>
      </a:lt1>
      <a:dk2>
        <a:srgbClr val="179379"/>
      </a:dk2>
      <a:lt2>
        <a:srgbClr val="E84E10"/>
      </a:lt2>
      <a:accent1>
        <a:srgbClr val="FECFDC"/>
      </a:accent1>
      <a:accent2>
        <a:srgbClr val="F8E9D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C0B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579</Words>
  <Application>Microsoft Office PowerPoint</Application>
  <PresentationFormat>Presentación en pantalla (16:9)</PresentationFormat>
  <Paragraphs>37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Open Sans</vt:lpstr>
      <vt:lpstr>Boogaloo</vt:lpstr>
      <vt:lpstr>WordVisiCarriageReturn_MSFontService</vt:lpstr>
      <vt:lpstr>Arial</vt:lpstr>
      <vt:lpstr>Asap</vt:lpstr>
      <vt:lpstr>Lato</vt:lpstr>
      <vt:lpstr>Questrial</vt:lpstr>
      <vt:lpstr>UX Research Plan by Slidesgo</vt:lpstr>
      <vt:lpstr>Unidad 2:Modelo de negocio y experimentación </vt:lpstr>
      <vt:lpstr>Aprendizaje Esperado</vt:lpstr>
      <vt:lpstr>El Test Card es una herramienta utilizada en metodologías ágiles como Lean Startup para validar hipótesis de un modelo de negocio mediante la experimentación directa con usuarios o clientes potenciales.</vt:lpstr>
      <vt:lpstr>¿Para qué sirve?</vt:lpstr>
      <vt:lpstr>¿Qué se incluye en un Test Card?</vt:lpstr>
      <vt:lpstr>Importancia en el proceso de experimentación 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2:Modelo de negocio y experimentación</dc:title>
  <dc:creator>Usuario</dc:creator>
  <cp:lastModifiedBy>Estefania González Cáceres</cp:lastModifiedBy>
  <cp:revision>8</cp:revision>
  <dcterms:modified xsi:type="dcterms:W3CDTF">2025-06-24T23:06:22Z</dcterms:modified>
</cp:coreProperties>
</file>