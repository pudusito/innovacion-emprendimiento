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12"/>
  </p:notesMasterIdLst>
  <p:sldIdLst>
    <p:sldId id="267" r:id="rId2"/>
    <p:sldId id="270" r:id="rId3"/>
    <p:sldId id="305" r:id="rId4"/>
    <p:sldId id="306" r:id="rId5"/>
    <p:sldId id="307" r:id="rId6"/>
    <p:sldId id="308" r:id="rId7"/>
    <p:sldId id="309" r:id="rId8"/>
    <p:sldId id="311" r:id="rId9"/>
    <p:sldId id="281" r:id="rId10"/>
    <p:sldId id="283" r:id="rId11"/>
  </p:sldIdLst>
  <p:sldSz cx="9144000" cy="5143500" type="screen16x9"/>
  <p:notesSz cx="6858000" cy="9144000"/>
  <p:embeddedFontLst>
    <p:embeddedFont>
      <p:font typeface="Encode Sans" panose="020B0604020202020204" charset="0"/>
      <p:regular r:id="rId13"/>
      <p:bold r:id="rId14"/>
    </p:embeddedFont>
    <p:embeddedFont>
      <p:font typeface="Encode Sans Medium" panose="020B0604020202020204" charset="0"/>
      <p:regular r:id="rId15"/>
      <p:bold r:id="rId16"/>
    </p:embeddedFont>
    <p:embeddedFont>
      <p:font typeface="Montserrat Black" panose="00000A00000000000000" pitchFamily="2" charset="0"/>
      <p:bold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3345BA-4753-41D3-A544-B711343FE78F}">
  <a:tblStyle styleId="{C23345BA-4753-41D3-A544-B711343FE78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90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3988314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7"/>
        <p:cNvGrpSpPr/>
        <p:nvPr/>
      </p:nvGrpSpPr>
      <p:grpSpPr>
        <a:xfrm>
          <a:off x="0" y="0"/>
          <a:ext cx="0" cy="0"/>
          <a:chOff x="0" y="0"/>
          <a:chExt cx="0" cy="0"/>
        </a:xfrm>
      </p:grpSpPr>
      <p:sp>
        <p:nvSpPr>
          <p:cNvPr id="1198" name="Google Shape;1198;ge2e0c99644_0_14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9" name="Google Shape;1199;ge2e0c99644_0_14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3105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
        <p:cNvGrpSpPr/>
        <p:nvPr/>
      </p:nvGrpSpPr>
      <p:grpSpPr>
        <a:xfrm>
          <a:off x="0" y="0"/>
          <a:ext cx="0" cy="0"/>
          <a:chOff x="0" y="0"/>
          <a:chExt cx="0" cy="0"/>
        </a:xfrm>
      </p:grpSpPr>
      <p:sp>
        <p:nvSpPr>
          <p:cNvPr id="1344" name="Google Shape;1344;ge2e0c99644_0_145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5" name="Google Shape;1345;ge2e0c99644_0_145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6609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3"/>
        <p:cNvGrpSpPr/>
        <p:nvPr/>
      </p:nvGrpSpPr>
      <p:grpSpPr>
        <a:xfrm>
          <a:off x="0" y="0"/>
          <a:ext cx="0" cy="0"/>
          <a:chOff x="0" y="0"/>
          <a:chExt cx="0" cy="0"/>
        </a:xfrm>
      </p:grpSpPr>
      <p:sp>
        <p:nvSpPr>
          <p:cNvPr id="1694" name="Google Shape;1694;ge2e0c99644_0_150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5" name="Google Shape;1695;ge2e0c99644_0_150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4349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5"/>
        <p:cNvGrpSpPr/>
        <p:nvPr/>
      </p:nvGrpSpPr>
      <p:grpSpPr>
        <a:xfrm>
          <a:off x="0" y="0"/>
          <a:ext cx="0" cy="0"/>
          <a:chOff x="0" y="0"/>
          <a:chExt cx="0" cy="0"/>
        </a:xfrm>
      </p:grpSpPr>
      <p:sp>
        <p:nvSpPr>
          <p:cNvPr id="1756" name="Google Shape;1756;ge2e0c99644_0_15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7" name="Google Shape;1757;ge2e0c99644_0_15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8088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3"/>
          <p:cNvSpPr/>
          <p:nvPr/>
        </p:nvSpPr>
        <p:spPr>
          <a:xfrm flipH="1">
            <a:off x="-765553" y="2324718"/>
            <a:ext cx="6247654" cy="2817465"/>
          </a:xfrm>
          <a:custGeom>
            <a:avLst/>
            <a:gdLst/>
            <a:ahLst/>
            <a:cxnLst/>
            <a:rect l="l" t="t" r="r" b="b"/>
            <a:pathLst>
              <a:path w="147594" h="54169" extrusionOk="0">
                <a:moveTo>
                  <a:pt x="95009" y="1"/>
                </a:moveTo>
                <a:cubicBezTo>
                  <a:pt x="88622" y="1"/>
                  <a:pt x="82278" y="1171"/>
                  <a:pt x="77480" y="4750"/>
                </a:cubicBezTo>
                <a:cubicBezTo>
                  <a:pt x="74173" y="7196"/>
                  <a:pt x="71915" y="10610"/>
                  <a:pt x="68716" y="13164"/>
                </a:cubicBezTo>
                <a:cubicBezTo>
                  <a:pt x="62425" y="18245"/>
                  <a:pt x="53392" y="19536"/>
                  <a:pt x="44897" y="19778"/>
                </a:cubicBezTo>
                <a:cubicBezTo>
                  <a:pt x="36401" y="20020"/>
                  <a:pt x="27718" y="19455"/>
                  <a:pt x="19572" y="21606"/>
                </a:cubicBezTo>
                <a:cubicBezTo>
                  <a:pt x="11937" y="23649"/>
                  <a:pt x="4839" y="28461"/>
                  <a:pt x="2420" y="35209"/>
                </a:cubicBezTo>
                <a:cubicBezTo>
                  <a:pt x="0" y="41930"/>
                  <a:pt x="4866" y="51420"/>
                  <a:pt x="12340" y="53893"/>
                </a:cubicBezTo>
                <a:cubicBezTo>
                  <a:pt x="12967" y="54099"/>
                  <a:pt x="13738" y="54168"/>
                  <a:pt x="14559" y="54168"/>
                </a:cubicBezTo>
                <a:cubicBezTo>
                  <a:pt x="16202" y="54168"/>
                  <a:pt x="18048" y="53893"/>
                  <a:pt x="19357" y="53893"/>
                </a:cubicBezTo>
                <a:lnTo>
                  <a:pt x="137619" y="53893"/>
                </a:lnTo>
                <a:lnTo>
                  <a:pt x="144045" y="53866"/>
                </a:lnTo>
                <a:cubicBezTo>
                  <a:pt x="147432" y="52200"/>
                  <a:pt x="147593" y="44807"/>
                  <a:pt x="146222" y="41822"/>
                </a:cubicBezTo>
                <a:cubicBezTo>
                  <a:pt x="144959" y="39027"/>
                  <a:pt x="142297" y="37145"/>
                  <a:pt x="140308" y="34833"/>
                </a:cubicBezTo>
                <a:cubicBezTo>
                  <a:pt x="137700" y="31822"/>
                  <a:pt x="136141" y="28085"/>
                  <a:pt x="134340" y="24536"/>
                </a:cubicBezTo>
                <a:cubicBezTo>
                  <a:pt x="131140" y="18299"/>
                  <a:pt x="126893" y="11551"/>
                  <a:pt x="121381" y="7115"/>
                </a:cubicBezTo>
                <a:cubicBezTo>
                  <a:pt x="115817" y="2653"/>
                  <a:pt x="108477" y="1093"/>
                  <a:pt x="101568" y="367"/>
                </a:cubicBezTo>
                <a:cubicBezTo>
                  <a:pt x="99418" y="140"/>
                  <a:pt x="97210" y="1"/>
                  <a:pt x="95009"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24;p3"/>
          <p:cNvGrpSpPr/>
          <p:nvPr/>
        </p:nvGrpSpPr>
        <p:grpSpPr>
          <a:xfrm rot="10800000">
            <a:off x="4374467" y="-15106"/>
            <a:ext cx="1724597" cy="1543705"/>
            <a:chOff x="4499125" y="4305400"/>
            <a:chExt cx="813950" cy="728575"/>
          </a:xfrm>
        </p:grpSpPr>
        <p:sp>
          <p:nvSpPr>
            <p:cNvPr id="25" name="Google Shape;25;p3"/>
            <p:cNvSpPr/>
            <p:nvPr/>
          </p:nvSpPr>
          <p:spPr>
            <a:xfrm>
              <a:off x="4831825" y="4305400"/>
              <a:ext cx="481250" cy="728575"/>
            </a:xfrm>
            <a:custGeom>
              <a:avLst/>
              <a:gdLst/>
              <a:ahLst/>
              <a:cxnLst/>
              <a:rect l="l" t="t" r="r" b="b"/>
              <a:pathLst>
                <a:path w="19250" h="29143" extrusionOk="0">
                  <a:moveTo>
                    <a:pt x="12367" y="1"/>
                  </a:moveTo>
                  <a:cubicBezTo>
                    <a:pt x="0" y="12394"/>
                    <a:pt x="3603" y="29143"/>
                    <a:pt x="3603" y="29143"/>
                  </a:cubicBezTo>
                  <a:lnTo>
                    <a:pt x="12905" y="29143"/>
                  </a:lnTo>
                  <a:cubicBezTo>
                    <a:pt x="19249" y="18470"/>
                    <a:pt x="12367" y="1"/>
                    <a:pt x="123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5036150" y="4387975"/>
              <a:ext cx="104850" cy="609725"/>
            </a:xfrm>
            <a:custGeom>
              <a:avLst/>
              <a:gdLst/>
              <a:ahLst/>
              <a:cxnLst/>
              <a:rect l="l" t="t" r="r" b="b"/>
              <a:pathLst>
                <a:path w="4194" h="24389" extrusionOk="0">
                  <a:moveTo>
                    <a:pt x="3868" y="0"/>
                  </a:moveTo>
                  <a:cubicBezTo>
                    <a:pt x="3705" y="0"/>
                    <a:pt x="3570" y="102"/>
                    <a:pt x="3522" y="246"/>
                  </a:cubicBezTo>
                  <a:cubicBezTo>
                    <a:pt x="3495" y="408"/>
                    <a:pt x="242" y="14629"/>
                    <a:pt x="27" y="24039"/>
                  </a:cubicBezTo>
                  <a:cubicBezTo>
                    <a:pt x="0" y="24227"/>
                    <a:pt x="161" y="24388"/>
                    <a:pt x="323" y="24388"/>
                  </a:cubicBezTo>
                  <a:lnTo>
                    <a:pt x="350" y="24388"/>
                  </a:lnTo>
                  <a:cubicBezTo>
                    <a:pt x="511" y="24388"/>
                    <a:pt x="645" y="24254"/>
                    <a:pt x="672" y="24066"/>
                  </a:cubicBezTo>
                  <a:cubicBezTo>
                    <a:pt x="887" y="14737"/>
                    <a:pt x="4113" y="542"/>
                    <a:pt x="4167" y="408"/>
                  </a:cubicBezTo>
                  <a:cubicBezTo>
                    <a:pt x="4194" y="220"/>
                    <a:pt x="4086" y="58"/>
                    <a:pt x="3925" y="4"/>
                  </a:cubicBezTo>
                  <a:cubicBezTo>
                    <a:pt x="3906" y="2"/>
                    <a:pt x="3887" y="0"/>
                    <a:pt x="38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4499125" y="4458650"/>
              <a:ext cx="492000" cy="575325"/>
            </a:xfrm>
            <a:custGeom>
              <a:avLst/>
              <a:gdLst/>
              <a:ahLst/>
              <a:cxnLst/>
              <a:rect l="l" t="t" r="r" b="b"/>
              <a:pathLst>
                <a:path w="19680" h="23013" extrusionOk="0">
                  <a:moveTo>
                    <a:pt x="350" y="0"/>
                  </a:moveTo>
                  <a:cubicBezTo>
                    <a:pt x="350" y="1"/>
                    <a:pt x="1" y="12690"/>
                    <a:pt x="14249" y="23013"/>
                  </a:cubicBezTo>
                  <a:lnTo>
                    <a:pt x="19680" y="23013"/>
                  </a:lnTo>
                  <a:cubicBezTo>
                    <a:pt x="19680" y="23013"/>
                    <a:pt x="17018" y="8307"/>
                    <a:pt x="3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4556925" y="4550725"/>
              <a:ext cx="369025" cy="458400"/>
            </a:xfrm>
            <a:custGeom>
              <a:avLst/>
              <a:gdLst/>
              <a:ahLst/>
              <a:cxnLst/>
              <a:rect l="l" t="t" r="r" b="b"/>
              <a:pathLst>
                <a:path w="14761" h="18336" extrusionOk="0">
                  <a:moveTo>
                    <a:pt x="364" y="0"/>
                  </a:moveTo>
                  <a:cubicBezTo>
                    <a:pt x="283" y="0"/>
                    <a:pt x="202" y="27"/>
                    <a:pt x="135" y="81"/>
                  </a:cubicBezTo>
                  <a:cubicBezTo>
                    <a:pt x="1" y="215"/>
                    <a:pt x="1" y="431"/>
                    <a:pt x="135" y="538"/>
                  </a:cubicBezTo>
                  <a:cubicBezTo>
                    <a:pt x="243" y="646"/>
                    <a:pt x="9088" y="9410"/>
                    <a:pt x="14115" y="18174"/>
                  </a:cubicBezTo>
                  <a:cubicBezTo>
                    <a:pt x="14169" y="18281"/>
                    <a:pt x="14276" y="18335"/>
                    <a:pt x="14384" y="18335"/>
                  </a:cubicBezTo>
                  <a:cubicBezTo>
                    <a:pt x="14464" y="18335"/>
                    <a:pt x="14518" y="18335"/>
                    <a:pt x="14545" y="18281"/>
                  </a:cubicBezTo>
                  <a:cubicBezTo>
                    <a:pt x="14706" y="18201"/>
                    <a:pt x="14760" y="18013"/>
                    <a:pt x="14679" y="17851"/>
                  </a:cubicBezTo>
                  <a:cubicBezTo>
                    <a:pt x="9598" y="9007"/>
                    <a:pt x="700" y="162"/>
                    <a:pt x="592" y="81"/>
                  </a:cubicBezTo>
                  <a:cubicBezTo>
                    <a:pt x="525" y="27"/>
                    <a:pt x="444" y="0"/>
                    <a:pt x="3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3"/>
          <p:cNvGrpSpPr/>
          <p:nvPr/>
        </p:nvGrpSpPr>
        <p:grpSpPr>
          <a:xfrm rot="-1202245">
            <a:off x="4466149" y="3582803"/>
            <a:ext cx="1624520" cy="2446449"/>
            <a:chOff x="4289100" y="3261725"/>
            <a:chExt cx="1325275" cy="1995800"/>
          </a:xfrm>
        </p:grpSpPr>
        <p:sp>
          <p:nvSpPr>
            <p:cNvPr id="30" name="Google Shape;30;p3"/>
            <p:cNvSpPr/>
            <p:nvPr/>
          </p:nvSpPr>
          <p:spPr>
            <a:xfrm>
              <a:off x="4758725" y="3355975"/>
              <a:ext cx="511425" cy="633750"/>
            </a:xfrm>
            <a:custGeom>
              <a:avLst/>
              <a:gdLst/>
              <a:ahLst/>
              <a:cxnLst/>
              <a:rect l="l" t="t" r="r" b="b"/>
              <a:pathLst>
                <a:path w="20457" h="25350" extrusionOk="0">
                  <a:moveTo>
                    <a:pt x="9240" y="0"/>
                  </a:moveTo>
                  <a:cubicBezTo>
                    <a:pt x="9240" y="1"/>
                    <a:pt x="0" y="13891"/>
                    <a:pt x="9757" y="25350"/>
                  </a:cubicBezTo>
                  <a:cubicBezTo>
                    <a:pt x="9757" y="25350"/>
                    <a:pt x="20456" y="14863"/>
                    <a:pt x="92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4434425" y="3872100"/>
              <a:ext cx="589525" cy="271825"/>
            </a:xfrm>
            <a:custGeom>
              <a:avLst/>
              <a:gdLst/>
              <a:ahLst/>
              <a:cxnLst/>
              <a:rect l="l" t="t" r="r" b="b"/>
              <a:pathLst>
                <a:path w="23581" h="10873" extrusionOk="0">
                  <a:moveTo>
                    <a:pt x="6891" y="1"/>
                  </a:moveTo>
                  <a:cubicBezTo>
                    <a:pt x="4866" y="1"/>
                    <a:pt x="2620" y="267"/>
                    <a:pt x="135" y="885"/>
                  </a:cubicBezTo>
                  <a:lnTo>
                    <a:pt x="135" y="885"/>
                  </a:lnTo>
                  <a:cubicBezTo>
                    <a:pt x="73" y="838"/>
                    <a:pt x="33" y="813"/>
                    <a:pt x="17" y="813"/>
                  </a:cubicBezTo>
                  <a:cubicBezTo>
                    <a:pt x="0" y="813"/>
                    <a:pt x="12" y="842"/>
                    <a:pt x="54" y="905"/>
                  </a:cubicBezTo>
                  <a:cubicBezTo>
                    <a:pt x="81" y="899"/>
                    <a:pt x="108" y="892"/>
                    <a:pt x="135" y="885"/>
                  </a:cubicBezTo>
                  <a:lnTo>
                    <a:pt x="135" y="885"/>
                  </a:lnTo>
                  <a:cubicBezTo>
                    <a:pt x="1326" y="1791"/>
                    <a:pt x="10797" y="10873"/>
                    <a:pt x="19911" y="10873"/>
                  </a:cubicBezTo>
                  <a:cubicBezTo>
                    <a:pt x="21148" y="10873"/>
                    <a:pt x="22378" y="10706"/>
                    <a:pt x="23580" y="10328"/>
                  </a:cubicBezTo>
                  <a:cubicBezTo>
                    <a:pt x="23580" y="10328"/>
                    <a:pt x="19508" y="1"/>
                    <a:pt x="68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4995050" y="3842300"/>
              <a:ext cx="490900" cy="618575"/>
            </a:xfrm>
            <a:custGeom>
              <a:avLst/>
              <a:gdLst/>
              <a:ahLst/>
              <a:cxnLst/>
              <a:rect l="l" t="t" r="r" b="b"/>
              <a:pathLst>
                <a:path w="19636" h="24743" extrusionOk="0">
                  <a:moveTo>
                    <a:pt x="12250" y="0"/>
                  </a:moveTo>
                  <a:cubicBezTo>
                    <a:pt x="12249" y="1"/>
                    <a:pt x="0" y="11308"/>
                    <a:pt x="6748" y="24742"/>
                  </a:cubicBezTo>
                  <a:cubicBezTo>
                    <a:pt x="6748" y="24742"/>
                    <a:pt x="19636" y="17082"/>
                    <a:pt x="12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4684250" y="4217650"/>
              <a:ext cx="515225" cy="369625"/>
            </a:xfrm>
            <a:custGeom>
              <a:avLst/>
              <a:gdLst/>
              <a:ahLst/>
              <a:cxnLst/>
              <a:rect l="l" t="t" r="r" b="b"/>
              <a:pathLst>
                <a:path w="20609" h="14785" extrusionOk="0">
                  <a:moveTo>
                    <a:pt x="227" y="1"/>
                  </a:moveTo>
                  <a:cubicBezTo>
                    <a:pt x="152" y="1"/>
                    <a:pt x="76" y="1"/>
                    <a:pt x="0" y="2"/>
                  </a:cubicBezTo>
                  <a:cubicBezTo>
                    <a:pt x="0" y="2"/>
                    <a:pt x="5243" y="14784"/>
                    <a:pt x="19316" y="14784"/>
                  </a:cubicBezTo>
                  <a:cubicBezTo>
                    <a:pt x="19739" y="14784"/>
                    <a:pt x="20170" y="14771"/>
                    <a:pt x="20609" y="14743"/>
                  </a:cubicBezTo>
                  <a:cubicBezTo>
                    <a:pt x="20609" y="14743"/>
                    <a:pt x="18619"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5173625" y="4374975"/>
              <a:ext cx="440750" cy="566150"/>
            </a:xfrm>
            <a:custGeom>
              <a:avLst/>
              <a:gdLst/>
              <a:ahLst/>
              <a:cxnLst/>
              <a:rect l="l" t="t" r="r" b="b"/>
              <a:pathLst>
                <a:path w="17630" h="22646" extrusionOk="0">
                  <a:moveTo>
                    <a:pt x="14620" y="0"/>
                  </a:moveTo>
                  <a:cubicBezTo>
                    <a:pt x="14620" y="1"/>
                    <a:pt x="0" y="7964"/>
                    <a:pt x="3252" y="22645"/>
                  </a:cubicBezTo>
                  <a:cubicBezTo>
                    <a:pt x="3252" y="22645"/>
                    <a:pt x="17630" y="18359"/>
                    <a:pt x="146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4849150" y="4587750"/>
              <a:ext cx="452150" cy="483300"/>
            </a:xfrm>
            <a:custGeom>
              <a:avLst/>
              <a:gdLst/>
              <a:ahLst/>
              <a:cxnLst/>
              <a:rect l="l" t="t" r="r" b="b"/>
              <a:pathLst>
                <a:path w="18086" h="19332" extrusionOk="0">
                  <a:moveTo>
                    <a:pt x="0" y="0"/>
                  </a:moveTo>
                  <a:cubicBezTo>
                    <a:pt x="0" y="1"/>
                    <a:pt x="1581" y="16596"/>
                    <a:pt x="16414" y="19332"/>
                  </a:cubicBezTo>
                  <a:cubicBezTo>
                    <a:pt x="16414" y="19332"/>
                    <a:pt x="18086" y="443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4604850" y="3566600"/>
              <a:ext cx="672900" cy="1690925"/>
            </a:xfrm>
            <a:custGeom>
              <a:avLst/>
              <a:gdLst/>
              <a:ahLst/>
              <a:cxnLst/>
              <a:rect l="l" t="t" r="r" b="b"/>
              <a:pathLst>
                <a:path w="26916" h="67637" extrusionOk="0">
                  <a:moveTo>
                    <a:pt x="551" y="0"/>
                  </a:moveTo>
                  <a:cubicBezTo>
                    <a:pt x="224" y="0"/>
                    <a:pt x="0" y="541"/>
                    <a:pt x="349" y="815"/>
                  </a:cubicBezTo>
                  <a:cubicBezTo>
                    <a:pt x="3146" y="2882"/>
                    <a:pt x="5608" y="5405"/>
                    <a:pt x="7796" y="8080"/>
                  </a:cubicBezTo>
                  <a:cubicBezTo>
                    <a:pt x="10471" y="11363"/>
                    <a:pt x="12781" y="14949"/>
                    <a:pt x="14787" y="18657"/>
                  </a:cubicBezTo>
                  <a:cubicBezTo>
                    <a:pt x="17097" y="22913"/>
                    <a:pt x="19012" y="27351"/>
                    <a:pt x="20593" y="31940"/>
                  </a:cubicBezTo>
                  <a:cubicBezTo>
                    <a:pt x="22326" y="36986"/>
                    <a:pt x="23633" y="42184"/>
                    <a:pt x="24514" y="47472"/>
                  </a:cubicBezTo>
                  <a:cubicBezTo>
                    <a:pt x="25517" y="53248"/>
                    <a:pt x="25973" y="59114"/>
                    <a:pt x="25973" y="64950"/>
                  </a:cubicBezTo>
                  <a:cubicBezTo>
                    <a:pt x="25973" y="65710"/>
                    <a:pt x="25943" y="66470"/>
                    <a:pt x="25943" y="67199"/>
                  </a:cubicBezTo>
                  <a:cubicBezTo>
                    <a:pt x="25927" y="67492"/>
                    <a:pt x="26138" y="67636"/>
                    <a:pt x="26354" y="67636"/>
                  </a:cubicBezTo>
                  <a:cubicBezTo>
                    <a:pt x="26564" y="67636"/>
                    <a:pt x="26779" y="67499"/>
                    <a:pt x="26794" y="67230"/>
                  </a:cubicBezTo>
                  <a:cubicBezTo>
                    <a:pt x="26915" y="61242"/>
                    <a:pt x="26551" y="55284"/>
                    <a:pt x="25699" y="49387"/>
                  </a:cubicBezTo>
                  <a:cubicBezTo>
                    <a:pt x="24879" y="43947"/>
                    <a:pt x="23633" y="38597"/>
                    <a:pt x="21961" y="33369"/>
                  </a:cubicBezTo>
                  <a:cubicBezTo>
                    <a:pt x="20441" y="28658"/>
                    <a:pt x="18556" y="24068"/>
                    <a:pt x="16277" y="19661"/>
                  </a:cubicBezTo>
                  <a:cubicBezTo>
                    <a:pt x="14301" y="15770"/>
                    <a:pt x="11991" y="12062"/>
                    <a:pt x="9316" y="8627"/>
                  </a:cubicBezTo>
                  <a:cubicBezTo>
                    <a:pt x="7097" y="5770"/>
                    <a:pt x="4605" y="3065"/>
                    <a:pt x="1778" y="815"/>
                  </a:cubicBezTo>
                  <a:cubicBezTo>
                    <a:pt x="1444" y="572"/>
                    <a:pt x="1109" y="329"/>
                    <a:pt x="775" y="86"/>
                  </a:cubicBezTo>
                  <a:cubicBezTo>
                    <a:pt x="699" y="26"/>
                    <a:pt x="623" y="0"/>
                    <a:pt x="5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4289100" y="3261725"/>
              <a:ext cx="522075" cy="433925"/>
            </a:xfrm>
            <a:custGeom>
              <a:avLst/>
              <a:gdLst/>
              <a:ahLst/>
              <a:cxnLst/>
              <a:rect l="l" t="t" r="r" b="b"/>
              <a:pathLst>
                <a:path w="20883" h="17357" extrusionOk="0">
                  <a:moveTo>
                    <a:pt x="0" y="1"/>
                  </a:moveTo>
                  <a:cubicBezTo>
                    <a:pt x="1" y="1"/>
                    <a:pt x="3435" y="16293"/>
                    <a:pt x="18451" y="17357"/>
                  </a:cubicBezTo>
                  <a:cubicBezTo>
                    <a:pt x="18451" y="14621"/>
                    <a:pt x="20882" y="2706"/>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3"/>
          <p:cNvSpPr txBox="1">
            <a:spLocks noGrp="1"/>
          </p:cNvSpPr>
          <p:nvPr>
            <p:ph type="title"/>
          </p:nvPr>
        </p:nvSpPr>
        <p:spPr>
          <a:xfrm flipH="1">
            <a:off x="3525775" y="2413500"/>
            <a:ext cx="4905000" cy="84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900" b="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9" name="Google Shape;39;p3"/>
          <p:cNvSpPr txBox="1">
            <a:spLocks noGrp="1"/>
          </p:cNvSpPr>
          <p:nvPr>
            <p:ph type="subTitle" idx="1"/>
          </p:nvPr>
        </p:nvSpPr>
        <p:spPr>
          <a:xfrm flipH="1">
            <a:off x="5909875" y="3322100"/>
            <a:ext cx="2520900" cy="703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1600">
                <a:solidFill>
                  <a:schemeClr val="dk1"/>
                </a:solidFill>
                <a:latin typeface="Encode Sans Medium"/>
                <a:ea typeface="Encode Sans Medium"/>
                <a:cs typeface="Encode Sans Medium"/>
                <a:sym typeface="Encode Sans Mediu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3"/>
          <p:cNvSpPr txBox="1">
            <a:spLocks noGrp="1"/>
          </p:cNvSpPr>
          <p:nvPr>
            <p:ph type="title" idx="2" hasCustomPrompt="1"/>
          </p:nvPr>
        </p:nvSpPr>
        <p:spPr>
          <a:xfrm flipH="1">
            <a:off x="6525175" y="1084813"/>
            <a:ext cx="1905600" cy="1239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8900"/>
              <a:buNone/>
              <a:defRPr sz="8900">
                <a:solidFill>
                  <a:schemeClr val="accent1"/>
                </a:solidFill>
              </a:defRPr>
            </a:lvl1pPr>
            <a:lvl2pPr lvl="1" algn="ctr" rtl="0">
              <a:spcBef>
                <a:spcPts val="0"/>
              </a:spcBef>
              <a:spcAft>
                <a:spcPts val="0"/>
              </a:spcAft>
              <a:buSzPts val="8900"/>
              <a:buNone/>
              <a:defRPr sz="8900"/>
            </a:lvl2pPr>
            <a:lvl3pPr lvl="2" algn="ctr" rtl="0">
              <a:spcBef>
                <a:spcPts val="0"/>
              </a:spcBef>
              <a:spcAft>
                <a:spcPts val="0"/>
              </a:spcAft>
              <a:buSzPts val="8900"/>
              <a:buNone/>
              <a:defRPr sz="8900"/>
            </a:lvl3pPr>
            <a:lvl4pPr lvl="3" algn="ctr" rtl="0">
              <a:spcBef>
                <a:spcPts val="0"/>
              </a:spcBef>
              <a:spcAft>
                <a:spcPts val="0"/>
              </a:spcAft>
              <a:buSzPts val="8900"/>
              <a:buNone/>
              <a:defRPr sz="8900"/>
            </a:lvl4pPr>
            <a:lvl5pPr lvl="4" algn="ctr" rtl="0">
              <a:spcBef>
                <a:spcPts val="0"/>
              </a:spcBef>
              <a:spcAft>
                <a:spcPts val="0"/>
              </a:spcAft>
              <a:buSzPts val="8900"/>
              <a:buNone/>
              <a:defRPr sz="8900"/>
            </a:lvl5pPr>
            <a:lvl6pPr lvl="5" algn="ctr" rtl="0">
              <a:spcBef>
                <a:spcPts val="0"/>
              </a:spcBef>
              <a:spcAft>
                <a:spcPts val="0"/>
              </a:spcAft>
              <a:buSzPts val="8900"/>
              <a:buNone/>
              <a:defRPr sz="8900"/>
            </a:lvl6pPr>
            <a:lvl7pPr lvl="6" algn="ctr" rtl="0">
              <a:spcBef>
                <a:spcPts val="0"/>
              </a:spcBef>
              <a:spcAft>
                <a:spcPts val="0"/>
              </a:spcAft>
              <a:buSzPts val="8900"/>
              <a:buNone/>
              <a:defRPr sz="8900"/>
            </a:lvl7pPr>
            <a:lvl8pPr lvl="7" algn="ctr" rtl="0">
              <a:spcBef>
                <a:spcPts val="0"/>
              </a:spcBef>
              <a:spcAft>
                <a:spcPts val="0"/>
              </a:spcAft>
              <a:buSzPts val="8900"/>
              <a:buNone/>
              <a:defRPr sz="8900"/>
            </a:lvl8pPr>
            <a:lvl9pPr lvl="8" algn="ctr" rtl="0">
              <a:spcBef>
                <a:spcPts val="0"/>
              </a:spcBef>
              <a:spcAft>
                <a:spcPts val="0"/>
              </a:spcAft>
              <a:buSzPts val="8900"/>
              <a:buNone/>
              <a:defRPr sz="8900"/>
            </a:lvl9pPr>
          </a:lstStyle>
          <a:p>
            <a:r>
              <a:t>xx%</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2"/>
        <p:cNvGrpSpPr/>
        <p:nvPr/>
      </p:nvGrpSpPr>
      <p:grpSpPr>
        <a:xfrm>
          <a:off x="0" y="0"/>
          <a:ext cx="0" cy="0"/>
          <a:chOff x="0" y="0"/>
          <a:chExt cx="0" cy="0"/>
        </a:xfrm>
      </p:grpSpPr>
      <p:sp>
        <p:nvSpPr>
          <p:cNvPr id="123" name="Google Shape;123;p11"/>
          <p:cNvSpPr/>
          <p:nvPr/>
        </p:nvSpPr>
        <p:spPr>
          <a:xfrm flipH="1">
            <a:off x="3645256" y="1585250"/>
            <a:ext cx="7406593" cy="3558282"/>
          </a:xfrm>
          <a:custGeom>
            <a:avLst/>
            <a:gdLst/>
            <a:ahLst/>
            <a:cxnLst/>
            <a:rect l="l" t="t" r="r" b="b"/>
            <a:pathLst>
              <a:path w="180231" h="86592" extrusionOk="0">
                <a:moveTo>
                  <a:pt x="101320" y="1"/>
                </a:moveTo>
                <a:cubicBezTo>
                  <a:pt x="98137" y="1"/>
                  <a:pt x="94957" y="520"/>
                  <a:pt x="91944" y="1585"/>
                </a:cubicBezTo>
                <a:cubicBezTo>
                  <a:pt x="80868" y="5537"/>
                  <a:pt x="73286" y="15672"/>
                  <a:pt x="65060" y="24221"/>
                </a:cubicBezTo>
                <a:cubicBezTo>
                  <a:pt x="52075" y="37690"/>
                  <a:pt x="36025" y="48094"/>
                  <a:pt x="18551" y="54331"/>
                </a:cubicBezTo>
                <a:cubicBezTo>
                  <a:pt x="15298" y="55487"/>
                  <a:pt x="11991" y="56536"/>
                  <a:pt x="9114" y="58418"/>
                </a:cubicBezTo>
                <a:cubicBezTo>
                  <a:pt x="4759" y="61294"/>
                  <a:pt x="1667" y="66079"/>
                  <a:pt x="834" y="71322"/>
                </a:cubicBezTo>
                <a:cubicBezTo>
                  <a:pt x="1" y="76537"/>
                  <a:pt x="1022" y="82452"/>
                  <a:pt x="4275" y="86592"/>
                </a:cubicBezTo>
                <a:lnTo>
                  <a:pt x="174531" y="86592"/>
                </a:lnTo>
                <a:cubicBezTo>
                  <a:pt x="180231" y="79495"/>
                  <a:pt x="180123" y="67746"/>
                  <a:pt x="174612" y="60488"/>
                </a:cubicBezTo>
                <a:cubicBezTo>
                  <a:pt x="167810" y="51508"/>
                  <a:pt x="154664" y="50110"/>
                  <a:pt x="146196" y="42744"/>
                </a:cubicBezTo>
                <a:cubicBezTo>
                  <a:pt x="134662" y="32743"/>
                  <a:pt x="131087" y="15215"/>
                  <a:pt x="118989" y="5913"/>
                </a:cubicBezTo>
                <a:cubicBezTo>
                  <a:pt x="113934" y="2037"/>
                  <a:pt x="107621" y="1"/>
                  <a:pt x="101320"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1164422">
            <a:off x="3423643" y="3489854"/>
            <a:ext cx="567734" cy="318247"/>
          </a:xfrm>
          <a:custGeom>
            <a:avLst/>
            <a:gdLst/>
            <a:ahLst/>
            <a:cxnLst/>
            <a:rect l="l" t="t" r="r" b="b"/>
            <a:pathLst>
              <a:path w="16266" h="9118" extrusionOk="0">
                <a:moveTo>
                  <a:pt x="9512" y="1"/>
                </a:moveTo>
                <a:cubicBezTo>
                  <a:pt x="6255" y="1"/>
                  <a:pt x="2958" y="1284"/>
                  <a:pt x="968" y="3734"/>
                </a:cubicBezTo>
                <a:cubicBezTo>
                  <a:pt x="457" y="4379"/>
                  <a:pt x="0" y="5159"/>
                  <a:pt x="27" y="5992"/>
                </a:cubicBezTo>
                <a:cubicBezTo>
                  <a:pt x="54" y="6476"/>
                  <a:pt x="269" y="6960"/>
                  <a:pt x="565" y="7363"/>
                </a:cubicBezTo>
                <a:cubicBezTo>
                  <a:pt x="1524" y="8690"/>
                  <a:pt x="3211" y="9118"/>
                  <a:pt x="4909" y="9118"/>
                </a:cubicBezTo>
                <a:cubicBezTo>
                  <a:pt x="5448" y="9118"/>
                  <a:pt x="5988" y="9074"/>
                  <a:pt x="6506" y="9003"/>
                </a:cubicBezTo>
                <a:cubicBezTo>
                  <a:pt x="8845" y="8654"/>
                  <a:pt x="11103" y="7901"/>
                  <a:pt x="13200" y="6799"/>
                </a:cubicBezTo>
                <a:cubicBezTo>
                  <a:pt x="14706" y="5992"/>
                  <a:pt x="16265" y="4702"/>
                  <a:pt x="16184" y="3008"/>
                </a:cubicBezTo>
                <a:cubicBezTo>
                  <a:pt x="16184" y="2685"/>
                  <a:pt x="16104" y="2363"/>
                  <a:pt x="15916" y="2094"/>
                </a:cubicBezTo>
                <a:cubicBezTo>
                  <a:pt x="15754" y="1879"/>
                  <a:pt x="15539" y="1718"/>
                  <a:pt x="15324" y="1583"/>
                </a:cubicBezTo>
                <a:cubicBezTo>
                  <a:pt x="13633" y="518"/>
                  <a:pt x="11580" y="1"/>
                  <a:pt x="9512"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 name="Google Shape;125;p11"/>
          <p:cNvGrpSpPr/>
          <p:nvPr/>
        </p:nvGrpSpPr>
        <p:grpSpPr>
          <a:xfrm flipH="1">
            <a:off x="4389453" y="3537448"/>
            <a:ext cx="1794353" cy="1606071"/>
            <a:chOff x="4499125" y="4305400"/>
            <a:chExt cx="813950" cy="728575"/>
          </a:xfrm>
        </p:grpSpPr>
        <p:sp>
          <p:nvSpPr>
            <p:cNvPr id="126" name="Google Shape;126;p11"/>
            <p:cNvSpPr/>
            <p:nvPr/>
          </p:nvSpPr>
          <p:spPr>
            <a:xfrm>
              <a:off x="4831825" y="4305400"/>
              <a:ext cx="481250" cy="728575"/>
            </a:xfrm>
            <a:custGeom>
              <a:avLst/>
              <a:gdLst/>
              <a:ahLst/>
              <a:cxnLst/>
              <a:rect l="l" t="t" r="r" b="b"/>
              <a:pathLst>
                <a:path w="19250" h="29143" extrusionOk="0">
                  <a:moveTo>
                    <a:pt x="12367" y="1"/>
                  </a:moveTo>
                  <a:cubicBezTo>
                    <a:pt x="0" y="12394"/>
                    <a:pt x="3603" y="29143"/>
                    <a:pt x="3603" y="29143"/>
                  </a:cubicBezTo>
                  <a:lnTo>
                    <a:pt x="12905" y="29143"/>
                  </a:lnTo>
                  <a:cubicBezTo>
                    <a:pt x="19249" y="18470"/>
                    <a:pt x="12367" y="1"/>
                    <a:pt x="123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1"/>
            <p:cNvSpPr/>
            <p:nvPr/>
          </p:nvSpPr>
          <p:spPr>
            <a:xfrm>
              <a:off x="5036150" y="4387975"/>
              <a:ext cx="104850" cy="609725"/>
            </a:xfrm>
            <a:custGeom>
              <a:avLst/>
              <a:gdLst/>
              <a:ahLst/>
              <a:cxnLst/>
              <a:rect l="l" t="t" r="r" b="b"/>
              <a:pathLst>
                <a:path w="4194" h="24389" extrusionOk="0">
                  <a:moveTo>
                    <a:pt x="3868" y="0"/>
                  </a:moveTo>
                  <a:cubicBezTo>
                    <a:pt x="3705" y="0"/>
                    <a:pt x="3570" y="102"/>
                    <a:pt x="3522" y="246"/>
                  </a:cubicBezTo>
                  <a:cubicBezTo>
                    <a:pt x="3495" y="408"/>
                    <a:pt x="242" y="14629"/>
                    <a:pt x="27" y="24039"/>
                  </a:cubicBezTo>
                  <a:cubicBezTo>
                    <a:pt x="0" y="24227"/>
                    <a:pt x="161" y="24388"/>
                    <a:pt x="323" y="24388"/>
                  </a:cubicBezTo>
                  <a:lnTo>
                    <a:pt x="350" y="24388"/>
                  </a:lnTo>
                  <a:cubicBezTo>
                    <a:pt x="511" y="24388"/>
                    <a:pt x="645" y="24254"/>
                    <a:pt x="672" y="24066"/>
                  </a:cubicBezTo>
                  <a:cubicBezTo>
                    <a:pt x="887" y="14737"/>
                    <a:pt x="4113" y="542"/>
                    <a:pt x="4167" y="408"/>
                  </a:cubicBezTo>
                  <a:cubicBezTo>
                    <a:pt x="4194" y="220"/>
                    <a:pt x="4086" y="58"/>
                    <a:pt x="3925" y="4"/>
                  </a:cubicBezTo>
                  <a:cubicBezTo>
                    <a:pt x="3906" y="2"/>
                    <a:pt x="3887" y="0"/>
                    <a:pt x="38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1"/>
            <p:cNvSpPr/>
            <p:nvPr/>
          </p:nvSpPr>
          <p:spPr>
            <a:xfrm>
              <a:off x="4499125" y="4458650"/>
              <a:ext cx="492000" cy="575325"/>
            </a:xfrm>
            <a:custGeom>
              <a:avLst/>
              <a:gdLst/>
              <a:ahLst/>
              <a:cxnLst/>
              <a:rect l="l" t="t" r="r" b="b"/>
              <a:pathLst>
                <a:path w="19680" h="23013" extrusionOk="0">
                  <a:moveTo>
                    <a:pt x="350" y="0"/>
                  </a:moveTo>
                  <a:cubicBezTo>
                    <a:pt x="350" y="1"/>
                    <a:pt x="1" y="12690"/>
                    <a:pt x="14249" y="23013"/>
                  </a:cubicBezTo>
                  <a:lnTo>
                    <a:pt x="19680" y="23013"/>
                  </a:lnTo>
                  <a:cubicBezTo>
                    <a:pt x="19680" y="23013"/>
                    <a:pt x="17018" y="8307"/>
                    <a:pt x="3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1"/>
            <p:cNvSpPr/>
            <p:nvPr/>
          </p:nvSpPr>
          <p:spPr>
            <a:xfrm>
              <a:off x="4556925" y="4550725"/>
              <a:ext cx="369025" cy="458400"/>
            </a:xfrm>
            <a:custGeom>
              <a:avLst/>
              <a:gdLst/>
              <a:ahLst/>
              <a:cxnLst/>
              <a:rect l="l" t="t" r="r" b="b"/>
              <a:pathLst>
                <a:path w="14761" h="18336" extrusionOk="0">
                  <a:moveTo>
                    <a:pt x="364" y="0"/>
                  </a:moveTo>
                  <a:cubicBezTo>
                    <a:pt x="283" y="0"/>
                    <a:pt x="202" y="27"/>
                    <a:pt x="135" y="81"/>
                  </a:cubicBezTo>
                  <a:cubicBezTo>
                    <a:pt x="1" y="215"/>
                    <a:pt x="1" y="431"/>
                    <a:pt x="135" y="538"/>
                  </a:cubicBezTo>
                  <a:cubicBezTo>
                    <a:pt x="243" y="646"/>
                    <a:pt x="9088" y="9410"/>
                    <a:pt x="14115" y="18174"/>
                  </a:cubicBezTo>
                  <a:cubicBezTo>
                    <a:pt x="14169" y="18281"/>
                    <a:pt x="14276" y="18335"/>
                    <a:pt x="14384" y="18335"/>
                  </a:cubicBezTo>
                  <a:cubicBezTo>
                    <a:pt x="14464" y="18335"/>
                    <a:pt x="14518" y="18335"/>
                    <a:pt x="14545" y="18281"/>
                  </a:cubicBezTo>
                  <a:cubicBezTo>
                    <a:pt x="14706" y="18201"/>
                    <a:pt x="14760" y="18013"/>
                    <a:pt x="14679" y="17851"/>
                  </a:cubicBezTo>
                  <a:cubicBezTo>
                    <a:pt x="9598" y="9007"/>
                    <a:pt x="700" y="162"/>
                    <a:pt x="592" y="81"/>
                  </a:cubicBezTo>
                  <a:cubicBezTo>
                    <a:pt x="525" y="27"/>
                    <a:pt x="444" y="0"/>
                    <a:pt x="3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11"/>
          <p:cNvGrpSpPr/>
          <p:nvPr/>
        </p:nvGrpSpPr>
        <p:grpSpPr>
          <a:xfrm rot="-10333572">
            <a:off x="796500" y="-1047615"/>
            <a:ext cx="1624476" cy="2446382"/>
            <a:chOff x="4289100" y="3261725"/>
            <a:chExt cx="1325275" cy="1995800"/>
          </a:xfrm>
        </p:grpSpPr>
        <p:sp>
          <p:nvSpPr>
            <p:cNvPr id="131" name="Google Shape;131;p11"/>
            <p:cNvSpPr/>
            <p:nvPr/>
          </p:nvSpPr>
          <p:spPr>
            <a:xfrm>
              <a:off x="4758725" y="3355975"/>
              <a:ext cx="511425" cy="633750"/>
            </a:xfrm>
            <a:custGeom>
              <a:avLst/>
              <a:gdLst/>
              <a:ahLst/>
              <a:cxnLst/>
              <a:rect l="l" t="t" r="r" b="b"/>
              <a:pathLst>
                <a:path w="20457" h="25350" extrusionOk="0">
                  <a:moveTo>
                    <a:pt x="9240" y="0"/>
                  </a:moveTo>
                  <a:cubicBezTo>
                    <a:pt x="9240" y="1"/>
                    <a:pt x="0" y="13891"/>
                    <a:pt x="9757" y="25350"/>
                  </a:cubicBezTo>
                  <a:cubicBezTo>
                    <a:pt x="9757" y="25350"/>
                    <a:pt x="20456" y="14863"/>
                    <a:pt x="92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1"/>
            <p:cNvSpPr/>
            <p:nvPr/>
          </p:nvSpPr>
          <p:spPr>
            <a:xfrm>
              <a:off x="4434425" y="3872100"/>
              <a:ext cx="589525" cy="271825"/>
            </a:xfrm>
            <a:custGeom>
              <a:avLst/>
              <a:gdLst/>
              <a:ahLst/>
              <a:cxnLst/>
              <a:rect l="l" t="t" r="r" b="b"/>
              <a:pathLst>
                <a:path w="23581" h="10873" extrusionOk="0">
                  <a:moveTo>
                    <a:pt x="6891" y="1"/>
                  </a:moveTo>
                  <a:cubicBezTo>
                    <a:pt x="4866" y="1"/>
                    <a:pt x="2620" y="267"/>
                    <a:pt x="135" y="885"/>
                  </a:cubicBezTo>
                  <a:lnTo>
                    <a:pt x="135" y="885"/>
                  </a:lnTo>
                  <a:cubicBezTo>
                    <a:pt x="73" y="838"/>
                    <a:pt x="33" y="813"/>
                    <a:pt x="17" y="813"/>
                  </a:cubicBezTo>
                  <a:cubicBezTo>
                    <a:pt x="0" y="813"/>
                    <a:pt x="12" y="842"/>
                    <a:pt x="54" y="905"/>
                  </a:cubicBezTo>
                  <a:cubicBezTo>
                    <a:pt x="81" y="899"/>
                    <a:pt x="108" y="892"/>
                    <a:pt x="135" y="885"/>
                  </a:cubicBezTo>
                  <a:lnTo>
                    <a:pt x="135" y="885"/>
                  </a:lnTo>
                  <a:cubicBezTo>
                    <a:pt x="1326" y="1791"/>
                    <a:pt x="10797" y="10873"/>
                    <a:pt x="19911" y="10873"/>
                  </a:cubicBezTo>
                  <a:cubicBezTo>
                    <a:pt x="21148" y="10873"/>
                    <a:pt x="22378" y="10706"/>
                    <a:pt x="23580" y="10328"/>
                  </a:cubicBezTo>
                  <a:cubicBezTo>
                    <a:pt x="23580" y="10328"/>
                    <a:pt x="19508" y="1"/>
                    <a:pt x="68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1"/>
            <p:cNvSpPr/>
            <p:nvPr/>
          </p:nvSpPr>
          <p:spPr>
            <a:xfrm>
              <a:off x="4995050" y="3842300"/>
              <a:ext cx="490900" cy="618575"/>
            </a:xfrm>
            <a:custGeom>
              <a:avLst/>
              <a:gdLst/>
              <a:ahLst/>
              <a:cxnLst/>
              <a:rect l="l" t="t" r="r" b="b"/>
              <a:pathLst>
                <a:path w="19636" h="24743" extrusionOk="0">
                  <a:moveTo>
                    <a:pt x="12250" y="0"/>
                  </a:moveTo>
                  <a:cubicBezTo>
                    <a:pt x="12249" y="1"/>
                    <a:pt x="0" y="11308"/>
                    <a:pt x="6748" y="24742"/>
                  </a:cubicBezTo>
                  <a:cubicBezTo>
                    <a:pt x="6748" y="24742"/>
                    <a:pt x="19636" y="17082"/>
                    <a:pt x="12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1"/>
            <p:cNvSpPr/>
            <p:nvPr/>
          </p:nvSpPr>
          <p:spPr>
            <a:xfrm>
              <a:off x="4684250" y="4217650"/>
              <a:ext cx="515225" cy="369625"/>
            </a:xfrm>
            <a:custGeom>
              <a:avLst/>
              <a:gdLst/>
              <a:ahLst/>
              <a:cxnLst/>
              <a:rect l="l" t="t" r="r" b="b"/>
              <a:pathLst>
                <a:path w="20609" h="14785" extrusionOk="0">
                  <a:moveTo>
                    <a:pt x="227" y="1"/>
                  </a:moveTo>
                  <a:cubicBezTo>
                    <a:pt x="152" y="1"/>
                    <a:pt x="76" y="1"/>
                    <a:pt x="0" y="2"/>
                  </a:cubicBezTo>
                  <a:cubicBezTo>
                    <a:pt x="0" y="2"/>
                    <a:pt x="5243" y="14784"/>
                    <a:pt x="19316" y="14784"/>
                  </a:cubicBezTo>
                  <a:cubicBezTo>
                    <a:pt x="19739" y="14784"/>
                    <a:pt x="20170" y="14771"/>
                    <a:pt x="20609" y="14743"/>
                  </a:cubicBezTo>
                  <a:cubicBezTo>
                    <a:pt x="20609" y="14743"/>
                    <a:pt x="18619"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1"/>
            <p:cNvSpPr/>
            <p:nvPr/>
          </p:nvSpPr>
          <p:spPr>
            <a:xfrm>
              <a:off x="5173625" y="4374975"/>
              <a:ext cx="440750" cy="566150"/>
            </a:xfrm>
            <a:custGeom>
              <a:avLst/>
              <a:gdLst/>
              <a:ahLst/>
              <a:cxnLst/>
              <a:rect l="l" t="t" r="r" b="b"/>
              <a:pathLst>
                <a:path w="17630" h="22646" extrusionOk="0">
                  <a:moveTo>
                    <a:pt x="14620" y="0"/>
                  </a:moveTo>
                  <a:cubicBezTo>
                    <a:pt x="14620" y="1"/>
                    <a:pt x="0" y="7964"/>
                    <a:pt x="3252" y="22645"/>
                  </a:cubicBezTo>
                  <a:cubicBezTo>
                    <a:pt x="3252" y="22645"/>
                    <a:pt x="17630" y="18359"/>
                    <a:pt x="146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1"/>
            <p:cNvSpPr/>
            <p:nvPr/>
          </p:nvSpPr>
          <p:spPr>
            <a:xfrm>
              <a:off x="4849150" y="4587750"/>
              <a:ext cx="452150" cy="483300"/>
            </a:xfrm>
            <a:custGeom>
              <a:avLst/>
              <a:gdLst/>
              <a:ahLst/>
              <a:cxnLst/>
              <a:rect l="l" t="t" r="r" b="b"/>
              <a:pathLst>
                <a:path w="18086" h="19332" extrusionOk="0">
                  <a:moveTo>
                    <a:pt x="0" y="0"/>
                  </a:moveTo>
                  <a:cubicBezTo>
                    <a:pt x="0" y="1"/>
                    <a:pt x="1581" y="16596"/>
                    <a:pt x="16414" y="19332"/>
                  </a:cubicBezTo>
                  <a:cubicBezTo>
                    <a:pt x="16414" y="19332"/>
                    <a:pt x="18086" y="443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1"/>
            <p:cNvSpPr/>
            <p:nvPr/>
          </p:nvSpPr>
          <p:spPr>
            <a:xfrm>
              <a:off x="4604850" y="3566600"/>
              <a:ext cx="672900" cy="1690925"/>
            </a:xfrm>
            <a:custGeom>
              <a:avLst/>
              <a:gdLst/>
              <a:ahLst/>
              <a:cxnLst/>
              <a:rect l="l" t="t" r="r" b="b"/>
              <a:pathLst>
                <a:path w="26916" h="67637" extrusionOk="0">
                  <a:moveTo>
                    <a:pt x="551" y="0"/>
                  </a:moveTo>
                  <a:cubicBezTo>
                    <a:pt x="224" y="0"/>
                    <a:pt x="0" y="541"/>
                    <a:pt x="349" y="815"/>
                  </a:cubicBezTo>
                  <a:cubicBezTo>
                    <a:pt x="3146" y="2882"/>
                    <a:pt x="5608" y="5405"/>
                    <a:pt x="7796" y="8080"/>
                  </a:cubicBezTo>
                  <a:cubicBezTo>
                    <a:pt x="10471" y="11363"/>
                    <a:pt x="12781" y="14949"/>
                    <a:pt x="14787" y="18657"/>
                  </a:cubicBezTo>
                  <a:cubicBezTo>
                    <a:pt x="17097" y="22913"/>
                    <a:pt x="19012" y="27351"/>
                    <a:pt x="20593" y="31940"/>
                  </a:cubicBezTo>
                  <a:cubicBezTo>
                    <a:pt x="22326" y="36986"/>
                    <a:pt x="23633" y="42184"/>
                    <a:pt x="24514" y="47472"/>
                  </a:cubicBezTo>
                  <a:cubicBezTo>
                    <a:pt x="25517" y="53248"/>
                    <a:pt x="25973" y="59114"/>
                    <a:pt x="25973" y="64950"/>
                  </a:cubicBezTo>
                  <a:cubicBezTo>
                    <a:pt x="25973" y="65710"/>
                    <a:pt x="25943" y="66470"/>
                    <a:pt x="25943" y="67199"/>
                  </a:cubicBezTo>
                  <a:cubicBezTo>
                    <a:pt x="25927" y="67492"/>
                    <a:pt x="26138" y="67636"/>
                    <a:pt x="26354" y="67636"/>
                  </a:cubicBezTo>
                  <a:cubicBezTo>
                    <a:pt x="26564" y="67636"/>
                    <a:pt x="26779" y="67499"/>
                    <a:pt x="26794" y="67230"/>
                  </a:cubicBezTo>
                  <a:cubicBezTo>
                    <a:pt x="26915" y="61242"/>
                    <a:pt x="26551" y="55284"/>
                    <a:pt x="25699" y="49387"/>
                  </a:cubicBezTo>
                  <a:cubicBezTo>
                    <a:pt x="24879" y="43947"/>
                    <a:pt x="23633" y="38597"/>
                    <a:pt x="21961" y="33369"/>
                  </a:cubicBezTo>
                  <a:cubicBezTo>
                    <a:pt x="20441" y="28658"/>
                    <a:pt x="18556" y="24068"/>
                    <a:pt x="16277" y="19661"/>
                  </a:cubicBezTo>
                  <a:cubicBezTo>
                    <a:pt x="14301" y="15770"/>
                    <a:pt x="11991" y="12062"/>
                    <a:pt x="9316" y="8627"/>
                  </a:cubicBezTo>
                  <a:cubicBezTo>
                    <a:pt x="7097" y="5770"/>
                    <a:pt x="4605" y="3065"/>
                    <a:pt x="1778" y="815"/>
                  </a:cubicBezTo>
                  <a:cubicBezTo>
                    <a:pt x="1444" y="572"/>
                    <a:pt x="1109" y="329"/>
                    <a:pt x="775" y="86"/>
                  </a:cubicBezTo>
                  <a:cubicBezTo>
                    <a:pt x="699" y="26"/>
                    <a:pt x="623" y="0"/>
                    <a:pt x="5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1"/>
            <p:cNvSpPr/>
            <p:nvPr/>
          </p:nvSpPr>
          <p:spPr>
            <a:xfrm>
              <a:off x="4289100" y="3261725"/>
              <a:ext cx="522075" cy="433925"/>
            </a:xfrm>
            <a:custGeom>
              <a:avLst/>
              <a:gdLst/>
              <a:ahLst/>
              <a:cxnLst/>
              <a:rect l="l" t="t" r="r" b="b"/>
              <a:pathLst>
                <a:path w="20883" h="17357" extrusionOk="0">
                  <a:moveTo>
                    <a:pt x="0" y="1"/>
                  </a:moveTo>
                  <a:cubicBezTo>
                    <a:pt x="1" y="1"/>
                    <a:pt x="3435" y="16293"/>
                    <a:pt x="18451" y="17357"/>
                  </a:cubicBezTo>
                  <a:cubicBezTo>
                    <a:pt x="18451" y="14621"/>
                    <a:pt x="20882" y="2706"/>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1"/>
          <p:cNvSpPr txBox="1">
            <a:spLocks noGrp="1"/>
          </p:cNvSpPr>
          <p:nvPr>
            <p:ph type="title" hasCustomPrompt="1"/>
          </p:nvPr>
        </p:nvSpPr>
        <p:spPr>
          <a:xfrm>
            <a:off x="713225" y="1573588"/>
            <a:ext cx="4699800" cy="1426500"/>
          </a:xfrm>
          <a:prstGeom prst="rect">
            <a:avLst/>
          </a:prstGeom>
        </p:spPr>
        <p:txBody>
          <a:bodyPr spcFirstLastPara="1" wrap="square" lIns="91425" tIns="91425" rIns="91425" bIns="91425" anchor="ctr" anchorCtr="0">
            <a:noAutofit/>
          </a:bodyPr>
          <a:lstStyle>
            <a:lvl1pPr lvl="0">
              <a:spcBef>
                <a:spcPts val="0"/>
              </a:spcBef>
              <a:spcAft>
                <a:spcPts val="0"/>
              </a:spcAft>
              <a:buSzPts val="12000"/>
              <a:buNone/>
              <a:defRPr sz="10000" b="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40" name="Google Shape;140;p11"/>
          <p:cNvSpPr txBox="1">
            <a:spLocks noGrp="1"/>
          </p:cNvSpPr>
          <p:nvPr>
            <p:ph type="body" idx="1"/>
          </p:nvPr>
        </p:nvSpPr>
        <p:spPr>
          <a:xfrm>
            <a:off x="713225" y="3061413"/>
            <a:ext cx="4699800" cy="5085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sz="1600">
                <a:latin typeface="Encode Sans Medium"/>
                <a:ea typeface="Encode Sans Medium"/>
                <a:cs typeface="Encode Sans Medium"/>
                <a:sym typeface="Encode Sans Medium"/>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1">
  <p:cSld name="CUSTOM_13">
    <p:spTree>
      <p:nvGrpSpPr>
        <p:cNvPr id="1" name="Shape 204"/>
        <p:cNvGrpSpPr/>
        <p:nvPr/>
      </p:nvGrpSpPr>
      <p:grpSpPr>
        <a:xfrm>
          <a:off x="0" y="0"/>
          <a:ext cx="0" cy="0"/>
          <a:chOff x="0" y="0"/>
          <a:chExt cx="0" cy="0"/>
        </a:xfrm>
      </p:grpSpPr>
      <p:sp>
        <p:nvSpPr>
          <p:cNvPr id="205" name="Google Shape;205;p17"/>
          <p:cNvSpPr/>
          <p:nvPr/>
        </p:nvSpPr>
        <p:spPr>
          <a:xfrm>
            <a:off x="-144700" y="2081175"/>
            <a:ext cx="6971647" cy="3062324"/>
          </a:xfrm>
          <a:custGeom>
            <a:avLst/>
            <a:gdLst/>
            <a:ahLst/>
            <a:cxnLst/>
            <a:rect l="l" t="t" r="r" b="b"/>
            <a:pathLst>
              <a:path w="181790" h="79852" extrusionOk="0">
                <a:moveTo>
                  <a:pt x="87736" y="1"/>
                </a:moveTo>
                <a:cubicBezTo>
                  <a:pt x="87508" y="1"/>
                  <a:pt x="87279" y="4"/>
                  <a:pt x="87051" y="12"/>
                </a:cubicBezTo>
                <a:cubicBezTo>
                  <a:pt x="81351" y="173"/>
                  <a:pt x="75974" y="2619"/>
                  <a:pt x="71243" y="5765"/>
                </a:cubicBezTo>
                <a:cubicBezTo>
                  <a:pt x="61484" y="12298"/>
                  <a:pt x="53553" y="20524"/>
                  <a:pt x="42988" y="25928"/>
                </a:cubicBezTo>
                <a:cubicBezTo>
                  <a:pt x="32664" y="31197"/>
                  <a:pt x="21669" y="35095"/>
                  <a:pt x="11749" y="41117"/>
                </a:cubicBezTo>
                <a:cubicBezTo>
                  <a:pt x="6452" y="44343"/>
                  <a:pt x="1076" y="48860"/>
                  <a:pt x="403" y="55043"/>
                </a:cubicBezTo>
                <a:cubicBezTo>
                  <a:pt x="0" y="58672"/>
                  <a:pt x="1318" y="62248"/>
                  <a:pt x="2635" y="65662"/>
                </a:cubicBezTo>
                <a:cubicBezTo>
                  <a:pt x="3791" y="68673"/>
                  <a:pt x="5565" y="77276"/>
                  <a:pt x="8200" y="79427"/>
                </a:cubicBezTo>
                <a:cubicBezTo>
                  <a:pt x="8361" y="79561"/>
                  <a:pt x="8522" y="79669"/>
                  <a:pt x="8684" y="79749"/>
                </a:cubicBezTo>
                <a:cubicBezTo>
                  <a:pt x="8845" y="79826"/>
                  <a:pt x="9065" y="79851"/>
                  <a:pt x="9308" y="79851"/>
                </a:cubicBezTo>
                <a:cubicBezTo>
                  <a:pt x="9799" y="79851"/>
                  <a:pt x="10385" y="79748"/>
                  <a:pt x="10775" y="79748"/>
                </a:cubicBezTo>
                <a:cubicBezTo>
                  <a:pt x="10805" y="79748"/>
                  <a:pt x="10834" y="79748"/>
                  <a:pt x="10861" y="79749"/>
                </a:cubicBezTo>
                <a:cubicBezTo>
                  <a:pt x="11766" y="79812"/>
                  <a:pt x="12678" y="79833"/>
                  <a:pt x="13591" y="79833"/>
                </a:cubicBezTo>
                <a:cubicBezTo>
                  <a:pt x="15417" y="79833"/>
                  <a:pt x="17251" y="79749"/>
                  <a:pt x="19061" y="79749"/>
                </a:cubicBezTo>
                <a:lnTo>
                  <a:pt x="170902" y="79749"/>
                </a:lnTo>
                <a:cubicBezTo>
                  <a:pt x="170938" y="79749"/>
                  <a:pt x="171356" y="79761"/>
                  <a:pt x="171631" y="79761"/>
                </a:cubicBezTo>
                <a:cubicBezTo>
                  <a:pt x="171768" y="79761"/>
                  <a:pt x="171870" y="79758"/>
                  <a:pt x="171870" y="79749"/>
                </a:cubicBezTo>
                <a:cubicBezTo>
                  <a:pt x="172972" y="73593"/>
                  <a:pt x="177703" y="67947"/>
                  <a:pt x="179316" y="61657"/>
                </a:cubicBezTo>
                <a:cubicBezTo>
                  <a:pt x="181790" y="51978"/>
                  <a:pt x="175580" y="40929"/>
                  <a:pt x="166036" y="37999"/>
                </a:cubicBezTo>
                <a:cubicBezTo>
                  <a:pt x="162218" y="36816"/>
                  <a:pt x="158347" y="36977"/>
                  <a:pt x="154422" y="36386"/>
                </a:cubicBezTo>
                <a:cubicBezTo>
                  <a:pt x="150282" y="35767"/>
                  <a:pt x="146249" y="34638"/>
                  <a:pt x="142351" y="33106"/>
                </a:cubicBezTo>
                <a:cubicBezTo>
                  <a:pt x="134340" y="29987"/>
                  <a:pt x="127000" y="25229"/>
                  <a:pt x="120494" y="19637"/>
                </a:cubicBezTo>
                <a:cubicBezTo>
                  <a:pt x="115467" y="15309"/>
                  <a:pt x="110843" y="10469"/>
                  <a:pt x="105439" y="6598"/>
                </a:cubicBezTo>
                <a:cubicBezTo>
                  <a:pt x="100249" y="2861"/>
                  <a:pt x="94106" y="1"/>
                  <a:pt x="87736"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 name="Google Shape;206;p17"/>
          <p:cNvGrpSpPr/>
          <p:nvPr/>
        </p:nvGrpSpPr>
        <p:grpSpPr>
          <a:xfrm flipH="1">
            <a:off x="4423332" y="3198558"/>
            <a:ext cx="2172840" cy="1944931"/>
            <a:chOff x="4499125" y="4305400"/>
            <a:chExt cx="813950" cy="728575"/>
          </a:xfrm>
        </p:grpSpPr>
        <p:sp>
          <p:nvSpPr>
            <p:cNvPr id="207" name="Google Shape;207;p17"/>
            <p:cNvSpPr/>
            <p:nvPr/>
          </p:nvSpPr>
          <p:spPr>
            <a:xfrm>
              <a:off x="4831825" y="4305400"/>
              <a:ext cx="481250" cy="728575"/>
            </a:xfrm>
            <a:custGeom>
              <a:avLst/>
              <a:gdLst/>
              <a:ahLst/>
              <a:cxnLst/>
              <a:rect l="l" t="t" r="r" b="b"/>
              <a:pathLst>
                <a:path w="19250" h="29143" extrusionOk="0">
                  <a:moveTo>
                    <a:pt x="12367" y="1"/>
                  </a:moveTo>
                  <a:cubicBezTo>
                    <a:pt x="0" y="12394"/>
                    <a:pt x="3603" y="29143"/>
                    <a:pt x="3603" y="29143"/>
                  </a:cubicBezTo>
                  <a:lnTo>
                    <a:pt x="12905" y="29143"/>
                  </a:lnTo>
                  <a:cubicBezTo>
                    <a:pt x="19249" y="18470"/>
                    <a:pt x="12367" y="1"/>
                    <a:pt x="123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7"/>
            <p:cNvSpPr/>
            <p:nvPr/>
          </p:nvSpPr>
          <p:spPr>
            <a:xfrm>
              <a:off x="5036150" y="4387975"/>
              <a:ext cx="104850" cy="609725"/>
            </a:xfrm>
            <a:custGeom>
              <a:avLst/>
              <a:gdLst/>
              <a:ahLst/>
              <a:cxnLst/>
              <a:rect l="l" t="t" r="r" b="b"/>
              <a:pathLst>
                <a:path w="4194" h="24389" extrusionOk="0">
                  <a:moveTo>
                    <a:pt x="3868" y="0"/>
                  </a:moveTo>
                  <a:cubicBezTo>
                    <a:pt x="3705" y="0"/>
                    <a:pt x="3570" y="102"/>
                    <a:pt x="3522" y="246"/>
                  </a:cubicBezTo>
                  <a:cubicBezTo>
                    <a:pt x="3495" y="408"/>
                    <a:pt x="242" y="14629"/>
                    <a:pt x="27" y="24039"/>
                  </a:cubicBezTo>
                  <a:cubicBezTo>
                    <a:pt x="0" y="24227"/>
                    <a:pt x="161" y="24388"/>
                    <a:pt x="323" y="24388"/>
                  </a:cubicBezTo>
                  <a:lnTo>
                    <a:pt x="350" y="24388"/>
                  </a:lnTo>
                  <a:cubicBezTo>
                    <a:pt x="511" y="24388"/>
                    <a:pt x="645" y="24254"/>
                    <a:pt x="672" y="24066"/>
                  </a:cubicBezTo>
                  <a:cubicBezTo>
                    <a:pt x="887" y="14737"/>
                    <a:pt x="4113" y="542"/>
                    <a:pt x="4167" y="408"/>
                  </a:cubicBezTo>
                  <a:cubicBezTo>
                    <a:pt x="4194" y="220"/>
                    <a:pt x="4086" y="58"/>
                    <a:pt x="3925" y="4"/>
                  </a:cubicBezTo>
                  <a:cubicBezTo>
                    <a:pt x="3906" y="2"/>
                    <a:pt x="3887" y="0"/>
                    <a:pt x="38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7"/>
            <p:cNvSpPr/>
            <p:nvPr/>
          </p:nvSpPr>
          <p:spPr>
            <a:xfrm>
              <a:off x="4499125" y="4458650"/>
              <a:ext cx="492000" cy="575325"/>
            </a:xfrm>
            <a:custGeom>
              <a:avLst/>
              <a:gdLst/>
              <a:ahLst/>
              <a:cxnLst/>
              <a:rect l="l" t="t" r="r" b="b"/>
              <a:pathLst>
                <a:path w="19680" h="23013" extrusionOk="0">
                  <a:moveTo>
                    <a:pt x="350" y="0"/>
                  </a:moveTo>
                  <a:cubicBezTo>
                    <a:pt x="350" y="1"/>
                    <a:pt x="1" y="12690"/>
                    <a:pt x="14249" y="23013"/>
                  </a:cubicBezTo>
                  <a:lnTo>
                    <a:pt x="19680" y="23013"/>
                  </a:lnTo>
                  <a:cubicBezTo>
                    <a:pt x="19680" y="23013"/>
                    <a:pt x="17018" y="8307"/>
                    <a:pt x="3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7"/>
            <p:cNvSpPr/>
            <p:nvPr/>
          </p:nvSpPr>
          <p:spPr>
            <a:xfrm>
              <a:off x="4556925" y="4550725"/>
              <a:ext cx="369025" cy="458400"/>
            </a:xfrm>
            <a:custGeom>
              <a:avLst/>
              <a:gdLst/>
              <a:ahLst/>
              <a:cxnLst/>
              <a:rect l="l" t="t" r="r" b="b"/>
              <a:pathLst>
                <a:path w="14761" h="18336" extrusionOk="0">
                  <a:moveTo>
                    <a:pt x="364" y="0"/>
                  </a:moveTo>
                  <a:cubicBezTo>
                    <a:pt x="283" y="0"/>
                    <a:pt x="202" y="27"/>
                    <a:pt x="135" y="81"/>
                  </a:cubicBezTo>
                  <a:cubicBezTo>
                    <a:pt x="1" y="215"/>
                    <a:pt x="1" y="431"/>
                    <a:pt x="135" y="538"/>
                  </a:cubicBezTo>
                  <a:cubicBezTo>
                    <a:pt x="243" y="646"/>
                    <a:pt x="9088" y="9410"/>
                    <a:pt x="14115" y="18174"/>
                  </a:cubicBezTo>
                  <a:cubicBezTo>
                    <a:pt x="14169" y="18281"/>
                    <a:pt x="14276" y="18335"/>
                    <a:pt x="14384" y="18335"/>
                  </a:cubicBezTo>
                  <a:cubicBezTo>
                    <a:pt x="14464" y="18335"/>
                    <a:pt x="14518" y="18335"/>
                    <a:pt x="14545" y="18281"/>
                  </a:cubicBezTo>
                  <a:cubicBezTo>
                    <a:pt x="14706" y="18201"/>
                    <a:pt x="14760" y="18013"/>
                    <a:pt x="14679" y="17851"/>
                  </a:cubicBezTo>
                  <a:cubicBezTo>
                    <a:pt x="9598" y="9007"/>
                    <a:pt x="700" y="162"/>
                    <a:pt x="592" y="81"/>
                  </a:cubicBezTo>
                  <a:cubicBezTo>
                    <a:pt x="525" y="27"/>
                    <a:pt x="444" y="0"/>
                    <a:pt x="3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1" name="Google Shape;211;p17"/>
          <p:cNvSpPr/>
          <p:nvPr/>
        </p:nvSpPr>
        <p:spPr>
          <a:xfrm rot="795714">
            <a:off x="2594230" y="1549634"/>
            <a:ext cx="567779" cy="318272"/>
          </a:xfrm>
          <a:custGeom>
            <a:avLst/>
            <a:gdLst/>
            <a:ahLst/>
            <a:cxnLst/>
            <a:rect l="l" t="t" r="r" b="b"/>
            <a:pathLst>
              <a:path w="16266" h="9118" extrusionOk="0">
                <a:moveTo>
                  <a:pt x="9512" y="1"/>
                </a:moveTo>
                <a:cubicBezTo>
                  <a:pt x="6255" y="1"/>
                  <a:pt x="2958" y="1284"/>
                  <a:pt x="968" y="3734"/>
                </a:cubicBezTo>
                <a:cubicBezTo>
                  <a:pt x="457" y="4379"/>
                  <a:pt x="0" y="5159"/>
                  <a:pt x="27" y="5992"/>
                </a:cubicBezTo>
                <a:cubicBezTo>
                  <a:pt x="54" y="6476"/>
                  <a:pt x="269" y="6960"/>
                  <a:pt x="565" y="7363"/>
                </a:cubicBezTo>
                <a:cubicBezTo>
                  <a:pt x="1524" y="8690"/>
                  <a:pt x="3211" y="9118"/>
                  <a:pt x="4909" y="9118"/>
                </a:cubicBezTo>
                <a:cubicBezTo>
                  <a:pt x="5448" y="9118"/>
                  <a:pt x="5988" y="9074"/>
                  <a:pt x="6506" y="9003"/>
                </a:cubicBezTo>
                <a:cubicBezTo>
                  <a:pt x="8845" y="8654"/>
                  <a:pt x="11103" y="7901"/>
                  <a:pt x="13200" y="6799"/>
                </a:cubicBezTo>
                <a:cubicBezTo>
                  <a:pt x="14706" y="5992"/>
                  <a:pt x="16265" y="4702"/>
                  <a:pt x="16184" y="3008"/>
                </a:cubicBezTo>
                <a:cubicBezTo>
                  <a:pt x="16184" y="2685"/>
                  <a:pt x="16104" y="2363"/>
                  <a:pt x="15916" y="2094"/>
                </a:cubicBezTo>
                <a:cubicBezTo>
                  <a:pt x="15754" y="1879"/>
                  <a:pt x="15539" y="1718"/>
                  <a:pt x="15324" y="1583"/>
                </a:cubicBezTo>
                <a:cubicBezTo>
                  <a:pt x="13633" y="518"/>
                  <a:pt x="11580" y="1"/>
                  <a:pt x="9512"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2" name="Google Shape;212;p17"/>
          <p:cNvGrpSpPr/>
          <p:nvPr/>
        </p:nvGrpSpPr>
        <p:grpSpPr>
          <a:xfrm flipH="1">
            <a:off x="6648910" y="-132084"/>
            <a:ext cx="1474481" cy="1726928"/>
            <a:chOff x="2113525" y="967625"/>
            <a:chExt cx="550200" cy="644400"/>
          </a:xfrm>
        </p:grpSpPr>
        <p:sp>
          <p:nvSpPr>
            <p:cNvPr id="213" name="Google Shape;213;p17"/>
            <p:cNvSpPr/>
            <p:nvPr/>
          </p:nvSpPr>
          <p:spPr>
            <a:xfrm>
              <a:off x="2113525" y="967625"/>
              <a:ext cx="550200" cy="644400"/>
            </a:xfrm>
            <a:custGeom>
              <a:avLst/>
              <a:gdLst/>
              <a:ahLst/>
              <a:cxnLst/>
              <a:rect l="l" t="t" r="r" b="b"/>
              <a:pathLst>
                <a:path w="22008" h="25776" extrusionOk="0">
                  <a:moveTo>
                    <a:pt x="5472" y="1"/>
                  </a:moveTo>
                  <a:lnTo>
                    <a:pt x="5472" y="1"/>
                  </a:lnTo>
                  <a:cubicBezTo>
                    <a:pt x="4378" y="4378"/>
                    <a:pt x="1" y="22706"/>
                    <a:pt x="5563" y="25411"/>
                  </a:cubicBezTo>
                  <a:cubicBezTo>
                    <a:pt x="6081" y="25661"/>
                    <a:pt x="6540" y="25776"/>
                    <a:pt x="6945" y="25776"/>
                  </a:cubicBezTo>
                  <a:cubicBezTo>
                    <a:pt x="11723" y="25776"/>
                    <a:pt x="9089" y="9789"/>
                    <a:pt x="9089" y="9788"/>
                  </a:cubicBezTo>
                  <a:lnTo>
                    <a:pt x="9089" y="9788"/>
                  </a:lnTo>
                  <a:cubicBezTo>
                    <a:pt x="9089" y="9789"/>
                    <a:pt x="13594" y="18077"/>
                    <a:pt x="17174" y="18077"/>
                  </a:cubicBezTo>
                  <a:cubicBezTo>
                    <a:pt x="17753" y="18077"/>
                    <a:pt x="18308" y="17860"/>
                    <a:pt x="18816" y="17357"/>
                  </a:cubicBezTo>
                  <a:cubicBezTo>
                    <a:pt x="22007" y="14226"/>
                    <a:pt x="17083" y="10031"/>
                    <a:pt x="11156" y="4742"/>
                  </a:cubicBezTo>
                  <a:cubicBezTo>
                    <a:pt x="10153" y="3831"/>
                    <a:pt x="9119" y="2949"/>
                    <a:pt x="8055" y="2098"/>
                  </a:cubicBezTo>
                  <a:lnTo>
                    <a:pt x="54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7"/>
            <p:cNvSpPr/>
            <p:nvPr/>
          </p:nvSpPr>
          <p:spPr>
            <a:xfrm>
              <a:off x="2243500" y="970550"/>
              <a:ext cx="244750" cy="313250"/>
            </a:xfrm>
            <a:custGeom>
              <a:avLst/>
              <a:gdLst/>
              <a:ahLst/>
              <a:cxnLst/>
              <a:rect l="l" t="t" r="r" b="b"/>
              <a:pathLst>
                <a:path w="9790" h="12530" extrusionOk="0">
                  <a:moveTo>
                    <a:pt x="405" y="1"/>
                  </a:moveTo>
                  <a:cubicBezTo>
                    <a:pt x="200" y="1"/>
                    <a:pt x="1" y="216"/>
                    <a:pt x="151" y="431"/>
                  </a:cubicBezTo>
                  <a:cubicBezTo>
                    <a:pt x="2978" y="4565"/>
                    <a:pt x="5926" y="8638"/>
                    <a:pt x="9209" y="12437"/>
                  </a:cubicBezTo>
                  <a:cubicBezTo>
                    <a:pt x="9267" y="12502"/>
                    <a:pt x="9334" y="12529"/>
                    <a:pt x="9398" y="12529"/>
                  </a:cubicBezTo>
                  <a:cubicBezTo>
                    <a:pt x="9604" y="12529"/>
                    <a:pt x="9790" y="12250"/>
                    <a:pt x="9604" y="12042"/>
                  </a:cubicBezTo>
                  <a:cubicBezTo>
                    <a:pt x="6352" y="8273"/>
                    <a:pt x="3464" y="4230"/>
                    <a:pt x="638" y="127"/>
                  </a:cubicBezTo>
                  <a:cubicBezTo>
                    <a:pt x="575" y="38"/>
                    <a:pt x="489" y="1"/>
                    <a:pt x="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7"/>
            <p:cNvSpPr/>
            <p:nvPr/>
          </p:nvSpPr>
          <p:spPr>
            <a:xfrm>
              <a:off x="2245575" y="970550"/>
              <a:ext cx="46550" cy="441925"/>
            </a:xfrm>
            <a:custGeom>
              <a:avLst/>
              <a:gdLst/>
              <a:ahLst/>
              <a:cxnLst/>
              <a:rect l="l" t="t" r="r" b="b"/>
              <a:pathLst>
                <a:path w="1862" h="17677" extrusionOk="0">
                  <a:moveTo>
                    <a:pt x="355" y="0"/>
                  </a:moveTo>
                  <a:cubicBezTo>
                    <a:pt x="189" y="0"/>
                    <a:pt x="1" y="136"/>
                    <a:pt x="38" y="340"/>
                  </a:cubicBezTo>
                  <a:cubicBezTo>
                    <a:pt x="1011" y="5993"/>
                    <a:pt x="1284" y="11708"/>
                    <a:pt x="889" y="17392"/>
                  </a:cubicBezTo>
                  <a:cubicBezTo>
                    <a:pt x="874" y="17585"/>
                    <a:pt x="1005" y="17677"/>
                    <a:pt x="1146" y="17677"/>
                  </a:cubicBezTo>
                  <a:cubicBezTo>
                    <a:pt x="1293" y="17677"/>
                    <a:pt x="1451" y="17578"/>
                    <a:pt x="1466" y="17392"/>
                  </a:cubicBezTo>
                  <a:cubicBezTo>
                    <a:pt x="1862" y="11647"/>
                    <a:pt x="1588" y="5872"/>
                    <a:pt x="585" y="188"/>
                  </a:cubicBezTo>
                  <a:cubicBezTo>
                    <a:pt x="561" y="57"/>
                    <a:pt x="463"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 name="Google Shape;216;p17"/>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b="0">
                <a:solidFill>
                  <a:srgbClr val="553E73"/>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17" name="Google Shape;217;p17"/>
          <p:cNvSpPr txBox="1">
            <a:spLocks noGrp="1"/>
          </p:cNvSpPr>
          <p:nvPr>
            <p:ph type="subTitle" idx="1"/>
          </p:nvPr>
        </p:nvSpPr>
        <p:spPr>
          <a:xfrm>
            <a:off x="4792000" y="1801050"/>
            <a:ext cx="3638700" cy="1538100"/>
          </a:xfrm>
          <a:prstGeom prst="rect">
            <a:avLst/>
          </a:prstGeom>
        </p:spPr>
        <p:txBody>
          <a:bodyPr spcFirstLastPara="1" wrap="square" lIns="91425" tIns="91425" rIns="91425" bIns="91425" anchor="t" anchorCtr="0">
            <a:noAutofit/>
          </a:bodyPr>
          <a:lstStyle>
            <a:lvl1pPr lvl="0" algn="r">
              <a:spcBef>
                <a:spcPts val="0"/>
              </a:spcBef>
              <a:spcAft>
                <a:spcPts val="0"/>
              </a:spcAft>
              <a:buSzPts val="1600"/>
              <a:buNone/>
              <a:defRPr sz="1600">
                <a:latin typeface="Encode Sans Medium"/>
                <a:ea typeface="Encode Sans Medium"/>
                <a:cs typeface="Encode Sans Medium"/>
                <a:sym typeface="Encode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anks">
  <p:cSld name="CUSTOM_15">
    <p:spTree>
      <p:nvGrpSpPr>
        <p:cNvPr id="1" name="Shape 427"/>
        <p:cNvGrpSpPr/>
        <p:nvPr/>
      </p:nvGrpSpPr>
      <p:grpSpPr>
        <a:xfrm>
          <a:off x="0" y="0"/>
          <a:ext cx="0" cy="0"/>
          <a:chOff x="0" y="0"/>
          <a:chExt cx="0" cy="0"/>
        </a:xfrm>
      </p:grpSpPr>
      <p:sp>
        <p:nvSpPr>
          <p:cNvPr id="428" name="Google Shape;428;p32"/>
          <p:cNvSpPr/>
          <p:nvPr/>
        </p:nvSpPr>
        <p:spPr>
          <a:xfrm flipH="1">
            <a:off x="-1324130" y="1856226"/>
            <a:ext cx="6278280" cy="3285350"/>
          </a:xfrm>
          <a:custGeom>
            <a:avLst/>
            <a:gdLst/>
            <a:ahLst/>
            <a:cxnLst/>
            <a:rect l="l" t="t" r="r" b="b"/>
            <a:pathLst>
              <a:path w="147594" h="54169" extrusionOk="0">
                <a:moveTo>
                  <a:pt x="95009" y="1"/>
                </a:moveTo>
                <a:cubicBezTo>
                  <a:pt x="88622" y="1"/>
                  <a:pt x="82278" y="1171"/>
                  <a:pt x="77480" y="4750"/>
                </a:cubicBezTo>
                <a:cubicBezTo>
                  <a:pt x="74173" y="7196"/>
                  <a:pt x="71915" y="10610"/>
                  <a:pt x="68716" y="13164"/>
                </a:cubicBezTo>
                <a:cubicBezTo>
                  <a:pt x="62425" y="18245"/>
                  <a:pt x="53392" y="19536"/>
                  <a:pt x="44897" y="19778"/>
                </a:cubicBezTo>
                <a:cubicBezTo>
                  <a:pt x="36401" y="20020"/>
                  <a:pt x="27718" y="19455"/>
                  <a:pt x="19572" y="21606"/>
                </a:cubicBezTo>
                <a:cubicBezTo>
                  <a:pt x="11937" y="23649"/>
                  <a:pt x="4839" y="28461"/>
                  <a:pt x="2420" y="35209"/>
                </a:cubicBezTo>
                <a:cubicBezTo>
                  <a:pt x="0" y="41930"/>
                  <a:pt x="4866" y="51420"/>
                  <a:pt x="12340" y="53893"/>
                </a:cubicBezTo>
                <a:cubicBezTo>
                  <a:pt x="12967" y="54099"/>
                  <a:pt x="13738" y="54168"/>
                  <a:pt x="14559" y="54168"/>
                </a:cubicBezTo>
                <a:cubicBezTo>
                  <a:pt x="16202" y="54168"/>
                  <a:pt x="18048" y="53893"/>
                  <a:pt x="19357" y="53893"/>
                </a:cubicBezTo>
                <a:lnTo>
                  <a:pt x="137619" y="53893"/>
                </a:lnTo>
                <a:lnTo>
                  <a:pt x="144045" y="53866"/>
                </a:lnTo>
                <a:cubicBezTo>
                  <a:pt x="147432" y="52200"/>
                  <a:pt x="147593" y="44807"/>
                  <a:pt x="146222" y="41822"/>
                </a:cubicBezTo>
                <a:cubicBezTo>
                  <a:pt x="144959" y="39027"/>
                  <a:pt x="142297" y="37145"/>
                  <a:pt x="140308" y="34833"/>
                </a:cubicBezTo>
                <a:cubicBezTo>
                  <a:pt x="137700" y="31822"/>
                  <a:pt x="136141" y="28085"/>
                  <a:pt x="134340" y="24536"/>
                </a:cubicBezTo>
                <a:cubicBezTo>
                  <a:pt x="131140" y="18299"/>
                  <a:pt x="126893" y="11551"/>
                  <a:pt x="121381" y="7115"/>
                </a:cubicBezTo>
                <a:cubicBezTo>
                  <a:pt x="115817" y="2653"/>
                  <a:pt x="108477" y="1093"/>
                  <a:pt x="101568" y="367"/>
                </a:cubicBezTo>
                <a:cubicBezTo>
                  <a:pt x="99418" y="140"/>
                  <a:pt x="97210" y="1"/>
                  <a:pt x="95009"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2"/>
          <p:cNvSpPr/>
          <p:nvPr/>
        </p:nvSpPr>
        <p:spPr>
          <a:xfrm rot="1331585">
            <a:off x="3671104" y="2712463"/>
            <a:ext cx="567780" cy="318273"/>
          </a:xfrm>
          <a:custGeom>
            <a:avLst/>
            <a:gdLst/>
            <a:ahLst/>
            <a:cxnLst/>
            <a:rect l="l" t="t" r="r" b="b"/>
            <a:pathLst>
              <a:path w="16266" h="9118" extrusionOk="0">
                <a:moveTo>
                  <a:pt x="9512" y="1"/>
                </a:moveTo>
                <a:cubicBezTo>
                  <a:pt x="6255" y="1"/>
                  <a:pt x="2958" y="1284"/>
                  <a:pt x="968" y="3734"/>
                </a:cubicBezTo>
                <a:cubicBezTo>
                  <a:pt x="457" y="4379"/>
                  <a:pt x="0" y="5159"/>
                  <a:pt x="27" y="5992"/>
                </a:cubicBezTo>
                <a:cubicBezTo>
                  <a:pt x="54" y="6476"/>
                  <a:pt x="269" y="6960"/>
                  <a:pt x="565" y="7363"/>
                </a:cubicBezTo>
                <a:cubicBezTo>
                  <a:pt x="1524" y="8690"/>
                  <a:pt x="3211" y="9118"/>
                  <a:pt x="4909" y="9118"/>
                </a:cubicBezTo>
                <a:cubicBezTo>
                  <a:pt x="5448" y="9118"/>
                  <a:pt x="5988" y="9074"/>
                  <a:pt x="6506" y="9003"/>
                </a:cubicBezTo>
                <a:cubicBezTo>
                  <a:pt x="8845" y="8654"/>
                  <a:pt x="11103" y="7901"/>
                  <a:pt x="13200" y="6799"/>
                </a:cubicBezTo>
                <a:cubicBezTo>
                  <a:pt x="14706" y="5992"/>
                  <a:pt x="16265" y="4702"/>
                  <a:pt x="16184" y="3008"/>
                </a:cubicBezTo>
                <a:cubicBezTo>
                  <a:pt x="16184" y="2685"/>
                  <a:pt x="16104" y="2363"/>
                  <a:pt x="15916" y="2094"/>
                </a:cubicBezTo>
                <a:cubicBezTo>
                  <a:pt x="15754" y="1879"/>
                  <a:pt x="15539" y="1718"/>
                  <a:pt x="15324" y="1583"/>
                </a:cubicBezTo>
                <a:cubicBezTo>
                  <a:pt x="13633" y="518"/>
                  <a:pt x="11580" y="1"/>
                  <a:pt x="9512"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32"/>
          <p:cNvGrpSpPr/>
          <p:nvPr/>
        </p:nvGrpSpPr>
        <p:grpSpPr>
          <a:xfrm rot="10800000">
            <a:off x="2592172" y="3064646"/>
            <a:ext cx="1844105" cy="2159771"/>
            <a:chOff x="2113525" y="967625"/>
            <a:chExt cx="550200" cy="644400"/>
          </a:xfrm>
        </p:grpSpPr>
        <p:sp>
          <p:nvSpPr>
            <p:cNvPr id="431" name="Google Shape;431;p32"/>
            <p:cNvSpPr/>
            <p:nvPr/>
          </p:nvSpPr>
          <p:spPr>
            <a:xfrm>
              <a:off x="2113525" y="967625"/>
              <a:ext cx="550200" cy="644400"/>
            </a:xfrm>
            <a:custGeom>
              <a:avLst/>
              <a:gdLst/>
              <a:ahLst/>
              <a:cxnLst/>
              <a:rect l="l" t="t" r="r" b="b"/>
              <a:pathLst>
                <a:path w="22008" h="25776" extrusionOk="0">
                  <a:moveTo>
                    <a:pt x="5472" y="1"/>
                  </a:moveTo>
                  <a:lnTo>
                    <a:pt x="5472" y="1"/>
                  </a:lnTo>
                  <a:cubicBezTo>
                    <a:pt x="4378" y="4378"/>
                    <a:pt x="1" y="22706"/>
                    <a:pt x="5563" y="25411"/>
                  </a:cubicBezTo>
                  <a:cubicBezTo>
                    <a:pt x="6081" y="25661"/>
                    <a:pt x="6540" y="25776"/>
                    <a:pt x="6945" y="25776"/>
                  </a:cubicBezTo>
                  <a:cubicBezTo>
                    <a:pt x="11723" y="25776"/>
                    <a:pt x="9089" y="9789"/>
                    <a:pt x="9089" y="9788"/>
                  </a:cubicBezTo>
                  <a:lnTo>
                    <a:pt x="9089" y="9788"/>
                  </a:lnTo>
                  <a:cubicBezTo>
                    <a:pt x="9089" y="9789"/>
                    <a:pt x="13594" y="18077"/>
                    <a:pt x="17174" y="18077"/>
                  </a:cubicBezTo>
                  <a:cubicBezTo>
                    <a:pt x="17753" y="18077"/>
                    <a:pt x="18308" y="17860"/>
                    <a:pt x="18816" y="17357"/>
                  </a:cubicBezTo>
                  <a:cubicBezTo>
                    <a:pt x="22007" y="14226"/>
                    <a:pt x="17083" y="10031"/>
                    <a:pt x="11156" y="4742"/>
                  </a:cubicBezTo>
                  <a:cubicBezTo>
                    <a:pt x="10153" y="3831"/>
                    <a:pt x="9119" y="2949"/>
                    <a:pt x="8055" y="2098"/>
                  </a:cubicBezTo>
                  <a:lnTo>
                    <a:pt x="547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2"/>
            <p:cNvSpPr/>
            <p:nvPr/>
          </p:nvSpPr>
          <p:spPr>
            <a:xfrm>
              <a:off x="2243500" y="970550"/>
              <a:ext cx="244750" cy="313250"/>
            </a:xfrm>
            <a:custGeom>
              <a:avLst/>
              <a:gdLst/>
              <a:ahLst/>
              <a:cxnLst/>
              <a:rect l="l" t="t" r="r" b="b"/>
              <a:pathLst>
                <a:path w="9790" h="12530" extrusionOk="0">
                  <a:moveTo>
                    <a:pt x="405" y="1"/>
                  </a:moveTo>
                  <a:cubicBezTo>
                    <a:pt x="200" y="1"/>
                    <a:pt x="1" y="216"/>
                    <a:pt x="151" y="431"/>
                  </a:cubicBezTo>
                  <a:cubicBezTo>
                    <a:pt x="2978" y="4565"/>
                    <a:pt x="5926" y="8638"/>
                    <a:pt x="9209" y="12437"/>
                  </a:cubicBezTo>
                  <a:cubicBezTo>
                    <a:pt x="9267" y="12502"/>
                    <a:pt x="9334" y="12529"/>
                    <a:pt x="9398" y="12529"/>
                  </a:cubicBezTo>
                  <a:cubicBezTo>
                    <a:pt x="9604" y="12529"/>
                    <a:pt x="9790" y="12250"/>
                    <a:pt x="9604" y="12042"/>
                  </a:cubicBezTo>
                  <a:cubicBezTo>
                    <a:pt x="6352" y="8273"/>
                    <a:pt x="3464" y="4230"/>
                    <a:pt x="638" y="127"/>
                  </a:cubicBezTo>
                  <a:cubicBezTo>
                    <a:pt x="575" y="38"/>
                    <a:pt x="489" y="1"/>
                    <a:pt x="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2"/>
            <p:cNvSpPr/>
            <p:nvPr/>
          </p:nvSpPr>
          <p:spPr>
            <a:xfrm>
              <a:off x="2245575" y="970550"/>
              <a:ext cx="46550" cy="441925"/>
            </a:xfrm>
            <a:custGeom>
              <a:avLst/>
              <a:gdLst/>
              <a:ahLst/>
              <a:cxnLst/>
              <a:rect l="l" t="t" r="r" b="b"/>
              <a:pathLst>
                <a:path w="1862" h="17677" extrusionOk="0">
                  <a:moveTo>
                    <a:pt x="355" y="0"/>
                  </a:moveTo>
                  <a:cubicBezTo>
                    <a:pt x="189" y="0"/>
                    <a:pt x="1" y="136"/>
                    <a:pt x="38" y="340"/>
                  </a:cubicBezTo>
                  <a:cubicBezTo>
                    <a:pt x="1011" y="5993"/>
                    <a:pt x="1284" y="11708"/>
                    <a:pt x="889" y="17392"/>
                  </a:cubicBezTo>
                  <a:cubicBezTo>
                    <a:pt x="874" y="17585"/>
                    <a:pt x="1005" y="17677"/>
                    <a:pt x="1146" y="17677"/>
                  </a:cubicBezTo>
                  <a:cubicBezTo>
                    <a:pt x="1293" y="17677"/>
                    <a:pt x="1451" y="17578"/>
                    <a:pt x="1466" y="17392"/>
                  </a:cubicBezTo>
                  <a:cubicBezTo>
                    <a:pt x="1862" y="11647"/>
                    <a:pt x="1588" y="5872"/>
                    <a:pt x="585" y="188"/>
                  </a:cubicBezTo>
                  <a:cubicBezTo>
                    <a:pt x="561" y="57"/>
                    <a:pt x="463"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32"/>
          <p:cNvGrpSpPr/>
          <p:nvPr/>
        </p:nvGrpSpPr>
        <p:grpSpPr>
          <a:xfrm rot="-8100000" flipH="1">
            <a:off x="-199599" y="-672502"/>
            <a:ext cx="1825667" cy="1828064"/>
            <a:chOff x="943300" y="1144675"/>
            <a:chExt cx="1732575" cy="1734850"/>
          </a:xfrm>
        </p:grpSpPr>
        <p:sp>
          <p:nvSpPr>
            <p:cNvPr id="435" name="Google Shape;435;p32"/>
            <p:cNvSpPr/>
            <p:nvPr/>
          </p:nvSpPr>
          <p:spPr>
            <a:xfrm>
              <a:off x="943300" y="1213250"/>
              <a:ext cx="1732575" cy="1631900"/>
            </a:xfrm>
            <a:custGeom>
              <a:avLst/>
              <a:gdLst/>
              <a:ahLst/>
              <a:cxnLst/>
              <a:rect l="l" t="t" r="r" b="b"/>
              <a:pathLst>
                <a:path w="69303" h="65276" extrusionOk="0">
                  <a:moveTo>
                    <a:pt x="52340" y="0"/>
                  </a:moveTo>
                  <a:cubicBezTo>
                    <a:pt x="42835" y="0"/>
                    <a:pt x="38025" y="20298"/>
                    <a:pt x="38025" y="20298"/>
                  </a:cubicBezTo>
                  <a:cubicBezTo>
                    <a:pt x="35403" y="11195"/>
                    <a:pt x="32183" y="9385"/>
                    <a:pt x="29136" y="9385"/>
                  </a:cubicBezTo>
                  <a:cubicBezTo>
                    <a:pt x="29110" y="9385"/>
                    <a:pt x="29084" y="9385"/>
                    <a:pt x="29059" y="9386"/>
                  </a:cubicBezTo>
                  <a:cubicBezTo>
                    <a:pt x="20122" y="9447"/>
                    <a:pt x="23253" y="28079"/>
                    <a:pt x="24925" y="36438"/>
                  </a:cubicBezTo>
                  <a:cubicBezTo>
                    <a:pt x="24262" y="35172"/>
                    <a:pt x="17682" y="29932"/>
                    <a:pt x="14074" y="29932"/>
                  </a:cubicBezTo>
                  <a:cubicBezTo>
                    <a:pt x="14043" y="29932"/>
                    <a:pt x="14013" y="29932"/>
                    <a:pt x="13982" y="29933"/>
                  </a:cubicBezTo>
                  <a:cubicBezTo>
                    <a:pt x="0" y="30267"/>
                    <a:pt x="18086" y="61970"/>
                    <a:pt x="23283" y="64554"/>
                  </a:cubicBezTo>
                  <a:cubicBezTo>
                    <a:pt x="24241" y="65035"/>
                    <a:pt x="26253" y="65276"/>
                    <a:pt x="28846" y="65276"/>
                  </a:cubicBezTo>
                  <a:cubicBezTo>
                    <a:pt x="40328" y="65276"/>
                    <a:pt x="63217" y="60569"/>
                    <a:pt x="56597" y="51271"/>
                  </a:cubicBezTo>
                  <a:cubicBezTo>
                    <a:pt x="54625" y="48458"/>
                    <a:pt x="46985" y="46393"/>
                    <a:pt x="45070" y="46393"/>
                  </a:cubicBezTo>
                  <a:cubicBezTo>
                    <a:pt x="44978" y="46393"/>
                    <a:pt x="44898" y="46398"/>
                    <a:pt x="44834" y="46408"/>
                  </a:cubicBezTo>
                  <a:cubicBezTo>
                    <a:pt x="52554" y="42760"/>
                    <a:pt x="69302" y="34097"/>
                    <a:pt x="64044" y="26894"/>
                  </a:cubicBezTo>
                  <a:cubicBezTo>
                    <a:pt x="62972" y="25429"/>
                    <a:pt x="61366" y="24290"/>
                    <a:pt x="58410" y="24290"/>
                  </a:cubicBezTo>
                  <a:cubicBezTo>
                    <a:pt x="56335" y="24290"/>
                    <a:pt x="53596" y="24851"/>
                    <a:pt x="49910" y="26255"/>
                  </a:cubicBezTo>
                  <a:cubicBezTo>
                    <a:pt x="49910" y="26255"/>
                    <a:pt x="66050" y="6924"/>
                    <a:pt x="55290" y="632"/>
                  </a:cubicBezTo>
                  <a:cubicBezTo>
                    <a:pt x="54261" y="198"/>
                    <a:pt x="53278" y="0"/>
                    <a:pt x="52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2"/>
            <p:cNvSpPr/>
            <p:nvPr/>
          </p:nvSpPr>
          <p:spPr>
            <a:xfrm>
              <a:off x="1460025" y="1144675"/>
              <a:ext cx="914175" cy="1734850"/>
            </a:xfrm>
            <a:custGeom>
              <a:avLst/>
              <a:gdLst/>
              <a:ahLst/>
              <a:cxnLst/>
              <a:rect l="l" t="t" r="r" b="b"/>
              <a:pathLst>
                <a:path w="36567" h="69394" extrusionOk="0">
                  <a:moveTo>
                    <a:pt x="36110" y="1"/>
                  </a:moveTo>
                  <a:lnTo>
                    <a:pt x="0" y="67753"/>
                  </a:lnTo>
                  <a:lnTo>
                    <a:pt x="3222" y="69394"/>
                  </a:lnTo>
                  <a:lnTo>
                    <a:pt x="36566" y="214"/>
                  </a:lnTo>
                  <a:lnTo>
                    <a:pt x="3611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7" name="Google Shape;437;p32"/>
          <p:cNvSpPr txBox="1">
            <a:spLocks noGrp="1"/>
          </p:cNvSpPr>
          <p:nvPr>
            <p:ph type="title"/>
          </p:nvPr>
        </p:nvSpPr>
        <p:spPr>
          <a:xfrm>
            <a:off x="3819550" y="707750"/>
            <a:ext cx="4611000" cy="1012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7900"/>
            </a:lvl1pPr>
            <a:lvl2pPr lvl="1" algn="r" rtl="0">
              <a:spcBef>
                <a:spcPts val="0"/>
              </a:spcBef>
              <a:spcAft>
                <a:spcPts val="0"/>
              </a:spcAft>
              <a:buSzPts val="3000"/>
              <a:buNone/>
              <a:defRPr/>
            </a:lvl2pPr>
            <a:lvl3pPr lvl="2" algn="r" rtl="0">
              <a:spcBef>
                <a:spcPts val="0"/>
              </a:spcBef>
              <a:spcAft>
                <a:spcPts val="0"/>
              </a:spcAft>
              <a:buSzPts val="3000"/>
              <a:buNone/>
              <a:defRPr/>
            </a:lvl3pPr>
            <a:lvl4pPr lvl="3" algn="r" rtl="0">
              <a:spcBef>
                <a:spcPts val="0"/>
              </a:spcBef>
              <a:spcAft>
                <a:spcPts val="0"/>
              </a:spcAft>
              <a:buSzPts val="3000"/>
              <a:buNone/>
              <a:defRPr/>
            </a:lvl4pPr>
            <a:lvl5pPr lvl="4" algn="r" rtl="0">
              <a:spcBef>
                <a:spcPts val="0"/>
              </a:spcBef>
              <a:spcAft>
                <a:spcPts val="0"/>
              </a:spcAft>
              <a:buSzPts val="3000"/>
              <a:buNone/>
              <a:defRPr/>
            </a:lvl5pPr>
            <a:lvl6pPr lvl="5" algn="r" rtl="0">
              <a:spcBef>
                <a:spcPts val="0"/>
              </a:spcBef>
              <a:spcAft>
                <a:spcPts val="0"/>
              </a:spcAft>
              <a:buSzPts val="3000"/>
              <a:buNone/>
              <a:defRPr/>
            </a:lvl6pPr>
            <a:lvl7pPr lvl="6" algn="r" rtl="0">
              <a:spcBef>
                <a:spcPts val="0"/>
              </a:spcBef>
              <a:spcAft>
                <a:spcPts val="0"/>
              </a:spcAft>
              <a:buSzPts val="3000"/>
              <a:buNone/>
              <a:defRPr/>
            </a:lvl7pPr>
            <a:lvl8pPr lvl="7" algn="r" rtl="0">
              <a:spcBef>
                <a:spcPts val="0"/>
              </a:spcBef>
              <a:spcAft>
                <a:spcPts val="0"/>
              </a:spcAft>
              <a:buSzPts val="3000"/>
              <a:buNone/>
              <a:defRPr/>
            </a:lvl8pPr>
            <a:lvl9pPr lvl="8" algn="r" rtl="0">
              <a:spcBef>
                <a:spcPts val="0"/>
              </a:spcBef>
              <a:spcAft>
                <a:spcPts val="0"/>
              </a:spcAft>
              <a:buSzPts val="3000"/>
              <a:buNone/>
              <a:defRPr/>
            </a:lvl9pPr>
          </a:lstStyle>
          <a:p>
            <a:endParaRPr/>
          </a:p>
        </p:txBody>
      </p:sp>
      <p:sp>
        <p:nvSpPr>
          <p:cNvPr id="438" name="Google Shape;438;p32"/>
          <p:cNvSpPr txBox="1">
            <a:spLocks noGrp="1"/>
          </p:cNvSpPr>
          <p:nvPr>
            <p:ph type="subTitle" idx="1"/>
          </p:nvPr>
        </p:nvSpPr>
        <p:spPr>
          <a:xfrm>
            <a:off x="3979075" y="1720250"/>
            <a:ext cx="4451700" cy="10125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1800"/>
              <a:buNone/>
              <a:defRPr sz="1600">
                <a:solidFill>
                  <a:schemeClr val="dk1"/>
                </a:solidFill>
                <a:latin typeface="Encode Sans Medium"/>
                <a:ea typeface="Encode Sans Medium"/>
                <a:cs typeface="Encode Sans Medium"/>
                <a:sym typeface="Encode Sans Medium"/>
              </a:defRPr>
            </a:lvl1pPr>
            <a:lvl2pPr lvl="1" algn="r" rtl="0">
              <a:spcBef>
                <a:spcPts val="0"/>
              </a:spcBef>
              <a:spcAft>
                <a:spcPts val="0"/>
              </a:spcAft>
              <a:buClr>
                <a:schemeClr val="lt1"/>
              </a:buClr>
              <a:buSzPts val="1400"/>
              <a:buNone/>
              <a:defRPr>
                <a:solidFill>
                  <a:schemeClr val="lt1"/>
                </a:solidFill>
              </a:defRPr>
            </a:lvl2pPr>
            <a:lvl3pPr lvl="2" algn="r" rtl="0">
              <a:spcBef>
                <a:spcPts val="0"/>
              </a:spcBef>
              <a:spcAft>
                <a:spcPts val="0"/>
              </a:spcAft>
              <a:buClr>
                <a:schemeClr val="lt1"/>
              </a:buClr>
              <a:buSzPts val="1400"/>
              <a:buNone/>
              <a:defRPr>
                <a:solidFill>
                  <a:schemeClr val="lt1"/>
                </a:solidFill>
              </a:defRPr>
            </a:lvl3pPr>
            <a:lvl4pPr lvl="3" algn="r" rtl="0">
              <a:spcBef>
                <a:spcPts val="0"/>
              </a:spcBef>
              <a:spcAft>
                <a:spcPts val="0"/>
              </a:spcAft>
              <a:buClr>
                <a:schemeClr val="lt1"/>
              </a:buClr>
              <a:buSzPts val="1400"/>
              <a:buNone/>
              <a:defRPr>
                <a:solidFill>
                  <a:schemeClr val="lt1"/>
                </a:solidFill>
              </a:defRPr>
            </a:lvl4pPr>
            <a:lvl5pPr lvl="4" algn="r" rtl="0">
              <a:spcBef>
                <a:spcPts val="0"/>
              </a:spcBef>
              <a:spcAft>
                <a:spcPts val="0"/>
              </a:spcAft>
              <a:buClr>
                <a:schemeClr val="lt1"/>
              </a:buClr>
              <a:buSzPts val="1400"/>
              <a:buNone/>
              <a:defRPr>
                <a:solidFill>
                  <a:schemeClr val="lt1"/>
                </a:solidFill>
              </a:defRPr>
            </a:lvl5pPr>
            <a:lvl6pPr lvl="5" algn="r" rtl="0">
              <a:spcBef>
                <a:spcPts val="0"/>
              </a:spcBef>
              <a:spcAft>
                <a:spcPts val="0"/>
              </a:spcAft>
              <a:buClr>
                <a:schemeClr val="lt1"/>
              </a:buClr>
              <a:buSzPts val="1400"/>
              <a:buNone/>
              <a:defRPr>
                <a:solidFill>
                  <a:schemeClr val="lt1"/>
                </a:solidFill>
              </a:defRPr>
            </a:lvl6pPr>
            <a:lvl7pPr lvl="6" algn="r" rtl="0">
              <a:spcBef>
                <a:spcPts val="0"/>
              </a:spcBef>
              <a:spcAft>
                <a:spcPts val="0"/>
              </a:spcAft>
              <a:buClr>
                <a:schemeClr val="lt1"/>
              </a:buClr>
              <a:buSzPts val="1400"/>
              <a:buNone/>
              <a:defRPr>
                <a:solidFill>
                  <a:schemeClr val="lt1"/>
                </a:solidFill>
              </a:defRPr>
            </a:lvl7pPr>
            <a:lvl8pPr lvl="7" algn="r" rtl="0">
              <a:spcBef>
                <a:spcPts val="0"/>
              </a:spcBef>
              <a:spcAft>
                <a:spcPts val="0"/>
              </a:spcAft>
              <a:buClr>
                <a:schemeClr val="lt1"/>
              </a:buClr>
              <a:buSzPts val="1400"/>
              <a:buNone/>
              <a:defRPr>
                <a:solidFill>
                  <a:schemeClr val="lt1"/>
                </a:solidFill>
              </a:defRPr>
            </a:lvl8pPr>
            <a:lvl9pPr lvl="8" algn="r" rtl="0">
              <a:spcBef>
                <a:spcPts val="0"/>
              </a:spcBef>
              <a:spcAft>
                <a:spcPts val="0"/>
              </a:spcAft>
              <a:buClr>
                <a:schemeClr val="lt1"/>
              </a:buClr>
              <a:buSzPts val="1400"/>
              <a:buNone/>
              <a:defRPr>
                <a:solidFill>
                  <a:schemeClr val="lt1"/>
                </a:solidFill>
              </a:defRPr>
            </a:lvl9pPr>
          </a:lstStyle>
          <a:p>
            <a:endParaRPr/>
          </a:p>
        </p:txBody>
      </p:sp>
      <p:sp>
        <p:nvSpPr>
          <p:cNvPr id="439" name="Google Shape;439;p32"/>
          <p:cNvSpPr txBox="1"/>
          <p:nvPr/>
        </p:nvSpPr>
        <p:spPr>
          <a:xfrm>
            <a:off x="4727875" y="3329725"/>
            <a:ext cx="3702900" cy="792600"/>
          </a:xfrm>
          <a:prstGeom prst="rect">
            <a:avLst/>
          </a:prstGeom>
          <a:noFill/>
          <a:ln>
            <a:noFill/>
          </a:ln>
        </p:spPr>
        <p:txBody>
          <a:bodyPr spcFirstLastPara="1" wrap="square" lIns="91425" tIns="91425" rIns="91425" bIns="91425" anchor="t" anchorCtr="0">
            <a:noAutofit/>
          </a:bodyPr>
          <a:lstStyle/>
          <a:p>
            <a:pPr marL="0" lvl="0" indent="0" algn="r" rtl="0">
              <a:spcBef>
                <a:spcPts val="300"/>
              </a:spcBef>
              <a:spcAft>
                <a:spcPts val="0"/>
              </a:spcAft>
              <a:buNone/>
            </a:pPr>
            <a:r>
              <a:rPr lang="en" sz="1200">
                <a:solidFill>
                  <a:schemeClr val="dk1"/>
                </a:solidFill>
                <a:latin typeface="Encode Sans Medium"/>
                <a:ea typeface="Encode Sans Medium"/>
                <a:cs typeface="Encode Sans Medium"/>
                <a:sym typeface="Encode Sans Medium"/>
              </a:rPr>
              <a:t>CREDITS: This presentation template was created by </a:t>
            </a:r>
            <a:r>
              <a:rPr lang="en" sz="1200">
                <a:solidFill>
                  <a:schemeClr val="dk1"/>
                </a:solidFill>
                <a:uFill>
                  <a:noFill/>
                </a:uFill>
                <a:latin typeface="Encode Sans Medium"/>
                <a:ea typeface="Encode Sans Medium"/>
                <a:cs typeface="Encode Sans Medium"/>
                <a:sym typeface="Encode Sans Medium"/>
                <a:hlinkClick r:id="rId2">
                  <a:extLst>
                    <a:ext uri="{A12FA001-AC4F-418D-AE19-62706E023703}">
                      <ahyp:hlinkClr xmlns:ahyp="http://schemas.microsoft.com/office/drawing/2018/hyperlinkcolor" val="tx"/>
                    </a:ext>
                  </a:extLst>
                </a:hlinkClick>
              </a:rPr>
              <a:t>Slidesgo</a:t>
            </a:r>
            <a:r>
              <a:rPr lang="en" sz="1200">
                <a:solidFill>
                  <a:schemeClr val="dk1"/>
                </a:solidFill>
                <a:latin typeface="Encode Sans Medium"/>
                <a:ea typeface="Encode Sans Medium"/>
                <a:cs typeface="Encode Sans Medium"/>
                <a:sym typeface="Encode Sans Medium"/>
              </a:rPr>
              <a:t>, including icons by </a:t>
            </a:r>
            <a:r>
              <a:rPr lang="en" sz="1200">
                <a:solidFill>
                  <a:schemeClr val="dk1"/>
                </a:solidFill>
                <a:uFill>
                  <a:noFill/>
                </a:uFill>
                <a:latin typeface="Encode Sans Medium"/>
                <a:ea typeface="Encode Sans Medium"/>
                <a:cs typeface="Encode Sans Medium"/>
                <a:sym typeface="Encode Sans Medium"/>
                <a:hlinkClick r:id="rId3">
                  <a:extLst>
                    <a:ext uri="{A12FA001-AC4F-418D-AE19-62706E023703}">
                      <ahyp:hlinkClr xmlns:ahyp="http://schemas.microsoft.com/office/drawing/2018/hyperlinkcolor" val="tx"/>
                    </a:ext>
                  </a:extLst>
                </a:hlinkClick>
              </a:rPr>
              <a:t>Flaticon</a:t>
            </a:r>
            <a:r>
              <a:rPr lang="en" sz="1200">
                <a:solidFill>
                  <a:schemeClr val="dk1"/>
                </a:solidFill>
                <a:latin typeface="Encode Sans Medium"/>
                <a:ea typeface="Encode Sans Medium"/>
                <a:cs typeface="Encode Sans Medium"/>
                <a:sym typeface="Encode Sans Medium"/>
              </a:rPr>
              <a:t>, and infographics &amp; images by </a:t>
            </a:r>
            <a:r>
              <a:rPr lang="en" sz="1200">
                <a:solidFill>
                  <a:schemeClr val="dk1"/>
                </a:solidFill>
                <a:uFill>
                  <a:noFill/>
                </a:uFill>
                <a:latin typeface="Encode Sans Medium"/>
                <a:ea typeface="Encode Sans Medium"/>
                <a:cs typeface="Encode Sans Medium"/>
                <a:sym typeface="Encode Sans Medium"/>
                <a:hlinkClick r:id="rId4">
                  <a:extLst>
                    <a:ext uri="{A12FA001-AC4F-418D-AE19-62706E023703}">
                      <ahyp:hlinkClr xmlns:ahyp="http://schemas.microsoft.com/office/drawing/2018/hyperlinkcolor" val="tx"/>
                    </a:ext>
                  </a:extLst>
                </a:hlinkClick>
              </a:rPr>
              <a:t>Freepik</a:t>
            </a:r>
            <a:r>
              <a:rPr lang="en" sz="1200">
                <a:solidFill>
                  <a:schemeClr val="dk1"/>
                </a:solidFill>
                <a:latin typeface="Encode Sans Medium"/>
                <a:ea typeface="Encode Sans Medium"/>
                <a:cs typeface="Encode Sans Medium"/>
                <a:sym typeface="Encode Sans Medium"/>
              </a:rPr>
              <a:t> </a:t>
            </a:r>
            <a:endParaRPr sz="1200">
              <a:solidFill>
                <a:schemeClr val="dk1"/>
              </a:solidFill>
              <a:latin typeface="Encode Sans Medium"/>
              <a:ea typeface="Encode Sans Medium"/>
              <a:cs typeface="Encode Sans Medium"/>
              <a:sym typeface="Encode Sans Medium"/>
            </a:endParaRPr>
          </a:p>
        </p:txBody>
      </p:sp>
      <p:sp>
        <p:nvSpPr>
          <p:cNvPr id="440" name="Google Shape;440;p32"/>
          <p:cNvSpPr txBox="1"/>
          <p:nvPr/>
        </p:nvSpPr>
        <p:spPr>
          <a:xfrm>
            <a:off x="4727874" y="4132688"/>
            <a:ext cx="3702900" cy="292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600"/>
              </a:spcAft>
              <a:buNone/>
            </a:pPr>
            <a:r>
              <a:rPr lang="en" sz="1200">
                <a:solidFill>
                  <a:schemeClr val="dk1"/>
                </a:solidFill>
                <a:latin typeface="Encode Sans Medium"/>
                <a:ea typeface="Encode Sans Medium"/>
                <a:cs typeface="Encode Sans Medium"/>
                <a:sym typeface="Encode Sans Medium"/>
              </a:rPr>
              <a:t>Please, keep this slide as attribution</a:t>
            </a:r>
            <a:endParaRPr sz="1200">
              <a:solidFill>
                <a:schemeClr val="dk1"/>
              </a:solidFill>
              <a:latin typeface="Encode Sans Medium"/>
              <a:ea typeface="Encode Sans Medium"/>
              <a:cs typeface="Encode Sans Medium"/>
              <a:sym typeface="Encode Sans Medium"/>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18">
    <p:spTree>
      <p:nvGrpSpPr>
        <p:cNvPr id="1" name="Shape 441"/>
        <p:cNvGrpSpPr/>
        <p:nvPr/>
      </p:nvGrpSpPr>
      <p:grpSpPr>
        <a:xfrm>
          <a:off x="0" y="0"/>
          <a:ext cx="0" cy="0"/>
          <a:chOff x="0" y="0"/>
          <a:chExt cx="0" cy="0"/>
        </a:xfrm>
      </p:grpSpPr>
      <p:sp>
        <p:nvSpPr>
          <p:cNvPr id="442" name="Google Shape;442;p33"/>
          <p:cNvSpPr/>
          <p:nvPr/>
        </p:nvSpPr>
        <p:spPr>
          <a:xfrm flipH="1">
            <a:off x="2085336" y="2754926"/>
            <a:ext cx="4972123" cy="2388640"/>
          </a:xfrm>
          <a:custGeom>
            <a:avLst/>
            <a:gdLst/>
            <a:ahLst/>
            <a:cxnLst/>
            <a:rect l="l" t="t" r="r" b="b"/>
            <a:pathLst>
              <a:path w="180231" h="86592" extrusionOk="0">
                <a:moveTo>
                  <a:pt x="101320" y="1"/>
                </a:moveTo>
                <a:cubicBezTo>
                  <a:pt x="98137" y="1"/>
                  <a:pt x="94957" y="520"/>
                  <a:pt x="91944" y="1585"/>
                </a:cubicBezTo>
                <a:cubicBezTo>
                  <a:pt x="80868" y="5537"/>
                  <a:pt x="73286" y="15672"/>
                  <a:pt x="65060" y="24221"/>
                </a:cubicBezTo>
                <a:cubicBezTo>
                  <a:pt x="52075" y="37690"/>
                  <a:pt x="36025" y="48094"/>
                  <a:pt x="18551" y="54331"/>
                </a:cubicBezTo>
                <a:cubicBezTo>
                  <a:pt x="15298" y="55487"/>
                  <a:pt x="11991" y="56536"/>
                  <a:pt x="9114" y="58418"/>
                </a:cubicBezTo>
                <a:cubicBezTo>
                  <a:pt x="4759" y="61294"/>
                  <a:pt x="1667" y="66079"/>
                  <a:pt x="834" y="71322"/>
                </a:cubicBezTo>
                <a:cubicBezTo>
                  <a:pt x="1" y="76537"/>
                  <a:pt x="1022" y="82452"/>
                  <a:pt x="4275" y="86592"/>
                </a:cubicBezTo>
                <a:lnTo>
                  <a:pt x="174531" y="86592"/>
                </a:lnTo>
                <a:cubicBezTo>
                  <a:pt x="180231" y="79495"/>
                  <a:pt x="180123" y="67746"/>
                  <a:pt x="174612" y="60488"/>
                </a:cubicBezTo>
                <a:cubicBezTo>
                  <a:pt x="167810" y="51508"/>
                  <a:pt x="154664" y="50110"/>
                  <a:pt x="146196" y="42744"/>
                </a:cubicBezTo>
                <a:cubicBezTo>
                  <a:pt x="134662" y="32743"/>
                  <a:pt x="131087" y="15215"/>
                  <a:pt x="118989" y="5913"/>
                </a:cubicBezTo>
                <a:cubicBezTo>
                  <a:pt x="113934" y="2037"/>
                  <a:pt x="107621" y="1"/>
                  <a:pt x="101320"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3"/>
          <p:cNvSpPr/>
          <p:nvPr/>
        </p:nvSpPr>
        <p:spPr>
          <a:xfrm rot="-2051248">
            <a:off x="3324119" y="2376673"/>
            <a:ext cx="567744" cy="318252"/>
          </a:xfrm>
          <a:custGeom>
            <a:avLst/>
            <a:gdLst/>
            <a:ahLst/>
            <a:cxnLst/>
            <a:rect l="l" t="t" r="r" b="b"/>
            <a:pathLst>
              <a:path w="16266" h="9118" extrusionOk="0">
                <a:moveTo>
                  <a:pt x="9512" y="1"/>
                </a:moveTo>
                <a:cubicBezTo>
                  <a:pt x="6255" y="1"/>
                  <a:pt x="2958" y="1284"/>
                  <a:pt x="968" y="3734"/>
                </a:cubicBezTo>
                <a:cubicBezTo>
                  <a:pt x="457" y="4379"/>
                  <a:pt x="0" y="5159"/>
                  <a:pt x="27" y="5992"/>
                </a:cubicBezTo>
                <a:cubicBezTo>
                  <a:pt x="54" y="6476"/>
                  <a:pt x="269" y="6960"/>
                  <a:pt x="565" y="7363"/>
                </a:cubicBezTo>
                <a:cubicBezTo>
                  <a:pt x="1524" y="8690"/>
                  <a:pt x="3211" y="9118"/>
                  <a:pt x="4909" y="9118"/>
                </a:cubicBezTo>
                <a:cubicBezTo>
                  <a:pt x="5448" y="9118"/>
                  <a:pt x="5988" y="9074"/>
                  <a:pt x="6506" y="9003"/>
                </a:cubicBezTo>
                <a:cubicBezTo>
                  <a:pt x="8845" y="8654"/>
                  <a:pt x="11103" y="7901"/>
                  <a:pt x="13200" y="6799"/>
                </a:cubicBezTo>
                <a:cubicBezTo>
                  <a:pt x="14706" y="5992"/>
                  <a:pt x="16265" y="4702"/>
                  <a:pt x="16184" y="3008"/>
                </a:cubicBezTo>
                <a:cubicBezTo>
                  <a:pt x="16184" y="2685"/>
                  <a:pt x="16104" y="2363"/>
                  <a:pt x="15916" y="2094"/>
                </a:cubicBezTo>
                <a:cubicBezTo>
                  <a:pt x="15754" y="1879"/>
                  <a:pt x="15539" y="1718"/>
                  <a:pt x="15324" y="1583"/>
                </a:cubicBezTo>
                <a:cubicBezTo>
                  <a:pt x="13633" y="518"/>
                  <a:pt x="11580" y="1"/>
                  <a:pt x="9512"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4" name="Google Shape;444;p33"/>
          <p:cNvGrpSpPr/>
          <p:nvPr/>
        </p:nvGrpSpPr>
        <p:grpSpPr>
          <a:xfrm rot="1143968" flipH="1">
            <a:off x="397870" y="3025159"/>
            <a:ext cx="1624445" cy="2446335"/>
            <a:chOff x="4289100" y="3261725"/>
            <a:chExt cx="1325275" cy="1995800"/>
          </a:xfrm>
        </p:grpSpPr>
        <p:sp>
          <p:nvSpPr>
            <p:cNvPr id="445" name="Google Shape;445;p33"/>
            <p:cNvSpPr/>
            <p:nvPr/>
          </p:nvSpPr>
          <p:spPr>
            <a:xfrm>
              <a:off x="4758725" y="3355975"/>
              <a:ext cx="511425" cy="633750"/>
            </a:xfrm>
            <a:custGeom>
              <a:avLst/>
              <a:gdLst/>
              <a:ahLst/>
              <a:cxnLst/>
              <a:rect l="l" t="t" r="r" b="b"/>
              <a:pathLst>
                <a:path w="20457" h="25350" extrusionOk="0">
                  <a:moveTo>
                    <a:pt x="9240" y="0"/>
                  </a:moveTo>
                  <a:cubicBezTo>
                    <a:pt x="9240" y="1"/>
                    <a:pt x="0" y="13891"/>
                    <a:pt x="9757" y="25350"/>
                  </a:cubicBezTo>
                  <a:cubicBezTo>
                    <a:pt x="9757" y="25350"/>
                    <a:pt x="20456" y="14863"/>
                    <a:pt x="92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3"/>
            <p:cNvSpPr/>
            <p:nvPr/>
          </p:nvSpPr>
          <p:spPr>
            <a:xfrm>
              <a:off x="4434425" y="3872100"/>
              <a:ext cx="589525" cy="271825"/>
            </a:xfrm>
            <a:custGeom>
              <a:avLst/>
              <a:gdLst/>
              <a:ahLst/>
              <a:cxnLst/>
              <a:rect l="l" t="t" r="r" b="b"/>
              <a:pathLst>
                <a:path w="23581" h="10873" extrusionOk="0">
                  <a:moveTo>
                    <a:pt x="6891" y="1"/>
                  </a:moveTo>
                  <a:cubicBezTo>
                    <a:pt x="4866" y="1"/>
                    <a:pt x="2620" y="267"/>
                    <a:pt x="135" y="885"/>
                  </a:cubicBezTo>
                  <a:lnTo>
                    <a:pt x="135" y="885"/>
                  </a:lnTo>
                  <a:cubicBezTo>
                    <a:pt x="73" y="838"/>
                    <a:pt x="33" y="813"/>
                    <a:pt x="17" y="813"/>
                  </a:cubicBezTo>
                  <a:cubicBezTo>
                    <a:pt x="0" y="813"/>
                    <a:pt x="12" y="842"/>
                    <a:pt x="54" y="905"/>
                  </a:cubicBezTo>
                  <a:cubicBezTo>
                    <a:pt x="81" y="899"/>
                    <a:pt x="108" y="892"/>
                    <a:pt x="135" y="885"/>
                  </a:cubicBezTo>
                  <a:lnTo>
                    <a:pt x="135" y="885"/>
                  </a:lnTo>
                  <a:cubicBezTo>
                    <a:pt x="1326" y="1791"/>
                    <a:pt x="10797" y="10873"/>
                    <a:pt x="19911" y="10873"/>
                  </a:cubicBezTo>
                  <a:cubicBezTo>
                    <a:pt x="21148" y="10873"/>
                    <a:pt x="22378" y="10706"/>
                    <a:pt x="23580" y="10328"/>
                  </a:cubicBezTo>
                  <a:cubicBezTo>
                    <a:pt x="23580" y="10328"/>
                    <a:pt x="19508" y="1"/>
                    <a:pt x="68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3"/>
            <p:cNvSpPr/>
            <p:nvPr/>
          </p:nvSpPr>
          <p:spPr>
            <a:xfrm>
              <a:off x="4995050" y="3842300"/>
              <a:ext cx="490900" cy="618575"/>
            </a:xfrm>
            <a:custGeom>
              <a:avLst/>
              <a:gdLst/>
              <a:ahLst/>
              <a:cxnLst/>
              <a:rect l="l" t="t" r="r" b="b"/>
              <a:pathLst>
                <a:path w="19636" h="24743" extrusionOk="0">
                  <a:moveTo>
                    <a:pt x="12250" y="0"/>
                  </a:moveTo>
                  <a:cubicBezTo>
                    <a:pt x="12249" y="1"/>
                    <a:pt x="0" y="11308"/>
                    <a:pt x="6748" y="24742"/>
                  </a:cubicBezTo>
                  <a:cubicBezTo>
                    <a:pt x="6748" y="24742"/>
                    <a:pt x="19636" y="17082"/>
                    <a:pt x="12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3"/>
            <p:cNvSpPr/>
            <p:nvPr/>
          </p:nvSpPr>
          <p:spPr>
            <a:xfrm>
              <a:off x="4684250" y="4217650"/>
              <a:ext cx="515225" cy="369625"/>
            </a:xfrm>
            <a:custGeom>
              <a:avLst/>
              <a:gdLst/>
              <a:ahLst/>
              <a:cxnLst/>
              <a:rect l="l" t="t" r="r" b="b"/>
              <a:pathLst>
                <a:path w="20609" h="14785" extrusionOk="0">
                  <a:moveTo>
                    <a:pt x="227" y="1"/>
                  </a:moveTo>
                  <a:cubicBezTo>
                    <a:pt x="152" y="1"/>
                    <a:pt x="76" y="1"/>
                    <a:pt x="0" y="2"/>
                  </a:cubicBezTo>
                  <a:cubicBezTo>
                    <a:pt x="0" y="2"/>
                    <a:pt x="5243" y="14784"/>
                    <a:pt x="19316" y="14784"/>
                  </a:cubicBezTo>
                  <a:cubicBezTo>
                    <a:pt x="19739" y="14784"/>
                    <a:pt x="20170" y="14771"/>
                    <a:pt x="20609" y="14743"/>
                  </a:cubicBezTo>
                  <a:cubicBezTo>
                    <a:pt x="20609" y="14743"/>
                    <a:pt x="18619"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3"/>
            <p:cNvSpPr/>
            <p:nvPr/>
          </p:nvSpPr>
          <p:spPr>
            <a:xfrm>
              <a:off x="5173625" y="4374975"/>
              <a:ext cx="440750" cy="566150"/>
            </a:xfrm>
            <a:custGeom>
              <a:avLst/>
              <a:gdLst/>
              <a:ahLst/>
              <a:cxnLst/>
              <a:rect l="l" t="t" r="r" b="b"/>
              <a:pathLst>
                <a:path w="17630" h="22646" extrusionOk="0">
                  <a:moveTo>
                    <a:pt x="14620" y="0"/>
                  </a:moveTo>
                  <a:cubicBezTo>
                    <a:pt x="14620" y="1"/>
                    <a:pt x="0" y="7964"/>
                    <a:pt x="3252" y="22645"/>
                  </a:cubicBezTo>
                  <a:cubicBezTo>
                    <a:pt x="3252" y="22645"/>
                    <a:pt x="17630" y="18359"/>
                    <a:pt x="146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3"/>
            <p:cNvSpPr/>
            <p:nvPr/>
          </p:nvSpPr>
          <p:spPr>
            <a:xfrm>
              <a:off x="4849150" y="4587750"/>
              <a:ext cx="452150" cy="483300"/>
            </a:xfrm>
            <a:custGeom>
              <a:avLst/>
              <a:gdLst/>
              <a:ahLst/>
              <a:cxnLst/>
              <a:rect l="l" t="t" r="r" b="b"/>
              <a:pathLst>
                <a:path w="18086" h="19332" extrusionOk="0">
                  <a:moveTo>
                    <a:pt x="0" y="0"/>
                  </a:moveTo>
                  <a:cubicBezTo>
                    <a:pt x="0" y="1"/>
                    <a:pt x="1581" y="16596"/>
                    <a:pt x="16414" y="19332"/>
                  </a:cubicBezTo>
                  <a:cubicBezTo>
                    <a:pt x="16414" y="19332"/>
                    <a:pt x="18086" y="443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3"/>
            <p:cNvSpPr/>
            <p:nvPr/>
          </p:nvSpPr>
          <p:spPr>
            <a:xfrm>
              <a:off x="4604850" y="3566600"/>
              <a:ext cx="672900" cy="1690925"/>
            </a:xfrm>
            <a:custGeom>
              <a:avLst/>
              <a:gdLst/>
              <a:ahLst/>
              <a:cxnLst/>
              <a:rect l="l" t="t" r="r" b="b"/>
              <a:pathLst>
                <a:path w="26916" h="67637" extrusionOk="0">
                  <a:moveTo>
                    <a:pt x="551" y="0"/>
                  </a:moveTo>
                  <a:cubicBezTo>
                    <a:pt x="224" y="0"/>
                    <a:pt x="0" y="541"/>
                    <a:pt x="349" y="815"/>
                  </a:cubicBezTo>
                  <a:cubicBezTo>
                    <a:pt x="3146" y="2882"/>
                    <a:pt x="5608" y="5405"/>
                    <a:pt x="7796" y="8080"/>
                  </a:cubicBezTo>
                  <a:cubicBezTo>
                    <a:pt x="10471" y="11363"/>
                    <a:pt x="12781" y="14949"/>
                    <a:pt x="14787" y="18657"/>
                  </a:cubicBezTo>
                  <a:cubicBezTo>
                    <a:pt x="17097" y="22913"/>
                    <a:pt x="19012" y="27351"/>
                    <a:pt x="20593" y="31940"/>
                  </a:cubicBezTo>
                  <a:cubicBezTo>
                    <a:pt x="22326" y="36986"/>
                    <a:pt x="23633" y="42184"/>
                    <a:pt x="24514" y="47472"/>
                  </a:cubicBezTo>
                  <a:cubicBezTo>
                    <a:pt x="25517" y="53248"/>
                    <a:pt x="25973" y="59114"/>
                    <a:pt x="25973" y="64950"/>
                  </a:cubicBezTo>
                  <a:cubicBezTo>
                    <a:pt x="25973" y="65710"/>
                    <a:pt x="25943" y="66470"/>
                    <a:pt x="25943" y="67199"/>
                  </a:cubicBezTo>
                  <a:cubicBezTo>
                    <a:pt x="25927" y="67492"/>
                    <a:pt x="26138" y="67636"/>
                    <a:pt x="26354" y="67636"/>
                  </a:cubicBezTo>
                  <a:cubicBezTo>
                    <a:pt x="26564" y="67636"/>
                    <a:pt x="26779" y="67499"/>
                    <a:pt x="26794" y="67230"/>
                  </a:cubicBezTo>
                  <a:cubicBezTo>
                    <a:pt x="26915" y="61242"/>
                    <a:pt x="26551" y="55284"/>
                    <a:pt x="25699" y="49387"/>
                  </a:cubicBezTo>
                  <a:cubicBezTo>
                    <a:pt x="24879" y="43947"/>
                    <a:pt x="23633" y="38597"/>
                    <a:pt x="21961" y="33369"/>
                  </a:cubicBezTo>
                  <a:cubicBezTo>
                    <a:pt x="20441" y="28658"/>
                    <a:pt x="18556" y="24068"/>
                    <a:pt x="16277" y="19661"/>
                  </a:cubicBezTo>
                  <a:cubicBezTo>
                    <a:pt x="14301" y="15770"/>
                    <a:pt x="11991" y="12062"/>
                    <a:pt x="9316" y="8627"/>
                  </a:cubicBezTo>
                  <a:cubicBezTo>
                    <a:pt x="7097" y="5770"/>
                    <a:pt x="4605" y="3065"/>
                    <a:pt x="1778" y="815"/>
                  </a:cubicBezTo>
                  <a:cubicBezTo>
                    <a:pt x="1444" y="572"/>
                    <a:pt x="1109" y="329"/>
                    <a:pt x="775" y="86"/>
                  </a:cubicBezTo>
                  <a:cubicBezTo>
                    <a:pt x="699" y="26"/>
                    <a:pt x="623" y="0"/>
                    <a:pt x="5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3"/>
            <p:cNvSpPr/>
            <p:nvPr/>
          </p:nvSpPr>
          <p:spPr>
            <a:xfrm>
              <a:off x="4289100" y="3261725"/>
              <a:ext cx="522075" cy="433925"/>
            </a:xfrm>
            <a:custGeom>
              <a:avLst/>
              <a:gdLst/>
              <a:ahLst/>
              <a:cxnLst/>
              <a:rect l="l" t="t" r="r" b="b"/>
              <a:pathLst>
                <a:path w="20883" h="17357" extrusionOk="0">
                  <a:moveTo>
                    <a:pt x="0" y="1"/>
                  </a:moveTo>
                  <a:cubicBezTo>
                    <a:pt x="1" y="1"/>
                    <a:pt x="3435" y="16293"/>
                    <a:pt x="18451" y="17357"/>
                  </a:cubicBezTo>
                  <a:cubicBezTo>
                    <a:pt x="18451" y="14621"/>
                    <a:pt x="20882" y="2706"/>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 name="Google Shape;453;p33"/>
          <p:cNvGrpSpPr/>
          <p:nvPr/>
        </p:nvGrpSpPr>
        <p:grpSpPr>
          <a:xfrm rot="10800000" flipH="1">
            <a:off x="6484881" y="110"/>
            <a:ext cx="2019817" cy="1807959"/>
            <a:chOff x="4499125" y="4305400"/>
            <a:chExt cx="813950" cy="728575"/>
          </a:xfrm>
        </p:grpSpPr>
        <p:sp>
          <p:nvSpPr>
            <p:cNvPr id="454" name="Google Shape;454;p33"/>
            <p:cNvSpPr/>
            <p:nvPr/>
          </p:nvSpPr>
          <p:spPr>
            <a:xfrm>
              <a:off x="4831825" y="4305400"/>
              <a:ext cx="481250" cy="728575"/>
            </a:xfrm>
            <a:custGeom>
              <a:avLst/>
              <a:gdLst/>
              <a:ahLst/>
              <a:cxnLst/>
              <a:rect l="l" t="t" r="r" b="b"/>
              <a:pathLst>
                <a:path w="19250" h="29143" extrusionOk="0">
                  <a:moveTo>
                    <a:pt x="12367" y="1"/>
                  </a:moveTo>
                  <a:cubicBezTo>
                    <a:pt x="0" y="12394"/>
                    <a:pt x="3603" y="29143"/>
                    <a:pt x="3603" y="29143"/>
                  </a:cubicBezTo>
                  <a:lnTo>
                    <a:pt x="12905" y="29143"/>
                  </a:lnTo>
                  <a:cubicBezTo>
                    <a:pt x="19249" y="18470"/>
                    <a:pt x="12367" y="1"/>
                    <a:pt x="123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3"/>
            <p:cNvSpPr/>
            <p:nvPr/>
          </p:nvSpPr>
          <p:spPr>
            <a:xfrm>
              <a:off x="5036150" y="4387975"/>
              <a:ext cx="104850" cy="609725"/>
            </a:xfrm>
            <a:custGeom>
              <a:avLst/>
              <a:gdLst/>
              <a:ahLst/>
              <a:cxnLst/>
              <a:rect l="l" t="t" r="r" b="b"/>
              <a:pathLst>
                <a:path w="4194" h="24389" extrusionOk="0">
                  <a:moveTo>
                    <a:pt x="3868" y="0"/>
                  </a:moveTo>
                  <a:cubicBezTo>
                    <a:pt x="3705" y="0"/>
                    <a:pt x="3570" y="102"/>
                    <a:pt x="3522" y="246"/>
                  </a:cubicBezTo>
                  <a:cubicBezTo>
                    <a:pt x="3495" y="408"/>
                    <a:pt x="242" y="14629"/>
                    <a:pt x="27" y="24039"/>
                  </a:cubicBezTo>
                  <a:cubicBezTo>
                    <a:pt x="0" y="24227"/>
                    <a:pt x="161" y="24388"/>
                    <a:pt x="323" y="24388"/>
                  </a:cubicBezTo>
                  <a:lnTo>
                    <a:pt x="350" y="24388"/>
                  </a:lnTo>
                  <a:cubicBezTo>
                    <a:pt x="511" y="24388"/>
                    <a:pt x="645" y="24254"/>
                    <a:pt x="672" y="24066"/>
                  </a:cubicBezTo>
                  <a:cubicBezTo>
                    <a:pt x="887" y="14737"/>
                    <a:pt x="4113" y="542"/>
                    <a:pt x="4167" y="408"/>
                  </a:cubicBezTo>
                  <a:cubicBezTo>
                    <a:pt x="4194" y="220"/>
                    <a:pt x="4086" y="58"/>
                    <a:pt x="3925" y="4"/>
                  </a:cubicBezTo>
                  <a:cubicBezTo>
                    <a:pt x="3906" y="2"/>
                    <a:pt x="3887" y="0"/>
                    <a:pt x="38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3"/>
            <p:cNvSpPr/>
            <p:nvPr/>
          </p:nvSpPr>
          <p:spPr>
            <a:xfrm>
              <a:off x="4499125" y="4458650"/>
              <a:ext cx="492000" cy="575325"/>
            </a:xfrm>
            <a:custGeom>
              <a:avLst/>
              <a:gdLst/>
              <a:ahLst/>
              <a:cxnLst/>
              <a:rect l="l" t="t" r="r" b="b"/>
              <a:pathLst>
                <a:path w="19680" h="23013" extrusionOk="0">
                  <a:moveTo>
                    <a:pt x="350" y="0"/>
                  </a:moveTo>
                  <a:cubicBezTo>
                    <a:pt x="350" y="1"/>
                    <a:pt x="1" y="12690"/>
                    <a:pt x="14249" y="23013"/>
                  </a:cubicBezTo>
                  <a:lnTo>
                    <a:pt x="19680" y="23013"/>
                  </a:lnTo>
                  <a:cubicBezTo>
                    <a:pt x="19680" y="23013"/>
                    <a:pt x="17018" y="8307"/>
                    <a:pt x="3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3"/>
            <p:cNvSpPr/>
            <p:nvPr/>
          </p:nvSpPr>
          <p:spPr>
            <a:xfrm>
              <a:off x="4556925" y="4550725"/>
              <a:ext cx="369025" cy="458400"/>
            </a:xfrm>
            <a:custGeom>
              <a:avLst/>
              <a:gdLst/>
              <a:ahLst/>
              <a:cxnLst/>
              <a:rect l="l" t="t" r="r" b="b"/>
              <a:pathLst>
                <a:path w="14761" h="18336" extrusionOk="0">
                  <a:moveTo>
                    <a:pt x="364" y="0"/>
                  </a:moveTo>
                  <a:cubicBezTo>
                    <a:pt x="283" y="0"/>
                    <a:pt x="202" y="27"/>
                    <a:pt x="135" y="81"/>
                  </a:cubicBezTo>
                  <a:cubicBezTo>
                    <a:pt x="1" y="215"/>
                    <a:pt x="1" y="431"/>
                    <a:pt x="135" y="538"/>
                  </a:cubicBezTo>
                  <a:cubicBezTo>
                    <a:pt x="243" y="646"/>
                    <a:pt x="9088" y="9410"/>
                    <a:pt x="14115" y="18174"/>
                  </a:cubicBezTo>
                  <a:cubicBezTo>
                    <a:pt x="14169" y="18281"/>
                    <a:pt x="14276" y="18335"/>
                    <a:pt x="14384" y="18335"/>
                  </a:cubicBezTo>
                  <a:cubicBezTo>
                    <a:pt x="14464" y="18335"/>
                    <a:pt x="14518" y="18335"/>
                    <a:pt x="14545" y="18281"/>
                  </a:cubicBezTo>
                  <a:cubicBezTo>
                    <a:pt x="14706" y="18201"/>
                    <a:pt x="14760" y="18013"/>
                    <a:pt x="14679" y="17851"/>
                  </a:cubicBezTo>
                  <a:cubicBezTo>
                    <a:pt x="9598" y="9007"/>
                    <a:pt x="700" y="162"/>
                    <a:pt x="592" y="81"/>
                  </a:cubicBezTo>
                  <a:cubicBezTo>
                    <a:pt x="525" y="27"/>
                    <a:pt x="444" y="0"/>
                    <a:pt x="3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18_1">
    <p:spTree>
      <p:nvGrpSpPr>
        <p:cNvPr id="1" name="Shape 458"/>
        <p:cNvGrpSpPr/>
        <p:nvPr/>
      </p:nvGrpSpPr>
      <p:grpSpPr>
        <a:xfrm>
          <a:off x="0" y="0"/>
          <a:ext cx="0" cy="0"/>
          <a:chOff x="0" y="0"/>
          <a:chExt cx="0" cy="0"/>
        </a:xfrm>
      </p:grpSpPr>
      <p:sp>
        <p:nvSpPr>
          <p:cNvPr id="459" name="Google Shape;459;p34"/>
          <p:cNvSpPr/>
          <p:nvPr/>
        </p:nvSpPr>
        <p:spPr>
          <a:xfrm flipH="1">
            <a:off x="-1655822" y="2155599"/>
            <a:ext cx="7380774" cy="2987896"/>
          </a:xfrm>
          <a:custGeom>
            <a:avLst/>
            <a:gdLst/>
            <a:ahLst/>
            <a:cxnLst/>
            <a:rect l="l" t="t" r="r" b="b"/>
            <a:pathLst>
              <a:path w="171357" h="69369" extrusionOk="0">
                <a:moveTo>
                  <a:pt x="107979" y="1"/>
                </a:moveTo>
                <a:cubicBezTo>
                  <a:pt x="105155" y="1"/>
                  <a:pt x="102349" y="363"/>
                  <a:pt x="99657" y="1119"/>
                </a:cubicBezTo>
                <a:cubicBezTo>
                  <a:pt x="96539" y="2006"/>
                  <a:pt x="93662" y="3619"/>
                  <a:pt x="90839" y="5340"/>
                </a:cubicBezTo>
                <a:cubicBezTo>
                  <a:pt x="75704" y="14615"/>
                  <a:pt x="61052" y="27196"/>
                  <a:pt x="43550" y="27976"/>
                </a:cubicBezTo>
                <a:cubicBezTo>
                  <a:pt x="41252" y="28084"/>
                  <a:pt x="38946" y="28137"/>
                  <a:pt x="36638" y="28137"/>
                </a:cubicBezTo>
                <a:cubicBezTo>
                  <a:pt x="34329" y="28137"/>
                  <a:pt x="32017" y="28084"/>
                  <a:pt x="29705" y="27976"/>
                </a:cubicBezTo>
                <a:cubicBezTo>
                  <a:pt x="29476" y="27966"/>
                  <a:pt x="29247" y="27960"/>
                  <a:pt x="29018" y="27960"/>
                </a:cubicBezTo>
                <a:cubicBezTo>
                  <a:pt x="12855" y="27960"/>
                  <a:pt x="0" y="53973"/>
                  <a:pt x="22984" y="69189"/>
                </a:cubicBezTo>
                <a:cubicBezTo>
                  <a:pt x="22993" y="69198"/>
                  <a:pt x="23002" y="69201"/>
                  <a:pt x="23010" y="69201"/>
                </a:cubicBezTo>
                <a:cubicBezTo>
                  <a:pt x="23026" y="69201"/>
                  <a:pt x="23038" y="69189"/>
                  <a:pt x="23038" y="69189"/>
                </a:cubicBezTo>
                <a:lnTo>
                  <a:pt x="162001" y="69189"/>
                </a:lnTo>
                <a:cubicBezTo>
                  <a:pt x="162879" y="69189"/>
                  <a:pt x="164092" y="69368"/>
                  <a:pt x="165178" y="69368"/>
                </a:cubicBezTo>
                <a:cubicBezTo>
                  <a:pt x="165720" y="69368"/>
                  <a:pt x="166231" y="69324"/>
                  <a:pt x="166652" y="69189"/>
                </a:cubicBezTo>
                <a:cubicBezTo>
                  <a:pt x="169421" y="68302"/>
                  <a:pt x="170577" y="62737"/>
                  <a:pt x="170954" y="59941"/>
                </a:cubicBezTo>
                <a:cubicBezTo>
                  <a:pt x="171357" y="56742"/>
                  <a:pt x="170819" y="53354"/>
                  <a:pt x="168991" y="50693"/>
                </a:cubicBezTo>
                <a:cubicBezTo>
                  <a:pt x="167217" y="48112"/>
                  <a:pt x="164421" y="46445"/>
                  <a:pt x="161786" y="44671"/>
                </a:cubicBezTo>
                <a:cubicBezTo>
                  <a:pt x="153425" y="39052"/>
                  <a:pt x="146301" y="31578"/>
                  <a:pt x="141059" y="22949"/>
                </a:cubicBezTo>
                <a:cubicBezTo>
                  <a:pt x="138989" y="19561"/>
                  <a:pt x="137187" y="15959"/>
                  <a:pt x="134795" y="12787"/>
                </a:cubicBezTo>
                <a:cubicBezTo>
                  <a:pt x="128684" y="4759"/>
                  <a:pt x="118214" y="1"/>
                  <a:pt x="107979"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4"/>
          <p:cNvSpPr/>
          <p:nvPr/>
        </p:nvSpPr>
        <p:spPr>
          <a:xfrm flipH="1">
            <a:off x="4457487" y="2894879"/>
            <a:ext cx="567724" cy="318241"/>
          </a:xfrm>
          <a:custGeom>
            <a:avLst/>
            <a:gdLst/>
            <a:ahLst/>
            <a:cxnLst/>
            <a:rect l="l" t="t" r="r" b="b"/>
            <a:pathLst>
              <a:path w="16266" h="9118" extrusionOk="0">
                <a:moveTo>
                  <a:pt x="9512" y="1"/>
                </a:moveTo>
                <a:cubicBezTo>
                  <a:pt x="6255" y="1"/>
                  <a:pt x="2958" y="1284"/>
                  <a:pt x="968" y="3734"/>
                </a:cubicBezTo>
                <a:cubicBezTo>
                  <a:pt x="457" y="4379"/>
                  <a:pt x="0" y="5159"/>
                  <a:pt x="27" y="5992"/>
                </a:cubicBezTo>
                <a:cubicBezTo>
                  <a:pt x="54" y="6476"/>
                  <a:pt x="269" y="6960"/>
                  <a:pt x="565" y="7363"/>
                </a:cubicBezTo>
                <a:cubicBezTo>
                  <a:pt x="1524" y="8690"/>
                  <a:pt x="3211" y="9118"/>
                  <a:pt x="4909" y="9118"/>
                </a:cubicBezTo>
                <a:cubicBezTo>
                  <a:pt x="5448" y="9118"/>
                  <a:pt x="5988" y="9074"/>
                  <a:pt x="6506" y="9003"/>
                </a:cubicBezTo>
                <a:cubicBezTo>
                  <a:pt x="8845" y="8654"/>
                  <a:pt x="11103" y="7901"/>
                  <a:pt x="13200" y="6799"/>
                </a:cubicBezTo>
                <a:cubicBezTo>
                  <a:pt x="14706" y="5992"/>
                  <a:pt x="16265" y="4702"/>
                  <a:pt x="16184" y="3008"/>
                </a:cubicBezTo>
                <a:cubicBezTo>
                  <a:pt x="16184" y="2685"/>
                  <a:pt x="16104" y="2363"/>
                  <a:pt x="15916" y="2094"/>
                </a:cubicBezTo>
                <a:cubicBezTo>
                  <a:pt x="15754" y="1879"/>
                  <a:pt x="15539" y="1718"/>
                  <a:pt x="15324" y="1583"/>
                </a:cubicBezTo>
                <a:cubicBezTo>
                  <a:pt x="13633" y="518"/>
                  <a:pt x="11580" y="1"/>
                  <a:pt x="9512"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1" name="Google Shape;461;p34"/>
          <p:cNvGrpSpPr/>
          <p:nvPr/>
        </p:nvGrpSpPr>
        <p:grpSpPr>
          <a:xfrm rot="10800000">
            <a:off x="6663922" y="3064646"/>
            <a:ext cx="1844105" cy="2159771"/>
            <a:chOff x="2113525" y="967625"/>
            <a:chExt cx="550200" cy="644400"/>
          </a:xfrm>
        </p:grpSpPr>
        <p:sp>
          <p:nvSpPr>
            <p:cNvPr id="462" name="Google Shape;462;p34"/>
            <p:cNvSpPr/>
            <p:nvPr/>
          </p:nvSpPr>
          <p:spPr>
            <a:xfrm>
              <a:off x="2113525" y="967625"/>
              <a:ext cx="550200" cy="644400"/>
            </a:xfrm>
            <a:custGeom>
              <a:avLst/>
              <a:gdLst/>
              <a:ahLst/>
              <a:cxnLst/>
              <a:rect l="l" t="t" r="r" b="b"/>
              <a:pathLst>
                <a:path w="22008" h="25776" extrusionOk="0">
                  <a:moveTo>
                    <a:pt x="5472" y="1"/>
                  </a:moveTo>
                  <a:lnTo>
                    <a:pt x="5472" y="1"/>
                  </a:lnTo>
                  <a:cubicBezTo>
                    <a:pt x="4378" y="4378"/>
                    <a:pt x="1" y="22706"/>
                    <a:pt x="5563" y="25411"/>
                  </a:cubicBezTo>
                  <a:cubicBezTo>
                    <a:pt x="6081" y="25661"/>
                    <a:pt x="6540" y="25776"/>
                    <a:pt x="6945" y="25776"/>
                  </a:cubicBezTo>
                  <a:cubicBezTo>
                    <a:pt x="11723" y="25776"/>
                    <a:pt x="9089" y="9789"/>
                    <a:pt x="9089" y="9788"/>
                  </a:cubicBezTo>
                  <a:lnTo>
                    <a:pt x="9089" y="9788"/>
                  </a:lnTo>
                  <a:cubicBezTo>
                    <a:pt x="9089" y="9789"/>
                    <a:pt x="13594" y="18077"/>
                    <a:pt x="17174" y="18077"/>
                  </a:cubicBezTo>
                  <a:cubicBezTo>
                    <a:pt x="17753" y="18077"/>
                    <a:pt x="18308" y="17860"/>
                    <a:pt x="18816" y="17357"/>
                  </a:cubicBezTo>
                  <a:cubicBezTo>
                    <a:pt x="22007" y="14226"/>
                    <a:pt x="17083" y="10031"/>
                    <a:pt x="11156" y="4742"/>
                  </a:cubicBezTo>
                  <a:cubicBezTo>
                    <a:pt x="10153" y="3831"/>
                    <a:pt x="9119" y="2949"/>
                    <a:pt x="8055" y="2098"/>
                  </a:cubicBezTo>
                  <a:lnTo>
                    <a:pt x="54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4"/>
            <p:cNvSpPr/>
            <p:nvPr/>
          </p:nvSpPr>
          <p:spPr>
            <a:xfrm>
              <a:off x="2243500" y="970550"/>
              <a:ext cx="244750" cy="313250"/>
            </a:xfrm>
            <a:custGeom>
              <a:avLst/>
              <a:gdLst/>
              <a:ahLst/>
              <a:cxnLst/>
              <a:rect l="l" t="t" r="r" b="b"/>
              <a:pathLst>
                <a:path w="9790" h="12530" extrusionOk="0">
                  <a:moveTo>
                    <a:pt x="405" y="1"/>
                  </a:moveTo>
                  <a:cubicBezTo>
                    <a:pt x="200" y="1"/>
                    <a:pt x="1" y="216"/>
                    <a:pt x="151" y="431"/>
                  </a:cubicBezTo>
                  <a:cubicBezTo>
                    <a:pt x="2978" y="4565"/>
                    <a:pt x="5926" y="8638"/>
                    <a:pt x="9209" y="12437"/>
                  </a:cubicBezTo>
                  <a:cubicBezTo>
                    <a:pt x="9267" y="12502"/>
                    <a:pt x="9334" y="12529"/>
                    <a:pt x="9398" y="12529"/>
                  </a:cubicBezTo>
                  <a:cubicBezTo>
                    <a:pt x="9604" y="12529"/>
                    <a:pt x="9790" y="12250"/>
                    <a:pt x="9604" y="12042"/>
                  </a:cubicBezTo>
                  <a:cubicBezTo>
                    <a:pt x="6352" y="8273"/>
                    <a:pt x="3464" y="4230"/>
                    <a:pt x="638" y="127"/>
                  </a:cubicBezTo>
                  <a:cubicBezTo>
                    <a:pt x="575" y="38"/>
                    <a:pt x="489" y="1"/>
                    <a:pt x="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4"/>
            <p:cNvSpPr/>
            <p:nvPr/>
          </p:nvSpPr>
          <p:spPr>
            <a:xfrm>
              <a:off x="2245575" y="970550"/>
              <a:ext cx="46550" cy="441925"/>
            </a:xfrm>
            <a:custGeom>
              <a:avLst/>
              <a:gdLst/>
              <a:ahLst/>
              <a:cxnLst/>
              <a:rect l="l" t="t" r="r" b="b"/>
              <a:pathLst>
                <a:path w="1862" h="17677" extrusionOk="0">
                  <a:moveTo>
                    <a:pt x="355" y="0"/>
                  </a:moveTo>
                  <a:cubicBezTo>
                    <a:pt x="189" y="0"/>
                    <a:pt x="1" y="136"/>
                    <a:pt x="38" y="340"/>
                  </a:cubicBezTo>
                  <a:cubicBezTo>
                    <a:pt x="1011" y="5993"/>
                    <a:pt x="1284" y="11708"/>
                    <a:pt x="889" y="17392"/>
                  </a:cubicBezTo>
                  <a:cubicBezTo>
                    <a:pt x="874" y="17585"/>
                    <a:pt x="1005" y="17677"/>
                    <a:pt x="1146" y="17677"/>
                  </a:cubicBezTo>
                  <a:cubicBezTo>
                    <a:pt x="1293" y="17677"/>
                    <a:pt x="1451" y="17578"/>
                    <a:pt x="1466" y="17392"/>
                  </a:cubicBezTo>
                  <a:cubicBezTo>
                    <a:pt x="1862" y="11647"/>
                    <a:pt x="1588" y="5872"/>
                    <a:pt x="585" y="188"/>
                  </a:cubicBezTo>
                  <a:cubicBezTo>
                    <a:pt x="561" y="57"/>
                    <a:pt x="463"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 name="Google Shape;465;p34"/>
          <p:cNvGrpSpPr/>
          <p:nvPr/>
        </p:nvGrpSpPr>
        <p:grpSpPr>
          <a:xfrm rot="-8100000" flipH="1">
            <a:off x="1687418" y="-545207"/>
            <a:ext cx="2235346" cy="2238281"/>
            <a:chOff x="943300" y="1144675"/>
            <a:chExt cx="1732575" cy="1734850"/>
          </a:xfrm>
        </p:grpSpPr>
        <p:sp>
          <p:nvSpPr>
            <p:cNvPr id="466" name="Google Shape;466;p34"/>
            <p:cNvSpPr/>
            <p:nvPr/>
          </p:nvSpPr>
          <p:spPr>
            <a:xfrm>
              <a:off x="943300" y="1213250"/>
              <a:ext cx="1732575" cy="1631900"/>
            </a:xfrm>
            <a:custGeom>
              <a:avLst/>
              <a:gdLst/>
              <a:ahLst/>
              <a:cxnLst/>
              <a:rect l="l" t="t" r="r" b="b"/>
              <a:pathLst>
                <a:path w="69303" h="65276" extrusionOk="0">
                  <a:moveTo>
                    <a:pt x="52340" y="0"/>
                  </a:moveTo>
                  <a:cubicBezTo>
                    <a:pt x="42835" y="0"/>
                    <a:pt x="38025" y="20298"/>
                    <a:pt x="38025" y="20298"/>
                  </a:cubicBezTo>
                  <a:cubicBezTo>
                    <a:pt x="35403" y="11195"/>
                    <a:pt x="32183" y="9385"/>
                    <a:pt x="29136" y="9385"/>
                  </a:cubicBezTo>
                  <a:cubicBezTo>
                    <a:pt x="29110" y="9385"/>
                    <a:pt x="29084" y="9385"/>
                    <a:pt x="29059" y="9386"/>
                  </a:cubicBezTo>
                  <a:cubicBezTo>
                    <a:pt x="20122" y="9447"/>
                    <a:pt x="23253" y="28079"/>
                    <a:pt x="24925" y="36438"/>
                  </a:cubicBezTo>
                  <a:cubicBezTo>
                    <a:pt x="24262" y="35172"/>
                    <a:pt x="17682" y="29932"/>
                    <a:pt x="14074" y="29932"/>
                  </a:cubicBezTo>
                  <a:cubicBezTo>
                    <a:pt x="14043" y="29932"/>
                    <a:pt x="14013" y="29932"/>
                    <a:pt x="13982" y="29933"/>
                  </a:cubicBezTo>
                  <a:cubicBezTo>
                    <a:pt x="0" y="30267"/>
                    <a:pt x="18086" y="61970"/>
                    <a:pt x="23283" y="64554"/>
                  </a:cubicBezTo>
                  <a:cubicBezTo>
                    <a:pt x="24241" y="65035"/>
                    <a:pt x="26253" y="65276"/>
                    <a:pt x="28846" y="65276"/>
                  </a:cubicBezTo>
                  <a:cubicBezTo>
                    <a:pt x="40328" y="65276"/>
                    <a:pt x="63217" y="60569"/>
                    <a:pt x="56597" y="51271"/>
                  </a:cubicBezTo>
                  <a:cubicBezTo>
                    <a:pt x="54625" y="48458"/>
                    <a:pt x="46985" y="46393"/>
                    <a:pt x="45070" y="46393"/>
                  </a:cubicBezTo>
                  <a:cubicBezTo>
                    <a:pt x="44978" y="46393"/>
                    <a:pt x="44898" y="46398"/>
                    <a:pt x="44834" y="46408"/>
                  </a:cubicBezTo>
                  <a:cubicBezTo>
                    <a:pt x="52554" y="42760"/>
                    <a:pt x="69302" y="34097"/>
                    <a:pt x="64044" y="26894"/>
                  </a:cubicBezTo>
                  <a:cubicBezTo>
                    <a:pt x="62972" y="25429"/>
                    <a:pt x="61366" y="24290"/>
                    <a:pt x="58410" y="24290"/>
                  </a:cubicBezTo>
                  <a:cubicBezTo>
                    <a:pt x="56335" y="24290"/>
                    <a:pt x="53596" y="24851"/>
                    <a:pt x="49910" y="26255"/>
                  </a:cubicBezTo>
                  <a:cubicBezTo>
                    <a:pt x="49910" y="26255"/>
                    <a:pt x="66050" y="6924"/>
                    <a:pt x="55290" y="632"/>
                  </a:cubicBezTo>
                  <a:cubicBezTo>
                    <a:pt x="54261" y="198"/>
                    <a:pt x="53278" y="0"/>
                    <a:pt x="523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4"/>
            <p:cNvSpPr/>
            <p:nvPr/>
          </p:nvSpPr>
          <p:spPr>
            <a:xfrm>
              <a:off x="1460025" y="1144675"/>
              <a:ext cx="914175" cy="1734850"/>
            </a:xfrm>
            <a:custGeom>
              <a:avLst/>
              <a:gdLst/>
              <a:ahLst/>
              <a:cxnLst/>
              <a:rect l="l" t="t" r="r" b="b"/>
              <a:pathLst>
                <a:path w="36567" h="69394" extrusionOk="0">
                  <a:moveTo>
                    <a:pt x="36110" y="1"/>
                  </a:moveTo>
                  <a:lnTo>
                    <a:pt x="0" y="67753"/>
                  </a:lnTo>
                  <a:lnTo>
                    <a:pt x="3222" y="69394"/>
                  </a:lnTo>
                  <a:lnTo>
                    <a:pt x="36566" y="214"/>
                  </a:lnTo>
                  <a:lnTo>
                    <a:pt x="3611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2">
  <p:cSld name="CUSTOM_18_1_1">
    <p:spTree>
      <p:nvGrpSpPr>
        <p:cNvPr id="1" name="Shape 468"/>
        <p:cNvGrpSpPr/>
        <p:nvPr/>
      </p:nvGrpSpPr>
      <p:grpSpPr>
        <a:xfrm>
          <a:off x="0" y="0"/>
          <a:ext cx="0" cy="0"/>
          <a:chOff x="0" y="0"/>
          <a:chExt cx="0" cy="0"/>
        </a:xfrm>
      </p:grpSpPr>
      <p:sp>
        <p:nvSpPr>
          <p:cNvPr id="469" name="Google Shape;469;p35"/>
          <p:cNvSpPr/>
          <p:nvPr/>
        </p:nvSpPr>
        <p:spPr>
          <a:xfrm flipH="1">
            <a:off x="4446552" y="2431176"/>
            <a:ext cx="5732247" cy="2753842"/>
          </a:xfrm>
          <a:custGeom>
            <a:avLst/>
            <a:gdLst/>
            <a:ahLst/>
            <a:cxnLst/>
            <a:rect l="l" t="t" r="r" b="b"/>
            <a:pathLst>
              <a:path w="180231" h="86592" extrusionOk="0">
                <a:moveTo>
                  <a:pt x="101320" y="1"/>
                </a:moveTo>
                <a:cubicBezTo>
                  <a:pt x="98137" y="1"/>
                  <a:pt x="94957" y="520"/>
                  <a:pt x="91944" y="1585"/>
                </a:cubicBezTo>
                <a:cubicBezTo>
                  <a:pt x="80868" y="5537"/>
                  <a:pt x="73286" y="15672"/>
                  <a:pt x="65060" y="24221"/>
                </a:cubicBezTo>
                <a:cubicBezTo>
                  <a:pt x="52075" y="37690"/>
                  <a:pt x="36025" y="48094"/>
                  <a:pt x="18551" y="54331"/>
                </a:cubicBezTo>
                <a:cubicBezTo>
                  <a:pt x="15298" y="55487"/>
                  <a:pt x="11991" y="56536"/>
                  <a:pt x="9114" y="58418"/>
                </a:cubicBezTo>
                <a:cubicBezTo>
                  <a:pt x="4759" y="61294"/>
                  <a:pt x="1667" y="66079"/>
                  <a:pt x="834" y="71322"/>
                </a:cubicBezTo>
                <a:cubicBezTo>
                  <a:pt x="1" y="76537"/>
                  <a:pt x="1022" y="82452"/>
                  <a:pt x="4275" y="86592"/>
                </a:cubicBezTo>
                <a:lnTo>
                  <a:pt x="174531" y="86592"/>
                </a:lnTo>
                <a:cubicBezTo>
                  <a:pt x="180231" y="79495"/>
                  <a:pt x="180123" y="67746"/>
                  <a:pt x="174612" y="60488"/>
                </a:cubicBezTo>
                <a:cubicBezTo>
                  <a:pt x="167810" y="51508"/>
                  <a:pt x="154664" y="50110"/>
                  <a:pt x="146196" y="42744"/>
                </a:cubicBezTo>
                <a:cubicBezTo>
                  <a:pt x="134662" y="32743"/>
                  <a:pt x="131087" y="15215"/>
                  <a:pt x="118989" y="5913"/>
                </a:cubicBezTo>
                <a:cubicBezTo>
                  <a:pt x="113934" y="2037"/>
                  <a:pt x="107621" y="1"/>
                  <a:pt x="101320"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5"/>
          <p:cNvSpPr/>
          <p:nvPr/>
        </p:nvSpPr>
        <p:spPr>
          <a:xfrm rot="-2214671">
            <a:off x="3897181" y="4090799"/>
            <a:ext cx="654552" cy="366913"/>
          </a:xfrm>
          <a:custGeom>
            <a:avLst/>
            <a:gdLst/>
            <a:ahLst/>
            <a:cxnLst/>
            <a:rect l="l" t="t" r="r" b="b"/>
            <a:pathLst>
              <a:path w="16266" h="9118" extrusionOk="0">
                <a:moveTo>
                  <a:pt x="9512" y="1"/>
                </a:moveTo>
                <a:cubicBezTo>
                  <a:pt x="6255" y="1"/>
                  <a:pt x="2958" y="1284"/>
                  <a:pt x="968" y="3734"/>
                </a:cubicBezTo>
                <a:cubicBezTo>
                  <a:pt x="457" y="4379"/>
                  <a:pt x="0" y="5159"/>
                  <a:pt x="27" y="5992"/>
                </a:cubicBezTo>
                <a:cubicBezTo>
                  <a:pt x="54" y="6476"/>
                  <a:pt x="269" y="6960"/>
                  <a:pt x="565" y="7363"/>
                </a:cubicBezTo>
                <a:cubicBezTo>
                  <a:pt x="1524" y="8690"/>
                  <a:pt x="3211" y="9118"/>
                  <a:pt x="4909" y="9118"/>
                </a:cubicBezTo>
                <a:cubicBezTo>
                  <a:pt x="5448" y="9118"/>
                  <a:pt x="5988" y="9074"/>
                  <a:pt x="6506" y="9003"/>
                </a:cubicBezTo>
                <a:cubicBezTo>
                  <a:pt x="8845" y="8654"/>
                  <a:pt x="11103" y="7901"/>
                  <a:pt x="13200" y="6799"/>
                </a:cubicBezTo>
                <a:cubicBezTo>
                  <a:pt x="14706" y="5992"/>
                  <a:pt x="16265" y="4702"/>
                  <a:pt x="16184" y="3008"/>
                </a:cubicBezTo>
                <a:cubicBezTo>
                  <a:pt x="16184" y="2685"/>
                  <a:pt x="16104" y="2363"/>
                  <a:pt x="15916" y="2094"/>
                </a:cubicBezTo>
                <a:cubicBezTo>
                  <a:pt x="15754" y="1879"/>
                  <a:pt x="15539" y="1718"/>
                  <a:pt x="15324" y="1583"/>
                </a:cubicBezTo>
                <a:cubicBezTo>
                  <a:pt x="13633" y="518"/>
                  <a:pt x="11580" y="1"/>
                  <a:pt x="9512"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1" name="Google Shape;471;p35"/>
          <p:cNvGrpSpPr/>
          <p:nvPr/>
        </p:nvGrpSpPr>
        <p:grpSpPr>
          <a:xfrm flipH="1">
            <a:off x="685805" y="3468207"/>
            <a:ext cx="1871678" cy="1675285"/>
            <a:chOff x="4499125" y="4305400"/>
            <a:chExt cx="813950" cy="728575"/>
          </a:xfrm>
        </p:grpSpPr>
        <p:sp>
          <p:nvSpPr>
            <p:cNvPr id="472" name="Google Shape;472;p35"/>
            <p:cNvSpPr/>
            <p:nvPr/>
          </p:nvSpPr>
          <p:spPr>
            <a:xfrm>
              <a:off x="4831825" y="4305400"/>
              <a:ext cx="481250" cy="728575"/>
            </a:xfrm>
            <a:custGeom>
              <a:avLst/>
              <a:gdLst/>
              <a:ahLst/>
              <a:cxnLst/>
              <a:rect l="l" t="t" r="r" b="b"/>
              <a:pathLst>
                <a:path w="19250" h="29143" extrusionOk="0">
                  <a:moveTo>
                    <a:pt x="12367" y="1"/>
                  </a:moveTo>
                  <a:cubicBezTo>
                    <a:pt x="0" y="12394"/>
                    <a:pt x="3603" y="29143"/>
                    <a:pt x="3603" y="29143"/>
                  </a:cubicBezTo>
                  <a:lnTo>
                    <a:pt x="12905" y="29143"/>
                  </a:lnTo>
                  <a:cubicBezTo>
                    <a:pt x="19249" y="18470"/>
                    <a:pt x="12367" y="1"/>
                    <a:pt x="123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5"/>
            <p:cNvSpPr/>
            <p:nvPr/>
          </p:nvSpPr>
          <p:spPr>
            <a:xfrm>
              <a:off x="5036150" y="4387975"/>
              <a:ext cx="104850" cy="609725"/>
            </a:xfrm>
            <a:custGeom>
              <a:avLst/>
              <a:gdLst/>
              <a:ahLst/>
              <a:cxnLst/>
              <a:rect l="l" t="t" r="r" b="b"/>
              <a:pathLst>
                <a:path w="4194" h="24389" extrusionOk="0">
                  <a:moveTo>
                    <a:pt x="3868" y="0"/>
                  </a:moveTo>
                  <a:cubicBezTo>
                    <a:pt x="3705" y="0"/>
                    <a:pt x="3570" y="102"/>
                    <a:pt x="3522" y="246"/>
                  </a:cubicBezTo>
                  <a:cubicBezTo>
                    <a:pt x="3495" y="408"/>
                    <a:pt x="242" y="14629"/>
                    <a:pt x="27" y="24039"/>
                  </a:cubicBezTo>
                  <a:cubicBezTo>
                    <a:pt x="0" y="24227"/>
                    <a:pt x="161" y="24388"/>
                    <a:pt x="323" y="24388"/>
                  </a:cubicBezTo>
                  <a:lnTo>
                    <a:pt x="350" y="24388"/>
                  </a:lnTo>
                  <a:cubicBezTo>
                    <a:pt x="511" y="24388"/>
                    <a:pt x="645" y="24254"/>
                    <a:pt x="672" y="24066"/>
                  </a:cubicBezTo>
                  <a:cubicBezTo>
                    <a:pt x="887" y="14737"/>
                    <a:pt x="4113" y="542"/>
                    <a:pt x="4167" y="408"/>
                  </a:cubicBezTo>
                  <a:cubicBezTo>
                    <a:pt x="4194" y="220"/>
                    <a:pt x="4086" y="58"/>
                    <a:pt x="3925" y="4"/>
                  </a:cubicBezTo>
                  <a:cubicBezTo>
                    <a:pt x="3906" y="2"/>
                    <a:pt x="3887" y="0"/>
                    <a:pt x="38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5"/>
            <p:cNvSpPr/>
            <p:nvPr/>
          </p:nvSpPr>
          <p:spPr>
            <a:xfrm>
              <a:off x="4499125" y="4458650"/>
              <a:ext cx="492000" cy="575325"/>
            </a:xfrm>
            <a:custGeom>
              <a:avLst/>
              <a:gdLst/>
              <a:ahLst/>
              <a:cxnLst/>
              <a:rect l="l" t="t" r="r" b="b"/>
              <a:pathLst>
                <a:path w="19680" h="23013" extrusionOk="0">
                  <a:moveTo>
                    <a:pt x="350" y="0"/>
                  </a:moveTo>
                  <a:cubicBezTo>
                    <a:pt x="350" y="1"/>
                    <a:pt x="1" y="12690"/>
                    <a:pt x="14249" y="23013"/>
                  </a:cubicBezTo>
                  <a:lnTo>
                    <a:pt x="19680" y="23013"/>
                  </a:lnTo>
                  <a:cubicBezTo>
                    <a:pt x="19680" y="23013"/>
                    <a:pt x="17018" y="8307"/>
                    <a:pt x="3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5"/>
            <p:cNvSpPr/>
            <p:nvPr/>
          </p:nvSpPr>
          <p:spPr>
            <a:xfrm>
              <a:off x="4556925" y="4550725"/>
              <a:ext cx="369025" cy="458400"/>
            </a:xfrm>
            <a:custGeom>
              <a:avLst/>
              <a:gdLst/>
              <a:ahLst/>
              <a:cxnLst/>
              <a:rect l="l" t="t" r="r" b="b"/>
              <a:pathLst>
                <a:path w="14761" h="18336" extrusionOk="0">
                  <a:moveTo>
                    <a:pt x="364" y="0"/>
                  </a:moveTo>
                  <a:cubicBezTo>
                    <a:pt x="283" y="0"/>
                    <a:pt x="202" y="27"/>
                    <a:pt x="135" y="81"/>
                  </a:cubicBezTo>
                  <a:cubicBezTo>
                    <a:pt x="1" y="215"/>
                    <a:pt x="1" y="431"/>
                    <a:pt x="135" y="538"/>
                  </a:cubicBezTo>
                  <a:cubicBezTo>
                    <a:pt x="243" y="646"/>
                    <a:pt x="9088" y="9410"/>
                    <a:pt x="14115" y="18174"/>
                  </a:cubicBezTo>
                  <a:cubicBezTo>
                    <a:pt x="14169" y="18281"/>
                    <a:pt x="14276" y="18335"/>
                    <a:pt x="14384" y="18335"/>
                  </a:cubicBezTo>
                  <a:cubicBezTo>
                    <a:pt x="14464" y="18335"/>
                    <a:pt x="14518" y="18335"/>
                    <a:pt x="14545" y="18281"/>
                  </a:cubicBezTo>
                  <a:cubicBezTo>
                    <a:pt x="14706" y="18201"/>
                    <a:pt x="14760" y="18013"/>
                    <a:pt x="14679" y="17851"/>
                  </a:cubicBezTo>
                  <a:cubicBezTo>
                    <a:pt x="9598" y="9007"/>
                    <a:pt x="700" y="162"/>
                    <a:pt x="592" y="81"/>
                  </a:cubicBezTo>
                  <a:cubicBezTo>
                    <a:pt x="525" y="27"/>
                    <a:pt x="444" y="0"/>
                    <a:pt x="3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6" name="Google Shape;476;p35"/>
          <p:cNvGrpSpPr/>
          <p:nvPr/>
        </p:nvGrpSpPr>
        <p:grpSpPr>
          <a:xfrm rot="9656032">
            <a:off x="4913095" y="-859916"/>
            <a:ext cx="1624445" cy="2446335"/>
            <a:chOff x="4289100" y="3261725"/>
            <a:chExt cx="1325275" cy="1995800"/>
          </a:xfrm>
        </p:grpSpPr>
        <p:sp>
          <p:nvSpPr>
            <p:cNvPr id="477" name="Google Shape;477;p35"/>
            <p:cNvSpPr/>
            <p:nvPr/>
          </p:nvSpPr>
          <p:spPr>
            <a:xfrm>
              <a:off x="4758725" y="3355975"/>
              <a:ext cx="511425" cy="633750"/>
            </a:xfrm>
            <a:custGeom>
              <a:avLst/>
              <a:gdLst/>
              <a:ahLst/>
              <a:cxnLst/>
              <a:rect l="l" t="t" r="r" b="b"/>
              <a:pathLst>
                <a:path w="20457" h="25350" extrusionOk="0">
                  <a:moveTo>
                    <a:pt x="9240" y="0"/>
                  </a:moveTo>
                  <a:cubicBezTo>
                    <a:pt x="9240" y="1"/>
                    <a:pt x="0" y="13891"/>
                    <a:pt x="9757" y="25350"/>
                  </a:cubicBezTo>
                  <a:cubicBezTo>
                    <a:pt x="9757" y="25350"/>
                    <a:pt x="20456" y="14863"/>
                    <a:pt x="92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5"/>
            <p:cNvSpPr/>
            <p:nvPr/>
          </p:nvSpPr>
          <p:spPr>
            <a:xfrm>
              <a:off x="4434425" y="3872100"/>
              <a:ext cx="589525" cy="271825"/>
            </a:xfrm>
            <a:custGeom>
              <a:avLst/>
              <a:gdLst/>
              <a:ahLst/>
              <a:cxnLst/>
              <a:rect l="l" t="t" r="r" b="b"/>
              <a:pathLst>
                <a:path w="23581" h="10873" extrusionOk="0">
                  <a:moveTo>
                    <a:pt x="6891" y="1"/>
                  </a:moveTo>
                  <a:cubicBezTo>
                    <a:pt x="4866" y="1"/>
                    <a:pt x="2620" y="267"/>
                    <a:pt x="135" y="885"/>
                  </a:cubicBezTo>
                  <a:lnTo>
                    <a:pt x="135" y="885"/>
                  </a:lnTo>
                  <a:cubicBezTo>
                    <a:pt x="73" y="838"/>
                    <a:pt x="33" y="813"/>
                    <a:pt x="17" y="813"/>
                  </a:cubicBezTo>
                  <a:cubicBezTo>
                    <a:pt x="0" y="813"/>
                    <a:pt x="12" y="842"/>
                    <a:pt x="54" y="905"/>
                  </a:cubicBezTo>
                  <a:cubicBezTo>
                    <a:pt x="81" y="899"/>
                    <a:pt x="108" y="892"/>
                    <a:pt x="135" y="885"/>
                  </a:cubicBezTo>
                  <a:lnTo>
                    <a:pt x="135" y="885"/>
                  </a:lnTo>
                  <a:cubicBezTo>
                    <a:pt x="1326" y="1791"/>
                    <a:pt x="10797" y="10873"/>
                    <a:pt x="19911" y="10873"/>
                  </a:cubicBezTo>
                  <a:cubicBezTo>
                    <a:pt x="21148" y="10873"/>
                    <a:pt x="22378" y="10706"/>
                    <a:pt x="23580" y="10328"/>
                  </a:cubicBezTo>
                  <a:cubicBezTo>
                    <a:pt x="23580" y="10328"/>
                    <a:pt x="19508" y="1"/>
                    <a:pt x="68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5"/>
            <p:cNvSpPr/>
            <p:nvPr/>
          </p:nvSpPr>
          <p:spPr>
            <a:xfrm>
              <a:off x="4995050" y="3842300"/>
              <a:ext cx="490900" cy="618575"/>
            </a:xfrm>
            <a:custGeom>
              <a:avLst/>
              <a:gdLst/>
              <a:ahLst/>
              <a:cxnLst/>
              <a:rect l="l" t="t" r="r" b="b"/>
              <a:pathLst>
                <a:path w="19636" h="24743" extrusionOk="0">
                  <a:moveTo>
                    <a:pt x="12250" y="0"/>
                  </a:moveTo>
                  <a:cubicBezTo>
                    <a:pt x="12249" y="1"/>
                    <a:pt x="0" y="11308"/>
                    <a:pt x="6748" y="24742"/>
                  </a:cubicBezTo>
                  <a:cubicBezTo>
                    <a:pt x="6748" y="24742"/>
                    <a:pt x="19636" y="17082"/>
                    <a:pt x="12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5"/>
            <p:cNvSpPr/>
            <p:nvPr/>
          </p:nvSpPr>
          <p:spPr>
            <a:xfrm>
              <a:off x="4684250" y="4217650"/>
              <a:ext cx="515225" cy="369625"/>
            </a:xfrm>
            <a:custGeom>
              <a:avLst/>
              <a:gdLst/>
              <a:ahLst/>
              <a:cxnLst/>
              <a:rect l="l" t="t" r="r" b="b"/>
              <a:pathLst>
                <a:path w="20609" h="14785" extrusionOk="0">
                  <a:moveTo>
                    <a:pt x="227" y="1"/>
                  </a:moveTo>
                  <a:cubicBezTo>
                    <a:pt x="152" y="1"/>
                    <a:pt x="76" y="1"/>
                    <a:pt x="0" y="2"/>
                  </a:cubicBezTo>
                  <a:cubicBezTo>
                    <a:pt x="0" y="2"/>
                    <a:pt x="5243" y="14784"/>
                    <a:pt x="19316" y="14784"/>
                  </a:cubicBezTo>
                  <a:cubicBezTo>
                    <a:pt x="19739" y="14784"/>
                    <a:pt x="20170" y="14771"/>
                    <a:pt x="20609" y="14743"/>
                  </a:cubicBezTo>
                  <a:cubicBezTo>
                    <a:pt x="20609" y="14743"/>
                    <a:pt x="18619"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5"/>
            <p:cNvSpPr/>
            <p:nvPr/>
          </p:nvSpPr>
          <p:spPr>
            <a:xfrm>
              <a:off x="5173625" y="4374975"/>
              <a:ext cx="440750" cy="566150"/>
            </a:xfrm>
            <a:custGeom>
              <a:avLst/>
              <a:gdLst/>
              <a:ahLst/>
              <a:cxnLst/>
              <a:rect l="l" t="t" r="r" b="b"/>
              <a:pathLst>
                <a:path w="17630" h="22646" extrusionOk="0">
                  <a:moveTo>
                    <a:pt x="14620" y="0"/>
                  </a:moveTo>
                  <a:cubicBezTo>
                    <a:pt x="14620" y="1"/>
                    <a:pt x="0" y="7964"/>
                    <a:pt x="3252" y="22645"/>
                  </a:cubicBezTo>
                  <a:cubicBezTo>
                    <a:pt x="3252" y="22645"/>
                    <a:pt x="17630" y="18359"/>
                    <a:pt x="146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5"/>
            <p:cNvSpPr/>
            <p:nvPr/>
          </p:nvSpPr>
          <p:spPr>
            <a:xfrm>
              <a:off x="4849150" y="4587750"/>
              <a:ext cx="452150" cy="483300"/>
            </a:xfrm>
            <a:custGeom>
              <a:avLst/>
              <a:gdLst/>
              <a:ahLst/>
              <a:cxnLst/>
              <a:rect l="l" t="t" r="r" b="b"/>
              <a:pathLst>
                <a:path w="18086" h="19332" extrusionOk="0">
                  <a:moveTo>
                    <a:pt x="0" y="0"/>
                  </a:moveTo>
                  <a:cubicBezTo>
                    <a:pt x="0" y="1"/>
                    <a:pt x="1581" y="16596"/>
                    <a:pt x="16414" y="19332"/>
                  </a:cubicBezTo>
                  <a:cubicBezTo>
                    <a:pt x="16414" y="19332"/>
                    <a:pt x="18086" y="443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p:cNvSpPr/>
            <p:nvPr/>
          </p:nvSpPr>
          <p:spPr>
            <a:xfrm>
              <a:off x="4604850" y="3566600"/>
              <a:ext cx="672900" cy="1690925"/>
            </a:xfrm>
            <a:custGeom>
              <a:avLst/>
              <a:gdLst/>
              <a:ahLst/>
              <a:cxnLst/>
              <a:rect l="l" t="t" r="r" b="b"/>
              <a:pathLst>
                <a:path w="26916" h="67637" extrusionOk="0">
                  <a:moveTo>
                    <a:pt x="551" y="0"/>
                  </a:moveTo>
                  <a:cubicBezTo>
                    <a:pt x="224" y="0"/>
                    <a:pt x="0" y="541"/>
                    <a:pt x="349" y="815"/>
                  </a:cubicBezTo>
                  <a:cubicBezTo>
                    <a:pt x="3146" y="2882"/>
                    <a:pt x="5608" y="5405"/>
                    <a:pt x="7796" y="8080"/>
                  </a:cubicBezTo>
                  <a:cubicBezTo>
                    <a:pt x="10471" y="11363"/>
                    <a:pt x="12781" y="14949"/>
                    <a:pt x="14787" y="18657"/>
                  </a:cubicBezTo>
                  <a:cubicBezTo>
                    <a:pt x="17097" y="22913"/>
                    <a:pt x="19012" y="27351"/>
                    <a:pt x="20593" y="31940"/>
                  </a:cubicBezTo>
                  <a:cubicBezTo>
                    <a:pt x="22326" y="36986"/>
                    <a:pt x="23633" y="42184"/>
                    <a:pt x="24514" y="47472"/>
                  </a:cubicBezTo>
                  <a:cubicBezTo>
                    <a:pt x="25517" y="53248"/>
                    <a:pt x="25973" y="59114"/>
                    <a:pt x="25973" y="64950"/>
                  </a:cubicBezTo>
                  <a:cubicBezTo>
                    <a:pt x="25973" y="65710"/>
                    <a:pt x="25943" y="66470"/>
                    <a:pt x="25943" y="67199"/>
                  </a:cubicBezTo>
                  <a:cubicBezTo>
                    <a:pt x="25927" y="67492"/>
                    <a:pt x="26138" y="67636"/>
                    <a:pt x="26354" y="67636"/>
                  </a:cubicBezTo>
                  <a:cubicBezTo>
                    <a:pt x="26564" y="67636"/>
                    <a:pt x="26779" y="67499"/>
                    <a:pt x="26794" y="67230"/>
                  </a:cubicBezTo>
                  <a:cubicBezTo>
                    <a:pt x="26915" y="61242"/>
                    <a:pt x="26551" y="55284"/>
                    <a:pt x="25699" y="49387"/>
                  </a:cubicBezTo>
                  <a:cubicBezTo>
                    <a:pt x="24879" y="43947"/>
                    <a:pt x="23633" y="38597"/>
                    <a:pt x="21961" y="33369"/>
                  </a:cubicBezTo>
                  <a:cubicBezTo>
                    <a:pt x="20441" y="28658"/>
                    <a:pt x="18556" y="24068"/>
                    <a:pt x="16277" y="19661"/>
                  </a:cubicBezTo>
                  <a:cubicBezTo>
                    <a:pt x="14301" y="15770"/>
                    <a:pt x="11991" y="12062"/>
                    <a:pt x="9316" y="8627"/>
                  </a:cubicBezTo>
                  <a:cubicBezTo>
                    <a:pt x="7097" y="5770"/>
                    <a:pt x="4605" y="3065"/>
                    <a:pt x="1778" y="815"/>
                  </a:cubicBezTo>
                  <a:cubicBezTo>
                    <a:pt x="1444" y="572"/>
                    <a:pt x="1109" y="329"/>
                    <a:pt x="775" y="86"/>
                  </a:cubicBezTo>
                  <a:cubicBezTo>
                    <a:pt x="699" y="26"/>
                    <a:pt x="623" y="0"/>
                    <a:pt x="5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5"/>
            <p:cNvSpPr/>
            <p:nvPr/>
          </p:nvSpPr>
          <p:spPr>
            <a:xfrm>
              <a:off x="4289100" y="3261725"/>
              <a:ext cx="522075" cy="433925"/>
            </a:xfrm>
            <a:custGeom>
              <a:avLst/>
              <a:gdLst/>
              <a:ahLst/>
              <a:cxnLst/>
              <a:rect l="l" t="t" r="r" b="b"/>
              <a:pathLst>
                <a:path w="20883" h="17357" extrusionOk="0">
                  <a:moveTo>
                    <a:pt x="0" y="1"/>
                  </a:moveTo>
                  <a:cubicBezTo>
                    <a:pt x="1" y="1"/>
                    <a:pt x="3435" y="16293"/>
                    <a:pt x="18451" y="17357"/>
                  </a:cubicBezTo>
                  <a:cubicBezTo>
                    <a:pt x="18451" y="14621"/>
                    <a:pt x="20882" y="2706"/>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Montserrat Black"/>
              <a:buNone/>
              <a:defRPr sz="3000">
                <a:solidFill>
                  <a:schemeClr val="dk1"/>
                </a:solidFill>
                <a:latin typeface="Montserrat Black"/>
                <a:ea typeface="Montserrat Black"/>
                <a:cs typeface="Montserrat Black"/>
                <a:sym typeface="Montserrat Black"/>
              </a:defRPr>
            </a:lvl1pPr>
            <a:lvl2pPr lvl="1">
              <a:spcBef>
                <a:spcPts val="0"/>
              </a:spcBef>
              <a:spcAft>
                <a:spcPts val="0"/>
              </a:spcAft>
              <a:buClr>
                <a:schemeClr val="dk1"/>
              </a:buClr>
              <a:buSzPts val="3000"/>
              <a:buFont typeface="Montserrat Black"/>
              <a:buNone/>
              <a:defRPr sz="3000">
                <a:solidFill>
                  <a:schemeClr val="dk1"/>
                </a:solidFill>
                <a:latin typeface="Montserrat Black"/>
                <a:ea typeface="Montserrat Black"/>
                <a:cs typeface="Montserrat Black"/>
                <a:sym typeface="Montserrat Black"/>
              </a:defRPr>
            </a:lvl2pPr>
            <a:lvl3pPr lvl="2">
              <a:spcBef>
                <a:spcPts val="0"/>
              </a:spcBef>
              <a:spcAft>
                <a:spcPts val="0"/>
              </a:spcAft>
              <a:buClr>
                <a:schemeClr val="dk1"/>
              </a:buClr>
              <a:buSzPts val="3000"/>
              <a:buFont typeface="Montserrat Black"/>
              <a:buNone/>
              <a:defRPr sz="3000">
                <a:solidFill>
                  <a:schemeClr val="dk1"/>
                </a:solidFill>
                <a:latin typeface="Montserrat Black"/>
                <a:ea typeface="Montserrat Black"/>
                <a:cs typeface="Montserrat Black"/>
                <a:sym typeface="Montserrat Black"/>
              </a:defRPr>
            </a:lvl3pPr>
            <a:lvl4pPr lvl="3">
              <a:spcBef>
                <a:spcPts val="0"/>
              </a:spcBef>
              <a:spcAft>
                <a:spcPts val="0"/>
              </a:spcAft>
              <a:buClr>
                <a:schemeClr val="dk1"/>
              </a:buClr>
              <a:buSzPts val="3000"/>
              <a:buFont typeface="Montserrat Black"/>
              <a:buNone/>
              <a:defRPr sz="3000">
                <a:solidFill>
                  <a:schemeClr val="dk1"/>
                </a:solidFill>
                <a:latin typeface="Montserrat Black"/>
                <a:ea typeface="Montserrat Black"/>
                <a:cs typeface="Montserrat Black"/>
                <a:sym typeface="Montserrat Black"/>
              </a:defRPr>
            </a:lvl4pPr>
            <a:lvl5pPr lvl="4">
              <a:spcBef>
                <a:spcPts val="0"/>
              </a:spcBef>
              <a:spcAft>
                <a:spcPts val="0"/>
              </a:spcAft>
              <a:buClr>
                <a:schemeClr val="dk1"/>
              </a:buClr>
              <a:buSzPts val="3000"/>
              <a:buFont typeface="Montserrat Black"/>
              <a:buNone/>
              <a:defRPr sz="3000">
                <a:solidFill>
                  <a:schemeClr val="dk1"/>
                </a:solidFill>
                <a:latin typeface="Montserrat Black"/>
                <a:ea typeface="Montserrat Black"/>
                <a:cs typeface="Montserrat Black"/>
                <a:sym typeface="Montserrat Black"/>
              </a:defRPr>
            </a:lvl5pPr>
            <a:lvl6pPr lvl="5">
              <a:spcBef>
                <a:spcPts val="0"/>
              </a:spcBef>
              <a:spcAft>
                <a:spcPts val="0"/>
              </a:spcAft>
              <a:buClr>
                <a:schemeClr val="dk1"/>
              </a:buClr>
              <a:buSzPts val="3000"/>
              <a:buFont typeface="Montserrat Black"/>
              <a:buNone/>
              <a:defRPr sz="3000">
                <a:solidFill>
                  <a:schemeClr val="dk1"/>
                </a:solidFill>
                <a:latin typeface="Montserrat Black"/>
                <a:ea typeface="Montserrat Black"/>
                <a:cs typeface="Montserrat Black"/>
                <a:sym typeface="Montserrat Black"/>
              </a:defRPr>
            </a:lvl6pPr>
            <a:lvl7pPr lvl="6">
              <a:spcBef>
                <a:spcPts val="0"/>
              </a:spcBef>
              <a:spcAft>
                <a:spcPts val="0"/>
              </a:spcAft>
              <a:buClr>
                <a:schemeClr val="dk1"/>
              </a:buClr>
              <a:buSzPts val="3000"/>
              <a:buFont typeface="Montserrat Black"/>
              <a:buNone/>
              <a:defRPr sz="3000">
                <a:solidFill>
                  <a:schemeClr val="dk1"/>
                </a:solidFill>
                <a:latin typeface="Montserrat Black"/>
                <a:ea typeface="Montserrat Black"/>
                <a:cs typeface="Montserrat Black"/>
                <a:sym typeface="Montserrat Black"/>
              </a:defRPr>
            </a:lvl7pPr>
            <a:lvl8pPr lvl="7">
              <a:spcBef>
                <a:spcPts val="0"/>
              </a:spcBef>
              <a:spcAft>
                <a:spcPts val="0"/>
              </a:spcAft>
              <a:buClr>
                <a:schemeClr val="dk1"/>
              </a:buClr>
              <a:buSzPts val="3000"/>
              <a:buFont typeface="Montserrat Black"/>
              <a:buNone/>
              <a:defRPr sz="3000">
                <a:solidFill>
                  <a:schemeClr val="dk1"/>
                </a:solidFill>
                <a:latin typeface="Montserrat Black"/>
                <a:ea typeface="Montserrat Black"/>
                <a:cs typeface="Montserrat Black"/>
                <a:sym typeface="Montserrat Black"/>
              </a:defRPr>
            </a:lvl8pPr>
            <a:lvl9pPr lvl="8">
              <a:spcBef>
                <a:spcPts val="0"/>
              </a:spcBef>
              <a:spcAft>
                <a:spcPts val="0"/>
              </a:spcAft>
              <a:buClr>
                <a:schemeClr val="dk1"/>
              </a:buClr>
              <a:buSzPts val="3000"/>
              <a:buFont typeface="Montserrat Black"/>
              <a:buNone/>
              <a:defRPr sz="3000">
                <a:solidFill>
                  <a:schemeClr val="dk1"/>
                </a:solidFill>
                <a:latin typeface="Montserrat Black"/>
                <a:ea typeface="Montserrat Black"/>
                <a:cs typeface="Montserrat Black"/>
                <a:sym typeface="Montserrat Black"/>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Encode Sans"/>
              <a:buChar char="●"/>
              <a:defRPr sz="1800">
                <a:solidFill>
                  <a:schemeClr val="dk1"/>
                </a:solidFill>
                <a:latin typeface="Encode Sans"/>
                <a:ea typeface="Encode Sans"/>
                <a:cs typeface="Encode Sans"/>
                <a:sym typeface="Encode Sans"/>
              </a:defRPr>
            </a:lvl1pPr>
            <a:lvl2pPr marL="914400" lvl="1" indent="-317500">
              <a:lnSpc>
                <a:spcPct val="100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2pPr>
            <a:lvl3pPr marL="1371600" lvl="2" indent="-317500">
              <a:lnSpc>
                <a:spcPct val="100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3pPr>
            <a:lvl4pPr marL="1828800" lvl="3" indent="-317500">
              <a:lnSpc>
                <a:spcPct val="100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4pPr>
            <a:lvl5pPr marL="2286000" lvl="4" indent="-317500">
              <a:lnSpc>
                <a:spcPct val="100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5pPr>
            <a:lvl6pPr marL="2743200" lvl="5" indent="-317500">
              <a:lnSpc>
                <a:spcPct val="100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6pPr>
            <a:lvl7pPr marL="3200400" lvl="6" indent="-317500">
              <a:lnSpc>
                <a:spcPct val="100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7pPr>
            <a:lvl8pPr marL="3657600" lvl="7" indent="-317500">
              <a:lnSpc>
                <a:spcPct val="100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8pPr>
            <a:lvl9pPr marL="4114800" lvl="8" indent="-317500">
              <a:lnSpc>
                <a:spcPct val="100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rgbClr val="FFFFFF"/>
                </a:solidFill>
              </a:defRPr>
            </a:lvl1pPr>
            <a:lvl2pPr lvl="1" algn="r">
              <a:buNone/>
              <a:defRPr sz="1000">
                <a:solidFill>
                  <a:srgbClr val="FFFFFF"/>
                </a:solidFill>
              </a:defRPr>
            </a:lvl2pPr>
            <a:lvl3pPr lvl="2" algn="r">
              <a:buNone/>
              <a:defRPr sz="1000">
                <a:solidFill>
                  <a:srgbClr val="FFFFFF"/>
                </a:solidFill>
              </a:defRPr>
            </a:lvl3pPr>
            <a:lvl4pPr lvl="3" algn="r">
              <a:buNone/>
              <a:defRPr sz="1000">
                <a:solidFill>
                  <a:srgbClr val="FFFFFF"/>
                </a:solidFill>
              </a:defRPr>
            </a:lvl4pPr>
            <a:lvl5pPr lvl="4" algn="r">
              <a:buNone/>
              <a:defRPr sz="1000">
                <a:solidFill>
                  <a:srgbClr val="FFFFFF"/>
                </a:solidFill>
              </a:defRPr>
            </a:lvl5pPr>
            <a:lvl6pPr lvl="5" algn="r">
              <a:buNone/>
              <a:defRPr sz="1000">
                <a:solidFill>
                  <a:srgbClr val="FFFFFF"/>
                </a:solidFill>
              </a:defRPr>
            </a:lvl6pPr>
            <a:lvl7pPr lvl="6" algn="r">
              <a:buNone/>
              <a:defRPr sz="1000">
                <a:solidFill>
                  <a:srgbClr val="FFFFFF"/>
                </a:solidFill>
              </a:defRPr>
            </a:lvl7pPr>
            <a:lvl8pPr lvl="7" algn="r">
              <a:buNone/>
              <a:defRPr sz="1000">
                <a:solidFill>
                  <a:srgbClr val="FFFFFF"/>
                </a:solidFill>
              </a:defRPr>
            </a:lvl8pPr>
            <a:lvl9pPr lvl="8" algn="r">
              <a:buNone/>
              <a:defRPr sz="1000">
                <a:solidFill>
                  <a:srgbClr val="FFFFFF"/>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63" r:id="rId4"/>
    <p:sldLayoutId id="2147483678" r:id="rId5"/>
    <p:sldLayoutId id="2147483679" r:id="rId6"/>
    <p:sldLayoutId id="2147483680" r:id="rId7"/>
    <p:sldLayoutId id="2147483681"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00"/>
        <p:cNvGrpSpPr/>
        <p:nvPr/>
      </p:nvGrpSpPr>
      <p:grpSpPr>
        <a:xfrm>
          <a:off x="0" y="0"/>
          <a:ext cx="0" cy="0"/>
          <a:chOff x="0" y="0"/>
          <a:chExt cx="0" cy="0"/>
        </a:xfrm>
      </p:grpSpPr>
      <p:sp>
        <p:nvSpPr>
          <p:cNvPr id="1201" name="Google Shape;1201;p49"/>
          <p:cNvSpPr txBox="1">
            <a:spLocks noGrp="1"/>
          </p:cNvSpPr>
          <p:nvPr>
            <p:ph type="title"/>
          </p:nvPr>
        </p:nvSpPr>
        <p:spPr>
          <a:xfrm flipH="1">
            <a:off x="4623967" y="1212206"/>
            <a:ext cx="2194362"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Clase</a:t>
            </a:r>
            <a:endParaRPr dirty="0"/>
          </a:p>
        </p:txBody>
      </p:sp>
      <p:sp>
        <p:nvSpPr>
          <p:cNvPr id="1202" name="Google Shape;1202;p49"/>
          <p:cNvSpPr txBox="1">
            <a:spLocks noGrp="1"/>
          </p:cNvSpPr>
          <p:nvPr>
            <p:ph type="subTitle" idx="1"/>
          </p:nvPr>
        </p:nvSpPr>
        <p:spPr>
          <a:xfrm flipH="1">
            <a:off x="-11240" y="3438325"/>
            <a:ext cx="4818580" cy="703500"/>
          </a:xfrm>
          <a:prstGeom prst="rect">
            <a:avLst/>
          </a:prstGeom>
        </p:spPr>
        <p:txBody>
          <a:bodyPr spcFirstLastPara="1" wrap="square" lIns="91425" tIns="91425" rIns="91425" bIns="91425" anchor="t" anchorCtr="0">
            <a:noAutofit/>
          </a:bodyPr>
          <a:lstStyle/>
          <a:p>
            <a:pPr marL="0" lvl="0" indent="0" algn="just"/>
            <a:r>
              <a:rPr lang="es-MX" dirty="0"/>
              <a:t>Docente Formación Integral: Estefanía González C.</a:t>
            </a:r>
          </a:p>
        </p:txBody>
      </p:sp>
      <p:sp>
        <p:nvSpPr>
          <p:cNvPr id="1203" name="Google Shape;1203;p49"/>
          <p:cNvSpPr txBox="1">
            <a:spLocks noGrp="1"/>
          </p:cNvSpPr>
          <p:nvPr>
            <p:ph type="title" idx="2"/>
          </p:nvPr>
        </p:nvSpPr>
        <p:spPr>
          <a:xfrm flipH="1">
            <a:off x="6532680" y="919587"/>
            <a:ext cx="1905600" cy="1239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02</a:t>
            </a:r>
            <a:endParaRPr dirty="0"/>
          </a:p>
        </p:txBody>
      </p:sp>
      <p:grpSp>
        <p:nvGrpSpPr>
          <p:cNvPr id="1204" name="Google Shape;1204;p49"/>
          <p:cNvGrpSpPr/>
          <p:nvPr/>
        </p:nvGrpSpPr>
        <p:grpSpPr>
          <a:xfrm>
            <a:off x="287540" y="325982"/>
            <a:ext cx="3576308" cy="3000518"/>
            <a:chOff x="309301" y="902175"/>
            <a:chExt cx="3741299" cy="3138945"/>
          </a:xfrm>
        </p:grpSpPr>
        <p:sp>
          <p:nvSpPr>
            <p:cNvPr id="1205" name="Google Shape;1205;p49"/>
            <p:cNvSpPr/>
            <p:nvPr/>
          </p:nvSpPr>
          <p:spPr>
            <a:xfrm>
              <a:off x="2667544" y="1020184"/>
              <a:ext cx="83190" cy="913587"/>
            </a:xfrm>
            <a:custGeom>
              <a:avLst/>
              <a:gdLst/>
              <a:ahLst/>
              <a:cxnLst/>
              <a:rect l="l" t="t" r="r" b="b"/>
              <a:pathLst>
                <a:path w="1885" h="20701" extrusionOk="0">
                  <a:moveTo>
                    <a:pt x="0" y="1"/>
                  </a:moveTo>
                  <a:lnTo>
                    <a:pt x="0" y="20700"/>
                  </a:lnTo>
                  <a:lnTo>
                    <a:pt x="1885" y="20609"/>
                  </a:lnTo>
                  <a:lnTo>
                    <a:pt x="18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9"/>
            <p:cNvSpPr/>
            <p:nvPr/>
          </p:nvSpPr>
          <p:spPr>
            <a:xfrm>
              <a:off x="2667544" y="1513935"/>
              <a:ext cx="83190" cy="167615"/>
            </a:xfrm>
            <a:custGeom>
              <a:avLst/>
              <a:gdLst/>
              <a:ahLst/>
              <a:cxnLst/>
              <a:rect l="l" t="t" r="r" b="b"/>
              <a:pathLst>
                <a:path w="1885" h="3798" extrusionOk="0">
                  <a:moveTo>
                    <a:pt x="750" y="1"/>
                  </a:moveTo>
                  <a:cubicBezTo>
                    <a:pt x="514" y="1"/>
                    <a:pt x="263" y="17"/>
                    <a:pt x="0" y="59"/>
                  </a:cubicBezTo>
                  <a:lnTo>
                    <a:pt x="0" y="3798"/>
                  </a:lnTo>
                  <a:lnTo>
                    <a:pt x="1885" y="3798"/>
                  </a:lnTo>
                  <a:lnTo>
                    <a:pt x="1885" y="120"/>
                  </a:lnTo>
                  <a:cubicBezTo>
                    <a:pt x="1587" y="60"/>
                    <a:pt x="1197" y="1"/>
                    <a:pt x="750" y="1"/>
                  </a:cubicBezTo>
                  <a:close/>
                </a:path>
              </a:pathLst>
            </a:custGeom>
            <a:solidFill>
              <a:srgbClr val="1C4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9"/>
            <p:cNvSpPr/>
            <p:nvPr/>
          </p:nvSpPr>
          <p:spPr>
            <a:xfrm>
              <a:off x="2615247" y="902175"/>
              <a:ext cx="187828" cy="187828"/>
            </a:xfrm>
            <a:custGeom>
              <a:avLst/>
              <a:gdLst/>
              <a:ahLst/>
              <a:cxnLst/>
              <a:rect l="l" t="t" r="r" b="b"/>
              <a:pathLst>
                <a:path w="4256" h="4256" extrusionOk="0">
                  <a:moveTo>
                    <a:pt x="2128" y="0"/>
                  </a:moveTo>
                  <a:cubicBezTo>
                    <a:pt x="942" y="0"/>
                    <a:pt x="0" y="973"/>
                    <a:pt x="0" y="2128"/>
                  </a:cubicBezTo>
                  <a:cubicBezTo>
                    <a:pt x="0" y="3313"/>
                    <a:pt x="942" y="4255"/>
                    <a:pt x="2128" y="4255"/>
                  </a:cubicBezTo>
                  <a:cubicBezTo>
                    <a:pt x="3313" y="4255"/>
                    <a:pt x="4255" y="3313"/>
                    <a:pt x="4255" y="2128"/>
                  </a:cubicBezTo>
                  <a:cubicBezTo>
                    <a:pt x="4255" y="973"/>
                    <a:pt x="3313" y="0"/>
                    <a:pt x="21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9"/>
            <p:cNvSpPr/>
            <p:nvPr/>
          </p:nvSpPr>
          <p:spPr>
            <a:xfrm>
              <a:off x="2597771" y="2417717"/>
              <a:ext cx="685554" cy="993776"/>
            </a:xfrm>
            <a:custGeom>
              <a:avLst/>
              <a:gdLst/>
              <a:ahLst/>
              <a:cxnLst/>
              <a:rect l="l" t="t" r="r" b="b"/>
              <a:pathLst>
                <a:path w="15534" h="22518" extrusionOk="0">
                  <a:moveTo>
                    <a:pt x="7227" y="1"/>
                  </a:moveTo>
                  <a:cubicBezTo>
                    <a:pt x="2617" y="1"/>
                    <a:pt x="1" y="2438"/>
                    <a:pt x="1" y="2438"/>
                  </a:cubicBezTo>
                  <a:lnTo>
                    <a:pt x="244" y="21101"/>
                  </a:lnTo>
                  <a:cubicBezTo>
                    <a:pt x="2945" y="22028"/>
                    <a:pt x="5638" y="22518"/>
                    <a:pt x="8317" y="22518"/>
                  </a:cubicBezTo>
                  <a:cubicBezTo>
                    <a:pt x="10734" y="22518"/>
                    <a:pt x="13140" y="22119"/>
                    <a:pt x="15533" y="21283"/>
                  </a:cubicBezTo>
                  <a:lnTo>
                    <a:pt x="15351" y="7757"/>
                  </a:lnTo>
                  <a:lnTo>
                    <a:pt x="15290" y="2286"/>
                  </a:lnTo>
                  <a:cubicBezTo>
                    <a:pt x="12179" y="576"/>
                    <a:pt x="9468" y="1"/>
                    <a:pt x="72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9"/>
            <p:cNvSpPr/>
            <p:nvPr/>
          </p:nvSpPr>
          <p:spPr>
            <a:xfrm>
              <a:off x="2597771" y="2417717"/>
              <a:ext cx="677478" cy="931240"/>
            </a:xfrm>
            <a:custGeom>
              <a:avLst/>
              <a:gdLst/>
              <a:ahLst/>
              <a:cxnLst/>
              <a:rect l="l" t="t" r="r" b="b"/>
              <a:pathLst>
                <a:path w="15351" h="21101" extrusionOk="0">
                  <a:moveTo>
                    <a:pt x="7227" y="1"/>
                  </a:moveTo>
                  <a:cubicBezTo>
                    <a:pt x="2617" y="1"/>
                    <a:pt x="1" y="2438"/>
                    <a:pt x="1" y="2438"/>
                  </a:cubicBezTo>
                  <a:lnTo>
                    <a:pt x="244" y="21101"/>
                  </a:lnTo>
                  <a:cubicBezTo>
                    <a:pt x="7630" y="18730"/>
                    <a:pt x="13071" y="11344"/>
                    <a:pt x="15351" y="7757"/>
                  </a:cubicBezTo>
                  <a:lnTo>
                    <a:pt x="15290" y="2286"/>
                  </a:lnTo>
                  <a:cubicBezTo>
                    <a:pt x="12179" y="576"/>
                    <a:pt x="9468" y="1"/>
                    <a:pt x="72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9"/>
            <p:cNvSpPr/>
            <p:nvPr/>
          </p:nvSpPr>
          <p:spPr>
            <a:xfrm>
              <a:off x="2989487" y="2157735"/>
              <a:ext cx="610397" cy="53709"/>
            </a:xfrm>
            <a:custGeom>
              <a:avLst/>
              <a:gdLst/>
              <a:ahLst/>
              <a:cxnLst/>
              <a:rect l="l" t="t" r="r" b="b"/>
              <a:pathLst>
                <a:path w="13831" h="1217" extrusionOk="0">
                  <a:moveTo>
                    <a:pt x="0" y="0"/>
                  </a:moveTo>
                  <a:lnTo>
                    <a:pt x="0" y="1216"/>
                  </a:lnTo>
                  <a:lnTo>
                    <a:pt x="13830" y="1216"/>
                  </a:lnTo>
                  <a:lnTo>
                    <a:pt x="13830" y="0"/>
                  </a:lnTo>
                  <a:close/>
                </a:path>
              </a:pathLst>
            </a:custGeom>
            <a:solidFill>
              <a:srgbClr val="8C42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9"/>
            <p:cNvSpPr/>
            <p:nvPr/>
          </p:nvSpPr>
          <p:spPr>
            <a:xfrm>
              <a:off x="3119589" y="1977984"/>
              <a:ext cx="872014" cy="139547"/>
            </a:xfrm>
            <a:custGeom>
              <a:avLst/>
              <a:gdLst/>
              <a:ahLst/>
              <a:cxnLst/>
              <a:rect l="l" t="t" r="r" b="b"/>
              <a:pathLst>
                <a:path w="19759" h="3162" extrusionOk="0">
                  <a:moveTo>
                    <a:pt x="1" y="0"/>
                  </a:moveTo>
                  <a:lnTo>
                    <a:pt x="1" y="1216"/>
                  </a:lnTo>
                  <a:lnTo>
                    <a:pt x="10366" y="1216"/>
                  </a:lnTo>
                  <a:lnTo>
                    <a:pt x="12341" y="3161"/>
                  </a:lnTo>
                  <a:lnTo>
                    <a:pt x="19758" y="3161"/>
                  </a:lnTo>
                  <a:lnTo>
                    <a:pt x="19758" y="1976"/>
                  </a:lnTo>
                  <a:lnTo>
                    <a:pt x="12858" y="1976"/>
                  </a:lnTo>
                  <a:lnTo>
                    <a:pt x="1088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9"/>
            <p:cNvSpPr/>
            <p:nvPr/>
          </p:nvSpPr>
          <p:spPr>
            <a:xfrm>
              <a:off x="3106173" y="1686889"/>
              <a:ext cx="751268" cy="181120"/>
            </a:xfrm>
            <a:custGeom>
              <a:avLst/>
              <a:gdLst/>
              <a:ahLst/>
              <a:cxnLst/>
              <a:rect l="l" t="t" r="r" b="b"/>
              <a:pathLst>
                <a:path w="17023" h="4104" extrusionOk="0">
                  <a:moveTo>
                    <a:pt x="10974" y="0"/>
                  </a:moveTo>
                  <a:lnTo>
                    <a:pt x="8086" y="2888"/>
                  </a:lnTo>
                  <a:lnTo>
                    <a:pt x="1" y="2888"/>
                  </a:lnTo>
                  <a:lnTo>
                    <a:pt x="1" y="4104"/>
                  </a:lnTo>
                  <a:lnTo>
                    <a:pt x="8603" y="4104"/>
                  </a:lnTo>
                  <a:lnTo>
                    <a:pt x="11460" y="1216"/>
                  </a:lnTo>
                  <a:lnTo>
                    <a:pt x="17022" y="1216"/>
                  </a:lnTo>
                  <a:lnTo>
                    <a:pt x="1702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9"/>
            <p:cNvSpPr/>
            <p:nvPr/>
          </p:nvSpPr>
          <p:spPr>
            <a:xfrm>
              <a:off x="3082032" y="1489706"/>
              <a:ext cx="647953" cy="143563"/>
            </a:xfrm>
            <a:custGeom>
              <a:avLst/>
              <a:gdLst/>
              <a:ahLst/>
              <a:cxnLst/>
              <a:rect l="l" t="t" r="r" b="b"/>
              <a:pathLst>
                <a:path w="14682" h="3253" extrusionOk="0">
                  <a:moveTo>
                    <a:pt x="8177" y="0"/>
                  </a:moveTo>
                  <a:lnTo>
                    <a:pt x="6141" y="2037"/>
                  </a:lnTo>
                  <a:lnTo>
                    <a:pt x="1" y="2037"/>
                  </a:lnTo>
                  <a:lnTo>
                    <a:pt x="1" y="3253"/>
                  </a:lnTo>
                  <a:lnTo>
                    <a:pt x="6657" y="3253"/>
                  </a:lnTo>
                  <a:lnTo>
                    <a:pt x="8694" y="1216"/>
                  </a:lnTo>
                  <a:lnTo>
                    <a:pt x="14682" y="1216"/>
                  </a:lnTo>
                  <a:lnTo>
                    <a:pt x="1468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9"/>
            <p:cNvSpPr/>
            <p:nvPr/>
          </p:nvSpPr>
          <p:spPr>
            <a:xfrm>
              <a:off x="2764105" y="1338112"/>
              <a:ext cx="749944" cy="53709"/>
            </a:xfrm>
            <a:custGeom>
              <a:avLst/>
              <a:gdLst/>
              <a:ahLst/>
              <a:cxnLst/>
              <a:rect l="l" t="t" r="r" b="b"/>
              <a:pathLst>
                <a:path w="16993" h="1217" extrusionOk="0">
                  <a:moveTo>
                    <a:pt x="1" y="1"/>
                  </a:moveTo>
                  <a:lnTo>
                    <a:pt x="1" y="1216"/>
                  </a:lnTo>
                  <a:lnTo>
                    <a:pt x="16992" y="1216"/>
                  </a:lnTo>
                  <a:lnTo>
                    <a:pt x="1699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9"/>
            <p:cNvSpPr/>
            <p:nvPr/>
          </p:nvSpPr>
          <p:spPr>
            <a:xfrm>
              <a:off x="3540830" y="2125518"/>
              <a:ext cx="119423" cy="118099"/>
            </a:xfrm>
            <a:custGeom>
              <a:avLst/>
              <a:gdLst/>
              <a:ahLst/>
              <a:cxnLst/>
              <a:rect l="l" t="t" r="r" b="b"/>
              <a:pathLst>
                <a:path w="2706" h="2676" extrusionOk="0">
                  <a:moveTo>
                    <a:pt x="1337" y="1"/>
                  </a:moveTo>
                  <a:cubicBezTo>
                    <a:pt x="608" y="1"/>
                    <a:pt x="0" y="609"/>
                    <a:pt x="0" y="1338"/>
                  </a:cubicBezTo>
                  <a:cubicBezTo>
                    <a:pt x="0" y="2068"/>
                    <a:pt x="608" y="2676"/>
                    <a:pt x="1337" y="2676"/>
                  </a:cubicBezTo>
                  <a:cubicBezTo>
                    <a:pt x="2097" y="2676"/>
                    <a:pt x="2705" y="2068"/>
                    <a:pt x="2705" y="1338"/>
                  </a:cubicBezTo>
                  <a:cubicBezTo>
                    <a:pt x="2705" y="609"/>
                    <a:pt x="2097" y="1"/>
                    <a:pt x="13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9"/>
            <p:cNvSpPr/>
            <p:nvPr/>
          </p:nvSpPr>
          <p:spPr>
            <a:xfrm>
              <a:off x="3931178" y="2031649"/>
              <a:ext cx="119423" cy="119423"/>
            </a:xfrm>
            <a:custGeom>
              <a:avLst/>
              <a:gdLst/>
              <a:ahLst/>
              <a:cxnLst/>
              <a:rect l="l" t="t" r="r" b="b"/>
              <a:pathLst>
                <a:path w="2706" h="2706" extrusionOk="0">
                  <a:moveTo>
                    <a:pt x="1338" y="0"/>
                  </a:moveTo>
                  <a:cubicBezTo>
                    <a:pt x="608" y="0"/>
                    <a:pt x="0" y="608"/>
                    <a:pt x="0" y="1368"/>
                  </a:cubicBezTo>
                  <a:cubicBezTo>
                    <a:pt x="0" y="2097"/>
                    <a:pt x="608" y="2705"/>
                    <a:pt x="1338" y="2705"/>
                  </a:cubicBezTo>
                  <a:cubicBezTo>
                    <a:pt x="2098" y="2705"/>
                    <a:pt x="2705" y="2097"/>
                    <a:pt x="2705" y="1368"/>
                  </a:cubicBezTo>
                  <a:cubicBezTo>
                    <a:pt x="2705" y="608"/>
                    <a:pt x="2098" y="0"/>
                    <a:pt x="1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9"/>
            <p:cNvSpPr/>
            <p:nvPr/>
          </p:nvSpPr>
          <p:spPr>
            <a:xfrm>
              <a:off x="3813125" y="1654672"/>
              <a:ext cx="118099" cy="118099"/>
            </a:xfrm>
            <a:custGeom>
              <a:avLst/>
              <a:gdLst/>
              <a:ahLst/>
              <a:cxnLst/>
              <a:rect l="l" t="t" r="r" b="b"/>
              <a:pathLst>
                <a:path w="2676" h="2676" extrusionOk="0">
                  <a:moveTo>
                    <a:pt x="1338" y="1"/>
                  </a:moveTo>
                  <a:cubicBezTo>
                    <a:pt x="608" y="1"/>
                    <a:pt x="0" y="609"/>
                    <a:pt x="0" y="1338"/>
                  </a:cubicBezTo>
                  <a:cubicBezTo>
                    <a:pt x="0" y="2068"/>
                    <a:pt x="608" y="2676"/>
                    <a:pt x="1338" y="2676"/>
                  </a:cubicBezTo>
                  <a:cubicBezTo>
                    <a:pt x="2098" y="2676"/>
                    <a:pt x="2675" y="2068"/>
                    <a:pt x="2675" y="1338"/>
                  </a:cubicBezTo>
                  <a:cubicBezTo>
                    <a:pt x="2675" y="609"/>
                    <a:pt x="2098" y="1"/>
                    <a:pt x="1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9"/>
            <p:cNvSpPr/>
            <p:nvPr/>
          </p:nvSpPr>
          <p:spPr>
            <a:xfrm>
              <a:off x="3670931" y="1457490"/>
              <a:ext cx="118099" cy="118099"/>
            </a:xfrm>
            <a:custGeom>
              <a:avLst/>
              <a:gdLst/>
              <a:ahLst/>
              <a:cxnLst/>
              <a:rect l="l" t="t" r="r" b="b"/>
              <a:pathLst>
                <a:path w="2676" h="2676" extrusionOk="0">
                  <a:moveTo>
                    <a:pt x="1338" y="1"/>
                  </a:moveTo>
                  <a:cubicBezTo>
                    <a:pt x="608" y="1"/>
                    <a:pt x="0" y="578"/>
                    <a:pt x="0" y="1338"/>
                  </a:cubicBezTo>
                  <a:cubicBezTo>
                    <a:pt x="0" y="2068"/>
                    <a:pt x="608" y="2676"/>
                    <a:pt x="1338" y="2676"/>
                  </a:cubicBezTo>
                  <a:cubicBezTo>
                    <a:pt x="2098" y="2676"/>
                    <a:pt x="2675" y="2068"/>
                    <a:pt x="2675" y="1338"/>
                  </a:cubicBezTo>
                  <a:cubicBezTo>
                    <a:pt x="2675" y="578"/>
                    <a:pt x="2098" y="1"/>
                    <a:pt x="1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9"/>
            <p:cNvSpPr/>
            <p:nvPr/>
          </p:nvSpPr>
          <p:spPr>
            <a:xfrm>
              <a:off x="3454949" y="1305940"/>
              <a:ext cx="118099" cy="118054"/>
            </a:xfrm>
            <a:custGeom>
              <a:avLst/>
              <a:gdLst/>
              <a:ahLst/>
              <a:cxnLst/>
              <a:rect l="l" t="t" r="r" b="b"/>
              <a:pathLst>
                <a:path w="2676" h="2675" extrusionOk="0">
                  <a:moveTo>
                    <a:pt x="1338" y="0"/>
                  </a:moveTo>
                  <a:cubicBezTo>
                    <a:pt x="609" y="0"/>
                    <a:pt x="1" y="608"/>
                    <a:pt x="1" y="1338"/>
                  </a:cubicBezTo>
                  <a:cubicBezTo>
                    <a:pt x="1" y="2097"/>
                    <a:pt x="609" y="2675"/>
                    <a:pt x="1338" y="2675"/>
                  </a:cubicBezTo>
                  <a:cubicBezTo>
                    <a:pt x="2068" y="2675"/>
                    <a:pt x="2676" y="2097"/>
                    <a:pt x="2676" y="1338"/>
                  </a:cubicBezTo>
                  <a:cubicBezTo>
                    <a:pt x="2676" y="608"/>
                    <a:pt x="2068" y="0"/>
                    <a:pt x="1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9"/>
            <p:cNvSpPr/>
            <p:nvPr/>
          </p:nvSpPr>
          <p:spPr>
            <a:xfrm>
              <a:off x="1935128" y="1272400"/>
              <a:ext cx="1206009" cy="2034994"/>
            </a:xfrm>
            <a:custGeom>
              <a:avLst/>
              <a:gdLst/>
              <a:ahLst/>
              <a:cxnLst/>
              <a:rect l="l" t="t" r="r" b="b"/>
              <a:pathLst>
                <a:path w="27327" h="46111" extrusionOk="0">
                  <a:moveTo>
                    <a:pt x="23618" y="0"/>
                  </a:moveTo>
                  <a:cubicBezTo>
                    <a:pt x="16414" y="0"/>
                    <a:pt x="9514" y="2614"/>
                    <a:pt x="4134" y="7356"/>
                  </a:cubicBezTo>
                  <a:cubicBezTo>
                    <a:pt x="3283" y="8116"/>
                    <a:pt x="2797" y="9210"/>
                    <a:pt x="2797" y="10365"/>
                  </a:cubicBezTo>
                  <a:lnTo>
                    <a:pt x="2797" y="17751"/>
                  </a:lnTo>
                  <a:lnTo>
                    <a:pt x="1915" y="21186"/>
                  </a:lnTo>
                  <a:lnTo>
                    <a:pt x="1672" y="22189"/>
                  </a:lnTo>
                  <a:lnTo>
                    <a:pt x="244" y="27751"/>
                  </a:lnTo>
                  <a:cubicBezTo>
                    <a:pt x="0" y="28633"/>
                    <a:pt x="669" y="29484"/>
                    <a:pt x="1581" y="29484"/>
                  </a:cubicBezTo>
                  <a:lnTo>
                    <a:pt x="2797" y="29484"/>
                  </a:lnTo>
                  <a:lnTo>
                    <a:pt x="2797" y="45411"/>
                  </a:lnTo>
                  <a:cubicBezTo>
                    <a:pt x="2797" y="45806"/>
                    <a:pt x="3131" y="46110"/>
                    <a:pt x="3496" y="46110"/>
                  </a:cubicBezTo>
                  <a:lnTo>
                    <a:pt x="3526" y="46110"/>
                  </a:lnTo>
                  <a:cubicBezTo>
                    <a:pt x="11642" y="45928"/>
                    <a:pt x="19180" y="41916"/>
                    <a:pt x="24074" y="35411"/>
                  </a:cubicBezTo>
                  <a:lnTo>
                    <a:pt x="27326" y="31125"/>
                  </a:lnTo>
                  <a:cubicBezTo>
                    <a:pt x="23284" y="29028"/>
                    <a:pt x="20031" y="25897"/>
                    <a:pt x="18329" y="22098"/>
                  </a:cubicBezTo>
                  <a:cubicBezTo>
                    <a:pt x="17539" y="20274"/>
                    <a:pt x="17083" y="18268"/>
                    <a:pt x="17083" y="16171"/>
                  </a:cubicBezTo>
                  <a:cubicBezTo>
                    <a:pt x="17083" y="15076"/>
                    <a:pt x="17174" y="13982"/>
                    <a:pt x="17387" y="12888"/>
                  </a:cubicBezTo>
                  <a:lnTo>
                    <a:pt x="25989" y="8663"/>
                  </a:lnTo>
                  <a:lnTo>
                    <a:pt x="25928" y="2098"/>
                  </a:lnTo>
                  <a:cubicBezTo>
                    <a:pt x="26080" y="1094"/>
                    <a:pt x="25806" y="0"/>
                    <a:pt x="245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9"/>
            <p:cNvSpPr/>
            <p:nvPr/>
          </p:nvSpPr>
          <p:spPr>
            <a:xfrm>
              <a:off x="2058521" y="1933720"/>
              <a:ext cx="410521" cy="326007"/>
            </a:xfrm>
            <a:custGeom>
              <a:avLst/>
              <a:gdLst/>
              <a:ahLst/>
              <a:cxnLst/>
              <a:rect l="l" t="t" r="r" b="b"/>
              <a:pathLst>
                <a:path w="9302" h="7387" extrusionOk="0">
                  <a:moveTo>
                    <a:pt x="1" y="0"/>
                  </a:moveTo>
                  <a:lnTo>
                    <a:pt x="1" y="7386"/>
                  </a:lnTo>
                  <a:lnTo>
                    <a:pt x="5594" y="7386"/>
                  </a:lnTo>
                  <a:cubicBezTo>
                    <a:pt x="7630" y="7386"/>
                    <a:pt x="9302" y="5745"/>
                    <a:pt x="9302" y="3678"/>
                  </a:cubicBezTo>
                  <a:cubicBezTo>
                    <a:pt x="9302" y="2675"/>
                    <a:pt x="8876" y="1733"/>
                    <a:pt x="8208" y="1064"/>
                  </a:cubicBezTo>
                  <a:cubicBezTo>
                    <a:pt x="7539" y="395"/>
                    <a:pt x="6627" y="0"/>
                    <a:pt x="55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9"/>
            <p:cNvSpPr/>
            <p:nvPr/>
          </p:nvSpPr>
          <p:spPr>
            <a:xfrm>
              <a:off x="2105477" y="2016865"/>
              <a:ext cx="158347" cy="158347"/>
            </a:xfrm>
            <a:custGeom>
              <a:avLst/>
              <a:gdLst/>
              <a:ahLst/>
              <a:cxnLst/>
              <a:rect l="l" t="t" r="r" b="b"/>
              <a:pathLst>
                <a:path w="3588" h="3588" extrusionOk="0">
                  <a:moveTo>
                    <a:pt x="1794" y="1"/>
                  </a:moveTo>
                  <a:cubicBezTo>
                    <a:pt x="1308" y="1"/>
                    <a:pt x="852" y="214"/>
                    <a:pt x="548" y="517"/>
                  </a:cubicBezTo>
                  <a:cubicBezTo>
                    <a:pt x="213" y="852"/>
                    <a:pt x="1" y="1308"/>
                    <a:pt x="1" y="1794"/>
                  </a:cubicBezTo>
                  <a:cubicBezTo>
                    <a:pt x="1" y="2797"/>
                    <a:pt x="791" y="3587"/>
                    <a:pt x="1794" y="3587"/>
                  </a:cubicBezTo>
                  <a:cubicBezTo>
                    <a:pt x="2280" y="3587"/>
                    <a:pt x="2736" y="3405"/>
                    <a:pt x="3071" y="3071"/>
                  </a:cubicBezTo>
                  <a:cubicBezTo>
                    <a:pt x="3405" y="2736"/>
                    <a:pt x="3587" y="2280"/>
                    <a:pt x="3587" y="1794"/>
                  </a:cubicBezTo>
                  <a:cubicBezTo>
                    <a:pt x="3587" y="821"/>
                    <a:pt x="2767" y="1"/>
                    <a:pt x="17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9"/>
            <p:cNvSpPr/>
            <p:nvPr/>
          </p:nvSpPr>
          <p:spPr>
            <a:xfrm>
              <a:off x="1935128" y="2055789"/>
              <a:ext cx="123439" cy="517807"/>
            </a:xfrm>
            <a:custGeom>
              <a:avLst/>
              <a:gdLst/>
              <a:ahLst/>
              <a:cxnLst/>
              <a:rect l="l" t="t" r="r" b="b"/>
              <a:pathLst>
                <a:path w="2797" h="11733" extrusionOk="0">
                  <a:moveTo>
                    <a:pt x="2797" y="0"/>
                  </a:moveTo>
                  <a:lnTo>
                    <a:pt x="1915" y="3435"/>
                  </a:lnTo>
                  <a:lnTo>
                    <a:pt x="1672" y="4438"/>
                  </a:lnTo>
                  <a:lnTo>
                    <a:pt x="244" y="10000"/>
                  </a:lnTo>
                  <a:cubicBezTo>
                    <a:pt x="0" y="10882"/>
                    <a:pt x="669" y="11733"/>
                    <a:pt x="1581" y="11733"/>
                  </a:cubicBezTo>
                  <a:lnTo>
                    <a:pt x="2797" y="11733"/>
                  </a:lnTo>
                  <a:lnTo>
                    <a:pt x="279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9"/>
            <p:cNvSpPr/>
            <p:nvPr/>
          </p:nvSpPr>
          <p:spPr>
            <a:xfrm>
              <a:off x="2058521" y="2234304"/>
              <a:ext cx="1082614" cy="1073082"/>
            </a:xfrm>
            <a:custGeom>
              <a:avLst/>
              <a:gdLst/>
              <a:ahLst/>
              <a:cxnLst/>
              <a:rect l="l" t="t" r="r" b="b"/>
              <a:pathLst>
                <a:path w="24531" h="24315" extrusionOk="0">
                  <a:moveTo>
                    <a:pt x="12913" y="1"/>
                  </a:moveTo>
                  <a:cubicBezTo>
                    <a:pt x="12254" y="1"/>
                    <a:pt x="11605" y="66"/>
                    <a:pt x="10974" y="211"/>
                  </a:cubicBezTo>
                  <a:cubicBezTo>
                    <a:pt x="10974" y="211"/>
                    <a:pt x="11065" y="3159"/>
                    <a:pt x="12311" y="6138"/>
                  </a:cubicBezTo>
                  <a:cubicBezTo>
                    <a:pt x="15077" y="12825"/>
                    <a:pt x="10974" y="20363"/>
                    <a:pt x="3891" y="21761"/>
                  </a:cubicBezTo>
                  <a:cubicBezTo>
                    <a:pt x="2706" y="22004"/>
                    <a:pt x="1399" y="22156"/>
                    <a:pt x="1" y="22217"/>
                  </a:cubicBezTo>
                  <a:lnTo>
                    <a:pt x="1" y="23615"/>
                  </a:lnTo>
                  <a:cubicBezTo>
                    <a:pt x="1" y="24010"/>
                    <a:pt x="305" y="24314"/>
                    <a:pt x="700" y="24314"/>
                  </a:cubicBezTo>
                  <a:lnTo>
                    <a:pt x="730" y="24314"/>
                  </a:lnTo>
                  <a:cubicBezTo>
                    <a:pt x="8846" y="24132"/>
                    <a:pt x="16384" y="20120"/>
                    <a:pt x="21278" y="13615"/>
                  </a:cubicBezTo>
                  <a:lnTo>
                    <a:pt x="24530" y="9329"/>
                  </a:lnTo>
                  <a:cubicBezTo>
                    <a:pt x="20488" y="7232"/>
                    <a:pt x="17235" y="4101"/>
                    <a:pt x="15533" y="302"/>
                  </a:cubicBezTo>
                  <a:cubicBezTo>
                    <a:pt x="14654" y="112"/>
                    <a:pt x="13775" y="1"/>
                    <a:pt x="129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9"/>
            <p:cNvSpPr/>
            <p:nvPr/>
          </p:nvSpPr>
          <p:spPr>
            <a:xfrm>
              <a:off x="3010936" y="1020184"/>
              <a:ext cx="83234" cy="913587"/>
            </a:xfrm>
            <a:custGeom>
              <a:avLst/>
              <a:gdLst/>
              <a:ahLst/>
              <a:cxnLst/>
              <a:rect l="l" t="t" r="r" b="b"/>
              <a:pathLst>
                <a:path w="1886" h="20701" extrusionOk="0">
                  <a:moveTo>
                    <a:pt x="1" y="1"/>
                  </a:moveTo>
                  <a:lnTo>
                    <a:pt x="1" y="20700"/>
                  </a:lnTo>
                  <a:lnTo>
                    <a:pt x="1885" y="20609"/>
                  </a:lnTo>
                  <a:lnTo>
                    <a:pt x="18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9"/>
            <p:cNvSpPr/>
            <p:nvPr/>
          </p:nvSpPr>
          <p:spPr>
            <a:xfrm>
              <a:off x="3010936" y="1513935"/>
              <a:ext cx="83234" cy="167615"/>
            </a:xfrm>
            <a:custGeom>
              <a:avLst/>
              <a:gdLst/>
              <a:ahLst/>
              <a:cxnLst/>
              <a:rect l="l" t="t" r="r" b="b"/>
              <a:pathLst>
                <a:path w="1886" h="3798" extrusionOk="0">
                  <a:moveTo>
                    <a:pt x="750" y="1"/>
                  </a:moveTo>
                  <a:cubicBezTo>
                    <a:pt x="515" y="1"/>
                    <a:pt x="263" y="17"/>
                    <a:pt x="1" y="59"/>
                  </a:cubicBezTo>
                  <a:lnTo>
                    <a:pt x="1" y="3798"/>
                  </a:lnTo>
                  <a:lnTo>
                    <a:pt x="1885" y="3798"/>
                  </a:lnTo>
                  <a:lnTo>
                    <a:pt x="1885" y="120"/>
                  </a:lnTo>
                  <a:cubicBezTo>
                    <a:pt x="1587" y="60"/>
                    <a:pt x="1197" y="1"/>
                    <a:pt x="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9"/>
            <p:cNvSpPr/>
            <p:nvPr/>
          </p:nvSpPr>
          <p:spPr>
            <a:xfrm>
              <a:off x="2532058" y="1621176"/>
              <a:ext cx="1047706" cy="1049030"/>
            </a:xfrm>
            <a:custGeom>
              <a:avLst/>
              <a:gdLst/>
              <a:ahLst/>
              <a:cxnLst/>
              <a:rect l="l" t="t" r="r" b="b"/>
              <a:pathLst>
                <a:path w="23740" h="23770" extrusionOk="0">
                  <a:moveTo>
                    <a:pt x="11885" y="0"/>
                  </a:moveTo>
                  <a:cubicBezTo>
                    <a:pt x="5320" y="0"/>
                    <a:pt x="0" y="5319"/>
                    <a:pt x="0" y="11885"/>
                  </a:cubicBezTo>
                  <a:cubicBezTo>
                    <a:pt x="0" y="18450"/>
                    <a:pt x="5320" y="23769"/>
                    <a:pt x="11885" y="23769"/>
                  </a:cubicBezTo>
                  <a:cubicBezTo>
                    <a:pt x="18451" y="23769"/>
                    <a:pt x="23740" y="18450"/>
                    <a:pt x="23740" y="11885"/>
                  </a:cubicBezTo>
                  <a:cubicBezTo>
                    <a:pt x="23740" y="5319"/>
                    <a:pt x="18451" y="0"/>
                    <a:pt x="1188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9"/>
            <p:cNvSpPr/>
            <p:nvPr/>
          </p:nvSpPr>
          <p:spPr>
            <a:xfrm>
              <a:off x="2784229" y="1873347"/>
              <a:ext cx="544683" cy="544683"/>
            </a:xfrm>
            <a:custGeom>
              <a:avLst/>
              <a:gdLst/>
              <a:ahLst/>
              <a:cxnLst/>
              <a:rect l="l" t="t" r="r" b="b"/>
              <a:pathLst>
                <a:path w="12342" h="12342" extrusionOk="0">
                  <a:moveTo>
                    <a:pt x="6171" y="0"/>
                  </a:moveTo>
                  <a:cubicBezTo>
                    <a:pt x="2767" y="0"/>
                    <a:pt x="1" y="2766"/>
                    <a:pt x="1" y="6171"/>
                  </a:cubicBezTo>
                  <a:cubicBezTo>
                    <a:pt x="1" y="9575"/>
                    <a:pt x="2767" y="12341"/>
                    <a:pt x="6171" y="12341"/>
                  </a:cubicBezTo>
                  <a:cubicBezTo>
                    <a:pt x="9576" y="12341"/>
                    <a:pt x="12342" y="9575"/>
                    <a:pt x="12342" y="6171"/>
                  </a:cubicBezTo>
                  <a:cubicBezTo>
                    <a:pt x="12342" y="2766"/>
                    <a:pt x="9576" y="0"/>
                    <a:pt x="61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9"/>
            <p:cNvSpPr/>
            <p:nvPr/>
          </p:nvSpPr>
          <p:spPr>
            <a:xfrm>
              <a:off x="2953255" y="902175"/>
              <a:ext cx="187872" cy="187828"/>
            </a:xfrm>
            <a:custGeom>
              <a:avLst/>
              <a:gdLst/>
              <a:ahLst/>
              <a:cxnLst/>
              <a:rect l="l" t="t" r="r" b="b"/>
              <a:pathLst>
                <a:path w="4257" h="4256" extrusionOk="0">
                  <a:moveTo>
                    <a:pt x="2128" y="0"/>
                  </a:moveTo>
                  <a:cubicBezTo>
                    <a:pt x="943" y="0"/>
                    <a:pt x="1" y="973"/>
                    <a:pt x="1" y="2128"/>
                  </a:cubicBezTo>
                  <a:cubicBezTo>
                    <a:pt x="1" y="3313"/>
                    <a:pt x="943" y="4255"/>
                    <a:pt x="2128" y="4255"/>
                  </a:cubicBezTo>
                  <a:cubicBezTo>
                    <a:pt x="3283" y="4255"/>
                    <a:pt x="4256" y="3313"/>
                    <a:pt x="4256" y="2128"/>
                  </a:cubicBezTo>
                  <a:cubicBezTo>
                    <a:pt x="4256" y="973"/>
                    <a:pt x="3283" y="0"/>
                    <a:pt x="21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9"/>
            <p:cNvSpPr/>
            <p:nvPr/>
          </p:nvSpPr>
          <p:spPr>
            <a:xfrm>
              <a:off x="1849291" y="3760747"/>
              <a:ext cx="2041702" cy="280374"/>
            </a:xfrm>
            <a:custGeom>
              <a:avLst/>
              <a:gdLst/>
              <a:ahLst/>
              <a:cxnLst/>
              <a:rect l="l" t="t" r="r" b="b"/>
              <a:pathLst>
                <a:path w="46263" h="6353" extrusionOk="0">
                  <a:moveTo>
                    <a:pt x="0" y="0"/>
                  </a:moveTo>
                  <a:lnTo>
                    <a:pt x="0" y="3131"/>
                  </a:lnTo>
                  <a:cubicBezTo>
                    <a:pt x="0" y="3739"/>
                    <a:pt x="426" y="4255"/>
                    <a:pt x="1003" y="4377"/>
                  </a:cubicBezTo>
                  <a:cubicBezTo>
                    <a:pt x="3678" y="4924"/>
                    <a:pt x="11581" y="6353"/>
                    <a:pt x="23526" y="6353"/>
                  </a:cubicBezTo>
                  <a:cubicBezTo>
                    <a:pt x="34530" y="6353"/>
                    <a:pt x="42463" y="4803"/>
                    <a:pt x="45198" y="4195"/>
                  </a:cubicBezTo>
                  <a:cubicBezTo>
                    <a:pt x="45837" y="4043"/>
                    <a:pt x="46262" y="3496"/>
                    <a:pt x="46262" y="2857"/>
                  </a:cubicBezTo>
                  <a:lnTo>
                    <a:pt x="46262" y="30"/>
                  </a:lnTo>
                  <a:lnTo>
                    <a:pt x="4626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9"/>
            <p:cNvSpPr/>
            <p:nvPr/>
          </p:nvSpPr>
          <p:spPr>
            <a:xfrm>
              <a:off x="1849291" y="3661449"/>
              <a:ext cx="2041702" cy="99342"/>
            </a:xfrm>
            <a:custGeom>
              <a:avLst/>
              <a:gdLst/>
              <a:ahLst/>
              <a:cxnLst/>
              <a:rect l="l" t="t" r="r" b="b"/>
              <a:pathLst>
                <a:path w="46263" h="2251" extrusionOk="0">
                  <a:moveTo>
                    <a:pt x="23131" y="1"/>
                  </a:moveTo>
                  <a:cubicBezTo>
                    <a:pt x="10365" y="1"/>
                    <a:pt x="0" y="1034"/>
                    <a:pt x="0" y="2250"/>
                  </a:cubicBezTo>
                  <a:lnTo>
                    <a:pt x="46262" y="2250"/>
                  </a:lnTo>
                  <a:cubicBezTo>
                    <a:pt x="46262" y="1034"/>
                    <a:pt x="35897" y="1"/>
                    <a:pt x="23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9"/>
            <p:cNvSpPr/>
            <p:nvPr/>
          </p:nvSpPr>
          <p:spPr>
            <a:xfrm>
              <a:off x="1849291" y="3762071"/>
              <a:ext cx="2041702" cy="99298"/>
            </a:xfrm>
            <a:custGeom>
              <a:avLst/>
              <a:gdLst/>
              <a:ahLst/>
              <a:cxnLst/>
              <a:rect l="l" t="t" r="r" b="b"/>
              <a:pathLst>
                <a:path w="46263" h="2250" extrusionOk="0">
                  <a:moveTo>
                    <a:pt x="0" y="0"/>
                  </a:moveTo>
                  <a:cubicBezTo>
                    <a:pt x="0" y="1216"/>
                    <a:pt x="10365" y="2250"/>
                    <a:pt x="23131" y="2250"/>
                  </a:cubicBezTo>
                  <a:cubicBezTo>
                    <a:pt x="35897" y="2250"/>
                    <a:pt x="46262" y="1216"/>
                    <a:pt x="462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9"/>
            <p:cNvSpPr/>
            <p:nvPr/>
          </p:nvSpPr>
          <p:spPr>
            <a:xfrm>
              <a:off x="2171234" y="3717806"/>
              <a:ext cx="1399133" cy="65757"/>
            </a:xfrm>
            <a:custGeom>
              <a:avLst/>
              <a:gdLst/>
              <a:ahLst/>
              <a:cxnLst/>
              <a:rect l="l" t="t" r="r" b="b"/>
              <a:pathLst>
                <a:path w="31703" h="1490" extrusionOk="0">
                  <a:moveTo>
                    <a:pt x="15836" y="0"/>
                  </a:moveTo>
                  <a:cubicBezTo>
                    <a:pt x="7082" y="0"/>
                    <a:pt x="0" y="456"/>
                    <a:pt x="0" y="973"/>
                  </a:cubicBezTo>
                  <a:cubicBezTo>
                    <a:pt x="0" y="1155"/>
                    <a:pt x="699" y="1307"/>
                    <a:pt x="1915" y="1459"/>
                  </a:cubicBezTo>
                  <a:cubicBezTo>
                    <a:pt x="4711" y="1186"/>
                    <a:pt x="9727" y="1003"/>
                    <a:pt x="15441" y="973"/>
                  </a:cubicBezTo>
                  <a:cubicBezTo>
                    <a:pt x="21459" y="973"/>
                    <a:pt x="26687" y="1186"/>
                    <a:pt x="29362" y="1490"/>
                  </a:cubicBezTo>
                  <a:cubicBezTo>
                    <a:pt x="30852" y="1338"/>
                    <a:pt x="31703" y="1186"/>
                    <a:pt x="31703" y="973"/>
                  </a:cubicBezTo>
                  <a:cubicBezTo>
                    <a:pt x="31703" y="456"/>
                    <a:pt x="24590" y="0"/>
                    <a:pt x="158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9"/>
            <p:cNvSpPr/>
            <p:nvPr/>
          </p:nvSpPr>
          <p:spPr>
            <a:xfrm>
              <a:off x="2255703" y="3760747"/>
              <a:ext cx="1211393" cy="44309"/>
            </a:xfrm>
            <a:custGeom>
              <a:avLst/>
              <a:gdLst/>
              <a:ahLst/>
              <a:cxnLst/>
              <a:rect l="l" t="t" r="r" b="b"/>
              <a:pathLst>
                <a:path w="27449" h="1004" extrusionOk="0">
                  <a:moveTo>
                    <a:pt x="13527" y="0"/>
                  </a:moveTo>
                  <a:cubicBezTo>
                    <a:pt x="7813" y="0"/>
                    <a:pt x="2797" y="213"/>
                    <a:pt x="1" y="486"/>
                  </a:cubicBezTo>
                  <a:cubicBezTo>
                    <a:pt x="2706" y="790"/>
                    <a:pt x="7934" y="1003"/>
                    <a:pt x="13922" y="1003"/>
                  </a:cubicBezTo>
                  <a:cubicBezTo>
                    <a:pt x="19637" y="1003"/>
                    <a:pt x="24682" y="821"/>
                    <a:pt x="27448" y="517"/>
                  </a:cubicBezTo>
                  <a:cubicBezTo>
                    <a:pt x="24773" y="213"/>
                    <a:pt x="19545" y="0"/>
                    <a:pt x="135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9"/>
            <p:cNvSpPr/>
            <p:nvPr/>
          </p:nvSpPr>
          <p:spPr>
            <a:xfrm>
              <a:off x="723834" y="3344889"/>
              <a:ext cx="1054414" cy="594288"/>
            </a:xfrm>
            <a:custGeom>
              <a:avLst/>
              <a:gdLst/>
              <a:ahLst/>
              <a:cxnLst/>
              <a:rect l="l" t="t" r="r" b="b"/>
              <a:pathLst>
                <a:path w="23892" h="13466" extrusionOk="0">
                  <a:moveTo>
                    <a:pt x="15745" y="0"/>
                  </a:moveTo>
                  <a:lnTo>
                    <a:pt x="7538" y="912"/>
                  </a:lnTo>
                  <a:cubicBezTo>
                    <a:pt x="7538" y="912"/>
                    <a:pt x="10973" y="5684"/>
                    <a:pt x="15927" y="8724"/>
                  </a:cubicBezTo>
                  <a:cubicBezTo>
                    <a:pt x="15927" y="8724"/>
                    <a:pt x="14901" y="8535"/>
                    <a:pt x="13343" y="8535"/>
                  </a:cubicBezTo>
                  <a:cubicBezTo>
                    <a:pt x="12564" y="8535"/>
                    <a:pt x="11652" y="8582"/>
                    <a:pt x="10669" y="8724"/>
                  </a:cubicBezTo>
                  <a:cubicBezTo>
                    <a:pt x="7721" y="9149"/>
                    <a:pt x="243" y="10852"/>
                    <a:pt x="243" y="10852"/>
                  </a:cubicBezTo>
                  <a:lnTo>
                    <a:pt x="0" y="13131"/>
                  </a:lnTo>
                  <a:lnTo>
                    <a:pt x="21490" y="13466"/>
                  </a:lnTo>
                  <a:cubicBezTo>
                    <a:pt x="22949" y="13466"/>
                    <a:pt x="23891" y="11976"/>
                    <a:pt x="23253" y="10669"/>
                  </a:cubicBezTo>
                  <a:cubicBezTo>
                    <a:pt x="21703" y="7387"/>
                    <a:pt x="17903" y="1672"/>
                    <a:pt x="157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9"/>
            <p:cNvSpPr/>
            <p:nvPr/>
          </p:nvSpPr>
          <p:spPr>
            <a:xfrm>
              <a:off x="574932" y="3821075"/>
              <a:ext cx="151595" cy="106050"/>
            </a:xfrm>
            <a:custGeom>
              <a:avLst/>
              <a:gdLst/>
              <a:ahLst/>
              <a:cxnLst/>
              <a:rect l="l" t="t" r="r" b="b"/>
              <a:pathLst>
                <a:path w="3435" h="2403" extrusionOk="0">
                  <a:moveTo>
                    <a:pt x="3435" y="1"/>
                  </a:moveTo>
                  <a:lnTo>
                    <a:pt x="1672" y="305"/>
                  </a:lnTo>
                  <a:cubicBezTo>
                    <a:pt x="1672" y="305"/>
                    <a:pt x="851" y="1429"/>
                    <a:pt x="0" y="2402"/>
                  </a:cubicBezTo>
                  <a:lnTo>
                    <a:pt x="3313" y="2007"/>
                  </a:lnTo>
                  <a:lnTo>
                    <a:pt x="3435" y="1"/>
                  </a:lnTo>
                  <a:close/>
                </a:path>
              </a:pathLst>
            </a:custGeom>
            <a:solidFill>
              <a:srgbClr val="F023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9"/>
            <p:cNvSpPr/>
            <p:nvPr/>
          </p:nvSpPr>
          <p:spPr>
            <a:xfrm>
              <a:off x="694310" y="3800289"/>
              <a:ext cx="71142" cy="136369"/>
            </a:xfrm>
            <a:custGeom>
              <a:avLst/>
              <a:gdLst/>
              <a:ahLst/>
              <a:cxnLst/>
              <a:rect l="l" t="t" r="r" b="b"/>
              <a:pathLst>
                <a:path w="1612" h="3090" extrusionOk="0">
                  <a:moveTo>
                    <a:pt x="893" y="1"/>
                  </a:moveTo>
                  <a:cubicBezTo>
                    <a:pt x="654" y="1"/>
                    <a:pt x="411" y="31"/>
                    <a:pt x="152" y="107"/>
                  </a:cubicBezTo>
                  <a:lnTo>
                    <a:pt x="0" y="2964"/>
                  </a:lnTo>
                  <a:cubicBezTo>
                    <a:pt x="233" y="3051"/>
                    <a:pt x="458" y="3090"/>
                    <a:pt x="686" y="3090"/>
                  </a:cubicBezTo>
                  <a:cubicBezTo>
                    <a:pt x="936" y="3090"/>
                    <a:pt x="1189" y="3044"/>
                    <a:pt x="1459" y="2964"/>
                  </a:cubicBezTo>
                  <a:lnTo>
                    <a:pt x="1611" y="77"/>
                  </a:lnTo>
                  <a:cubicBezTo>
                    <a:pt x="1368" y="31"/>
                    <a:pt x="1133" y="1"/>
                    <a:pt x="893" y="1"/>
                  </a:cubicBezTo>
                  <a:close/>
                </a:path>
              </a:pathLst>
            </a:custGeom>
            <a:solidFill>
              <a:srgbClr val="1C44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9"/>
            <p:cNvSpPr/>
            <p:nvPr/>
          </p:nvSpPr>
          <p:spPr>
            <a:xfrm>
              <a:off x="309301" y="3727206"/>
              <a:ext cx="378348" cy="255483"/>
            </a:xfrm>
            <a:custGeom>
              <a:avLst/>
              <a:gdLst/>
              <a:ahLst/>
              <a:cxnLst/>
              <a:rect l="l" t="t" r="r" b="b"/>
              <a:pathLst>
                <a:path w="8573" h="5789" extrusionOk="0">
                  <a:moveTo>
                    <a:pt x="6475" y="0"/>
                  </a:moveTo>
                  <a:cubicBezTo>
                    <a:pt x="6475" y="0"/>
                    <a:pt x="1" y="4590"/>
                    <a:pt x="92" y="4985"/>
                  </a:cubicBezTo>
                  <a:cubicBezTo>
                    <a:pt x="161" y="5308"/>
                    <a:pt x="353" y="5789"/>
                    <a:pt x="840" y="5789"/>
                  </a:cubicBezTo>
                  <a:cubicBezTo>
                    <a:pt x="995" y="5789"/>
                    <a:pt x="1179" y="5740"/>
                    <a:pt x="1399" y="5623"/>
                  </a:cubicBezTo>
                  <a:cubicBezTo>
                    <a:pt x="1764" y="5441"/>
                    <a:pt x="2493" y="5319"/>
                    <a:pt x="3314" y="5228"/>
                  </a:cubicBezTo>
                  <a:cubicBezTo>
                    <a:pt x="3436" y="5228"/>
                    <a:pt x="3588" y="5198"/>
                    <a:pt x="3709" y="5198"/>
                  </a:cubicBezTo>
                  <a:cubicBezTo>
                    <a:pt x="3770" y="5198"/>
                    <a:pt x="3831" y="5167"/>
                    <a:pt x="3891" y="5167"/>
                  </a:cubicBezTo>
                  <a:cubicBezTo>
                    <a:pt x="4043" y="5167"/>
                    <a:pt x="4195" y="5137"/>
                    <a:pt x="4347" y="5137"/>
                  </a:cubicBezTo>
                  <a:cubicBezTo>
                    <a:pt x="4439" y="5137"/>
                    <a:pt x="4530" y="5107"/>
                    <a:pt x="4591" y="5107"/>
                  </a:cubicBezTo>
                  <a:cubicBezTo>
                    <a:pt x="4743" y="5107"/>
                    <a:pt x="4864" y="5076"/>
                    <a:pt x="4986" y="5076"/>
                  </a:cubicBezTo>
                  <a:cubicBezTo>
                    <a:pt x="5715" y="5015"/>
                    <a:pt x="6323" y="4955"/>
                    <a:pt x="6414" y="4863"/>
                  </a:cubicBezTo>
                  <a:cubicBezTo>
                    <a:pt x="6749" y="4651"/>
                    <a:pt x="6718" y="3860"/>
                    <a:pt x="6718" y="3860"/>
                  </a:cubicBezTo>
                  <a:cubicBezTo>
                    <a:pt x="7509" y="2462"/>
                    <a:pt x="8572" y="2493"/>
                    <a:pt x="8329" y="2128"/>
                  </a:cubicBezTo>
                  <a:cubicBezTo>
                    <a:pt x="7904" y="1490"/>
                    <a:pt x="6475" y="0"/>
                    <a:pt x="64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9"/>
            <p:cNvSpPr/>
            <p:nvPr/>
          </p:nvSpPr>
          <p:spPr>
            <a:xfrm>
              <a:off x="481019" y="3893540"/>
              <a:ext cx="32217" cy="65713"/>
            </a:xfrm>
            <a:custGeom>
              <a:avLst/>
              <a:gdLst/>
              <a:ahLst/>
              <a:cxnLst/>
              <a:rect l="l" t="t" r="r" b="b"/>
              <a:pathLst>
                <a:path w="730" h="1489" extrusionOk="0">
                  <a:moveTo>
                    <a:pt x="456" y="0"/>
                  </a:moveTo>
                  <a:cubicBezTo>
                    <a:pt x="426" y="0"/>
                    <a:pt x="396" y="31"/>
                    <a:pt x="365" y="61"/>
                  </a:cubicBezTo>
                  <a:cubicBezTo>
                    <a:pt x="365" y="91"/>
                    <a:pt x="335" y="122"/>
                    <a:pt x="365" y="152"/>
                  </a:cubicBezTo>
                  <a:cubicBezTo>
                    <a:pt x="365" y="152"/>
                    <a:pt x="426" y="730"/>
                    <a:pt x="274" y="1064"/>
                  </a:cubicBezTo>
                  <a:cubicBezTo>
                    <a:pt x="213" y="1246"/>
                    <a:pt x="92" y="1338"/>
                    <a:pt x="0" y="1398"/>
                  </a:cubicBezTo>
                  <a:cubicBezTo>
                    <a:pt x="39" y="1462"/>
                    <a:pt x="93" y="1489"/>
                    <a:pt x="157" y="1489"/>
                  </a:cubicBezTo>
                  <a:cubicBezTo>
                    <a:pt x="245" y="1489"/>
                    <a:pt x="351" y="1438"/>
                    <a:pt x="456" y="1368"/>
                  </a:cubicBezTo>
                  <a:cubicBezTo>
                    <a:pt x="487" y="1307"/>
                    <a:pt x="517" y="1246"/>
                    <a:pt x="548" y="1186"/>
                  </a:cubicBezTo>
                  <a:cubicBezTo>
                    <a:pt x="730" y="760"/>
                    <a:pt x="639" y="152"/>
                    <a:pt x="639" y="122"/>
                  </a:cubicBezTo>
                  <a:cubicBezTo>
                    <a:pt x="608" y="31"/>
                    <a:pt x="548" y="0"/>
                    <a:pt x="4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9"/>
            <p:cNvSpPr/>
            <p:nvPr/>
          </p:nvSpPr>
          <p:spPr>
            <a:xfrm>
              <a:off x="511868" y="3894864"/>
              <a:ext cx="26877" cy="60947"/>
            </a:xfrm>
            <a:custGeom>
              <a:avLst/>
              <a:gdLst/>
              <a:ahLst/>
              <a:cxnLst/>
              <a:rect l="l" t="t" r="r" b="b"/>
              <a:pathLst>
                <a:path w="609" h="1381" extrusionOk="0">
                  <a:moveTo>
                    <a:pt x="365" y="1"/>
                  </a:moveTo>
                  <a:cubicBezTo>
                    <a:pt x="305" y="31"/>
                    <a:pt x="274" y="31"/>
                    <a:pt x="244" y="61"/>
                  </a:cubicBezTo>
                  <a:cubicBezTo>
                    <a:pt x="244" y="92"/>
                    <a:pt x="213" y="122"/>
                    <a:pt x="244" y="183"/>
                  </a:cubicBezTo>
                  <a:cubicBezTo>
                    <a:pt x="244" y="183"/>
                    <a:pt x="335" y="730"/>
                    <a:pt x="153" y="1064"/>
                  </a:cubicBezTo>
                  <a:cubicBezTo>
                    <a:pt x="122" y="1186"/>
                    <a:pt x="61" y="1247"/>
                    <a:pt x="1" y="1308"/>
                  </a:cubicBezTo>
                  <a:cubicBezTo>
                    <a:pt x="54" y="1361"/>
                    <a:pt x="105" y="1381"/>
                    <a:pt x="152" y="1381"/>
                  </a:cubicBezTo>
                  <a:cubicBezTo>
                    <a:pt x="239" y="1381"/>
                    <a:pt x="317" y="1316"/>
                    <a:pt x="396" y="1277"/>
                  </a:cubicBezTo>
                  <a:cubicBezTo>
                    <a:pt x="396" y="1247"/>
                    <a:pt x="426" y="1216"/>
                    <a:pt x="426" y="1186"/>
                  </a:cubicBezTo>
                  <a:cubicBezTo>
                    <a:pt x="608" y="760"/>
                    <a:pt x="517" y="153"/>
                    <a:pt x="517" y="122"/>
                  </a:cubicBezTo>
                  <a:cubicBezTo>
                    <a:pt x="517" y="61"/>
                    <a:pt x="426" y="1"/>
                    <a:pt x="3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9"/>
            <p:cNvSpPr/>
            <p:nvPr/>
          </p:nvSpPr>
          <p:spPr>
            <a:xfrm>
              <a:off x="455511" y="3897556"/>
              <a:ext cx="29569" cy="64831"/>
            </a:xfrm>
            <a:custGeom>
              <a:avLst/>
              <a:gdLst/>
              <a:ahLst/>
              <a:cxnLst/>
              <a:rect l="l" t="t" r="r" b="b"/>
              <a:pathLst>
                <a:path w="670" h="1469" extrusionOk="0">
                  <a:moveTo>
                    <a:pt x="396" y="0"/>
                  </a:moveTo>
                  <a:cubicBezTo>
                    <a:pt x="366" y="31"/>
                    <a:pt x="335" y="31"/>
                    <a:pt x="305" y="61"/>
                  </a:cubicBezTo>
                  <a:cubicBezTo>
                    <a:pt x="275" y="92"/>
                    <a:pt x="275" y="152"/>
                    <a:pt x="275" y="183"/>
                  </a:cubicBezTo>
                  <a:cubicBezTo>
                    <a:pt x="275" y="183"/>
                    <a:pt x="366" y="730"/>
                    <a:pt x="214" y="1095"/>
                  </a:cubicBezTo>
                  <a:cubicBezTo>
                    <a:pt x="153" y="1216"/>
                    <a:pt x="62" y="1307"/>
                    <a:pt x="1" y="1368"/>
                  </a:cubicBezTo>
                  <a:cubicBezTo>
                    <a:pt x="42" y="1437"/>
                    <a:pt x="95" y="1468"/>
                    <a:pt x="156" y="1468"/>
                  </a:cubicBezTo>
                  <a:cubicBezTo>
                    <a:pt x="229" y="1468"/>
                    <a:pt x="313" y="1421"/>
                    <a:pt x="396" y="1338"/>
                  </a:cubicBezTo>
                  <a:cubicBezTo>
                    <a:pt x="426" y="1277"/>
                    <a:pt x="457" y="1247"/>
                    <a:pt x="487" y="1186"/>
                  </a:cubicBezTo>
                  <a:cubicBezTo>
                    <a:pt x="670" y="760"/>
                    <a:pt x="578" y="152"/>
                    <a:pt x="548" y="122"/>
                  </a:cubicBezTo>
                  <a:cubicBezTo>
                    <a:pt x="548" y="61"/>
                    <a:pt x="487" y="0"/>
                    <a:pt x="3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9"/>
            <p:cNvSpPr/>
            <p:nvPr/>
          </p:nvSpPr>
          <p:spPr>
            <a:xfrm>
              <a:off x="859320" y="3352921"/>
              <a:ext cx="1150755" cy="616796"/>
            </a:xfrm>
            <a:custGeom>
              <a:avLst/>
              <a:gdLst/>
              <a:ahLst/>
              <a:cxnLst/>
              <a:rect l="l" t="t" r="r" b="b"/>
              <a:pathLst>
                <a:path w="26075" h="13976" extrusionOk="0">
                  <a:moveTo>
                    <a:pt x="17934" y="1"/>
                  </a:moveTo>
                  <a:lnTo>
                    <a:pt x="6049" y="882"/>
                  </a:lnTo>
                  <a:cubicBezTo>
                    <a:pt x="6049" y="882"/>
                    <a:pt x="13617" y="6627"/>
                    <a:pt x="19210" y="8967"/>
                  </a:cubicBezTo>
                  <a:cubicBezTo>
                    <a:pt x="19210" y="8967"/>
                    <a:pt x="17257" y="8570"/>
                    <a:pt x="15045" y="8570"/>
                  </a:cubicBezTo>
                  <a:cubicBezTo>
                    <a:pt x="14324" y="8570"/>
                    <a:pt x="13575" y="8612"/>
                    <a:pt x="12857" y="8724"/>
                  </a:cubicBezTo>
                  <a:cubicBezTo>
                    <a:pt x="9909" y="9150"/>
                    <a:pt x="395" y="10761"/>
                    <a:pt x="395" y="10761"/>
                  </a:cubicBezTo>
                  <a:lnTo>
                    <a:pt x="0" y="13162"/>
                  </a:lnTo>
                  <a:cubicBezTo>
                    <a:pt x="6222" y="13728"/>
                    <a:pt x="12415" y="13976"/>
                    <a:pt x="17673" y="13976"/>
                  </a:cubicBezTo>
                  <a:cubicBezTo>
                    <a:pt x="20045" y="13976"/>
                    <a:pt x="22226" y="13925"/>
                    <a:pt x="24134" y="13831"/>
                  </a:cubicBezTo>
                  <a:cubicBezTo>
                    <a:pt x="24146" y="13831"/>
                    <a:pt x="24157" y="13831"/>
                    <a:pt x="24168" y="13831"/>
                  </a:cubicBezTo>
                  <a:cubicBezTo>
                    <a:pt x="25601" y="13831"/>
                    <a:pt x="26075" y="11936"/>
                    <a:pt x="25441" y="10639"/>
                  </a:cubicBezTo>
                  <a:cubicBezTo>
                    <a:pt x="23861" y="7387"/>
                    <a:pt x="20092" y="1642"/>
                    <a:pt x="17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9"/>
            <p:cNvSpPr/>
            <p:nvPr/>
          </p:nvSpPr>
          <p:spPr>
            <a:xfrm>
              <a:off x="723834" y="3843892"/>
              <a:ext cx="160995" cy="93958"/>
            </a:xfrm>
            <a:custGeom>
              <a:avLst/>
              <a:gdLst/>
              <a:ahLst/>
              <a:cxnLst/>
              <a:rect l="l" t="t" r="r" b="b"/>
              <a:pathLst>
                <a:path w="3648" h="2129" extrusionOk="0">
                  <a:moveTo>
                    <a:pt x="3648" y="1"/>
                  </a:moveTo>
                  <a:lnTo>
                    <a:pt x="1824" y="183"/>
                  </a:lnTo>
                  <a:cubicBezTo>
                    <a:pt x="1824" y="183"/>
                    <a:pt x="942" y="1216"/>
                    <a:pt x="0" y="2128"/>
                  </a:cubicBezTo>
                  <a:lnTo>
                    <a:pt x="3344" y="1976"/>
                  </a:lnTo>
                  <a:lnTo>
                    <a:pt x="3648" y="1"/>
                  </a:lnTo>
                  <a:close/>
                </a:path>
              </a:pathLst>
            </a:custGeom>
            <a:solidFill>
              <a:srgbClr val="FF79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9"/>
            <p:cNvSpPr/>
            <p:nvPr/>
          </p:nvSpPr>
          <p:spPr>
            <a:xfrm>
              <a:off x="843211" y="3813043"/>
              <a:ext cx="81866" cy="147800"/>
            </a:xfrm>
            <a:custGeom>
              <a:avLst/>
              <a:gdLst/>
              <a:ahLst/>
              <a:cxnLst/>
              <a:rect l="l" t="t" r="r" b="b"/>
              <a:pathLst>
                <a:path w="1855" h="3349" extrusionOk="0">
                  <a:moveTo>
                    <a:pt x="902" y="0"/>
                  </a:moveTo>
                  <a:cubicBezTo>
                    <a:pt x="737" y="0"/>
                    <a:pt x="568" y="11"/>
                    <a:pt x="395" y="31"/>
                  </a:cubicBezTo>
                  <a:lnTo>
                    <a:pt x="0" y="3101"/>
                  </a:lnTo>
                  <a:cubicBezTo>
                    <a:pt x="360" y="3258"/>
                    <a:pt x="719" y="3349"/>
                    <a:pt x="1090" y="3349"/>
                  </a:cubicBezTo>
                  <a:cubicBezTo>
                    <a:pt x="1222" y="3349"/>
                    <a:pt x="1355" y="3337"/>
                    <a:pt x="1490" y="3314"/>
                  </a:cubicBezTo>
                  <a:lnTo>
                    <a:pt x="1854" y="122"/>
                  </a:lnTo>
                  <a:cubicBezTo>
                    <a:pt x="1550" y="41"/>
                    <a:pt x="1233" y="0"/>
                    <a:pt x="9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9"/>
            <p:cNvSpPr/>
            <p:nvPr/>
          </p:nvSpPr>
          <p:spPr>
            <a:xfrm>
              <a:off x="459571" y="3740622"/>
              <a:ext cx="385012" cy="235094"/>
            </a:xfrm>
            <a:custGeom>
              <a:avLst/>
              <a:gdLst/>
              <a:ahLst/>
              <a:cxnLst/>
              <a:rect l="l" t="t" r="r" b="b"/>
              <a:pathLst>
                <a:path w="8724" h="5327" extrusionOk="0">
                  <a:moveTo>
                    <a:pt x="6809" y="0"/>
                  </a:moveTo>
                  <a:cubicBezTo>
                    <a:pt x="6809" y="0"/>
                    <a:pt x="0" y="4043"/>
                    <a:pt x="61" y="4468"/>
                  </a:cubicBezTo>
                  <a:cubicBezTo>
                    <a:pt x="109" y="4803"/>
                    <a:pt x="270" y="5327"/>
                    <a:pt x="810" y="5327"/>
                  </a:cubicBezTo>
                  <a:cubicBezTo>
                    <a:pt x="957" y="5327"/>
                    <a:pt x="1131" y="5288"/>
                    <a:pt x="1338" y="5198"/>
                  </a:cubicBezTo>
                  <a:cubicBezTo>
                    <a:pt x="1672" y="5046"/>
                    <a:pt x="2432" y="4985"/>
                    <a:pt x="3252" y="4955"/>
                  </a:cubicBezTo>
                  <a:lnTo>
                    <a:pt x="4286" y="4955"/>
                  </a:lnTo>
                  <a:cubicBezTo>
                    <a:pt x="4377" y="4924"/>
                    <a:pt x="4468" y="4924"/>
                    <a:pt x="4559" y="4924"/>
                  </a:cubicBezTo>
                  <a:lnTo>
                    <a:pt x="4924" y="4924"/>
                  </a:lnTo>
                  <a:cubicBezTo>
                    <a:pt x="5654" y="4924"/>
                    <a:pt x="6262" y="4924"/>
                    <a:pt x="6383" y="4833"/>
                  </a:cubicBezTo>
                  <a:cubicBezTo>
                    <a:pt x="6718" y="4651"/>
                    <a:pt x="6748" y="3830"/>
                    <a:pt x="6748" y="3830"/>
                  </a:cubicBezTo>
                  <a:cubicBezTo>
                    <a:pt x="7629" y="2523"/>
                    <a:pt x="8724" y="2645"/>
                    <a:pt x="8511" y="2249"/>
                  </a:cubicBezTo>
                  <a:cubicBezTo>
                    <a:pt x="8116" y="1581"/>
                    <a:pt x="6809" y="0"/>
                    <a:pt x="68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9"/>
            <p:cNvSpPr/>
            <p:nvPr/>
          </p:nvSpPr>
          <p:spPr>
            <a:xfrm>
              <a:off x="628553" y="3898880"/>
              <a:ext cx="34953" cy="64389"/>
            </a:xfrm>
            <a:custGeom>
              <a:avLst/>
              <a:gdLst/>
              <a:ahLst/>
              <a:cxnLst/>
              <a:rect l="l" t="t" r="r" b="b"/>
              <a:pathLst>
                <a:path w="792" h="1459" extrusionOk="0">
                  <a:moveTo>
                    <a:pt x="579" y="1"/>
                  </a:moveTo>
                  <a:cubicBezTo>
                    <a:pt x="548" y="1"/>
                    <a:pt x="518" y="31"/>
                    <a:pt x="487" y="62"/>
                  </a:cubicBezTo>
                  <a:cubicBezTo>
                    <a:pt x="457" y="92"/>
                    <a:pt x="457" y="122"/>
                    <a:pt x="457" y="153"/>
                  </a:cubicBezTo>
                  <a:cubicBezTo>
                    <a:pt x="457" y="153"/>
                    <a:pt x="487" y="730"/>
                    <a:pt x="305" y="1065"/>
                  </a:cubicBezTo>
                  <a:cubicBezTo>
                    <a:pt x="214" y="1217"/>
                    <a:pt x="92" y="1308"/>
                    <a:pt x="1" y="1369"/>
                  </a:cubicBezTo>
                  <a:cubicBezTo>
                    <a:pt x="39" y="1432"/>
                    <a:pt x="94" y="1459"/>
                    <a:pt x="157" y="1459"/>
                  </a:cubicBezTo>
                  <a:cubicBezTo>
                    <a:pt x="245" y="1459"/>
                    <a:pt x="351" y="1409"/>
                    <a:pt x="457" y="1338"/>
                  </a:cubicBezTo>
                  <a:cubicBezTo>
                    <a:pt x="487" y="1308"/>
                    <a:pt x="518" y="1247"/>
                    <a:pt x="548" y="1186"/>
                  </a:cubicBezTo>
                  <a:cubicBezTo>
                    <a:pt x="791" y="761"/>
                    <a:pt x="730" y="153"/>
                    <a:pt x="730" y="122"/>
                  </a:cubicBezTo>
                  <a:cubicBezTo>
                    <a:pt x="730" y="62"/>
                    <a:pt x="670" y="1"/>
                    <a:pt x="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9"/>
            <p:cNvSpPr/>
            <p:nvPr/>
          </p:nvSpPr>
          <p:spPr>
            <a:xfrm>
              <a:off x="660769" y="3902896"/>
              <a:ext cx="28201" cy="59976"/>
            </a:xfrm>
            <a:custGeom>
              <a:avLst/>
              <a:gdLst/>
              <a:ahLst/>
              <a:cxnLst/>
              <a:rect l="l" t="t" r="r" b="b"/>
              <a:pathLst>
                <a:path w="639" h="1359" extrusionOk="0">
                  <a:moveTo>
                    <a:pt x="426" y="1"/>
                  </a:moveTo>
                  <a:cubicBezTo>
                    <a:pt x="396" y="1"/>
                    <a:pt x="365" y="31"/>
                    <a:pt x="335" y="62"/>
                  </a:cubicBezTo>
                  <a:cubicBezTo>
                    <a:pt x="304" y="92"/>
                    <a:pt x="304" y="123"/>
                    <a:pt x="304" y="153"/>
                  </a:cubicBezTo>
                  <a:cubicBezTo>
                    <a:pt x="304" y="153"/>
                    <a:pt x="335" y="700"/>
                    <a:pt x="152" y="1034"/>
                  </a:cubicBezTo>
                  <a:cubicBezTo>
                    <a:pt x="122" y="1156"/>
                    <a:pt x="61" y="1217"/>
                    <a:pt x="0" y="1278"/>
                  </a:cubicBezTo>
                  <a:cubicBezTo>
                    <a:pt x="48" y="1336"/>
                    <a:pt x="95" y="1359"/>
                    <a:pt x="142" y="1359"/>
                  </a:cubicBezTo>
                  <a:cubicBezTo>
                    <a:pt x="216" y="1359"/>
                    <a:pt x="291" y="1303"/>
                    <a:pt x="365" y="1247"/>
                  </a:cubicBezTo>
                  <a:cubicBezTo>
                    <a:pt x="365" y="1217"/>
                    <a:pt x="396" y="1217"/>
                    <a:pt x="396" y="1186"/>
                  </a:cubicBezTo>
                  <a:cubicBezTo>
                    <a:pt x="639" y="761"/>
                    <a:pt x="578" y="153"/>
                    <a:pt x="578" y="123"/>
                  </a:cubicBezTo>
                  <a:cubicBezTo>
                    <a:pt x="578" y="31"/>
                    <a:pt x="517" y="1"/>
                    <a:pt x="4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9"/>
            <p:cNvSpPr/>
            <p:nvPr/>
          </p:nvSpPr>
          <p:spPr>
            <a:xfrm>
              <a:off x="603089" y="3901572"/>
              <a:ext cx="30893" cy="62756"/>
            </a:xfrm>
            <a:custGeom>
              <a:avLst/>
              <a:gdLst/>
              <a:ahLst/>
              <a:cxnLst/>
              <a:rect l="l" t="t" r="r" b="b"/>
              <a:pathLst>
                <a:path w="700" h="1422" extrusionOk="0">
                  <a:moveTo>
                    <a:pt x="487" y="1"/>
                  </a:moveTo>
                  <a:cubicBezTo>
                    <a:pt x="456" y="1"/>
                    <a:pt x="426" y="31"/>
                    <a:pt x="396" y="61"/>
                  </a:cubicBezTo>
                  <a:cubicBezTo>
                    <a:pt x="365" y="61"/>
                    <a:pt x="365" y="122"/>
                    <a:pt x="365" y="153"/>
                  </a:cubicBezTo>
                  <a:cubicBezTo>
                    <a:pt x="365" y="153"/>
                    <a:pt x="426" y="700"/>
                    <a:pt x="244" y="1034"/>
                  </a:cubicBezTo>
                  <a:cubicBezTo>
                    <a:pt x="152" y="1186"/>
                    <a:pt x="92" y="1247"/>
                    <a:pt x="0" y="1308"/>
                  </a:cubicBezTo>
                  <a:cubicBezTo>
                    <a:pt x="46" y="1384"/>
                    <a:pt x="107" y="1422"/>
                    <a:pt x="175" y="1422"/>
                  </a:cubicBezTo>
                  <a:cubicBezTo>
                    <a:pt x="244" y="1422"/>
                    <a:pt x="320" y="1384"/>
                    <a:pt x="396" y="1308"/>
                  </a:cubicBezTo>
                  <a:cubicBezTo>
                    <a:pt x="426" y="1277"/>
                    <a:pt x="456" y="1216"/>
                    <a:pt x="487" y="1186"/>
                  </a:cubicBezTo>
                  <a:cubicBezTo>
                    <a:pt x="700" y="760"/>
                    <a:pt x="639" y="153"/>
                    <a:pt x="639" y="122"/>
                  </a:cubicBezTo>
                  <a:cubicBezTo>
                    <a:pt x="639" y="61"/>
                    <a:pt x="578" y="1"/>
                    <a:pt x="4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9"/>
            <p:cNvSpPr/>
            <p:nvPr/>
          </p:nvSpPr>
          <p:spPr>
            <a:xfrm>
              <a:off x="1422710" y="2298560"/>
              <a:ext cx="572840" cy="347323"/>
            </a:xfrm>
            <a:custGeom>
              <a:avLst/>
              <a:gdLst/>
              <a:ahLst/>
              <a:cxnLst/>
              <a:rect l="l" t="t" r="r" b="b"/>
              <a:pathLst>
                <a:path w="12980" h="7870" extrusionOk="0">
                  <a:moveTo>
                    <a:pt x="12979" y="1"/>
                  </a:moveTo>
                  <a:lnTo>
                    <a:pt x="8663" y="3800"/>
                  </a:lnTo>
                  <a:lnTo>
                    <a:pt x="8633" y="3800"/>
                  </a:lnTo>
                  <a:lnTo>
                    <a:pt x="8511" y="3739"/>
                  </a:lnTo>
                  <a:lnTo>
                    <a:pt x="8298" y="3618"/>
                  </a:lnTo>
                  <a:lnTo>
                    <a:pt x="8268" y="3618"/>
                  </a:lnTo>
                  <a:lnTo>
                    <a:pt x="3131" y="1217"/>
                  </a:lnTo>
                  <a:cubicBezTo>
                    <a:pt x="3101" y="1217"/>
                    <a:pt x="3070" y="1186"/>
                    <a:pt x="3040" y="1186"/>
                  </a:cubicBezTo>
                  <a:cubicBezTo>
                    <a:pt x="2786" y="1082"/>
                    <a:pt x="2524" y="1032"/>
                    <a:pt x="2265" y="1032"/>
                  </a:cubicBezTo>
                  <a:cubicBezTo>
                    <a:pt x="1470" y="1032"/>
                    <a:pt x="717" y="1501"/>
                    <a:pt x="395" y="2281"/>
                  </a:cubicBezTo>
                  <a:cubicBezTo>
                    <a:pt x="0" y="3314"/>
                    <a:pt x="487" y="4499"/>
                    <a:pt x="1520" y="4925"/>
                  </a:cubicBezTo>
                  <a:lnTo>
                    <a:pt x="8207" y="7661"/>
                  </a:lnTo>
                  <a:lnTo>
                    <a:pt x="8420" y="7752"/>
                  </a:lnTo>
                  <a:cubicBezTo>
                    <a:pt x="8615" y="7832"/>
                    <a:pt x="8818" y="7870"/>
                    <a:pt x="9019" y="7870"/>
                  </a:cubicBezTo>
                  <a:cubicBezTo>
                    <a:pt x="9506" y="7870"/>
                    <a:pt x="9982" y="7644"/>
                    <a:pt x="10304" y="7235"/>
                  </a:cubicBezTo>
                  <a:lnTo>
                    <a:pt x="11824" y="5138"/>
                  </a:lnTo>
                  <a:cubicBezTo>
                    <a:pt x="11794" y="4925"/>
                    <a:pt x="11794" y="4712"/>
                    <a:pt x="11855" y="4469"/>
                  </a:cubicBezTo>
                  <a:lnTo>
                    <a:pt x="12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9"/>
            <p:cNvSpPr/>
            <p:nvPr/>
          </p:nvSpPr>
          <p:spPr>
            <a:xfrm>
              <a:off x="990745" y="2282187"/>
              <a:ext cx="700295" cy="1157419"/>
            </a:xfrm>
            <a:custGeom>
              <a:avLst/>
              <a:gdLst/>
              <a:ahLst/>
              <a:cxnLst/>
              <a:rect l="l" t="t" r="r" b="b"/>
              <a:pathLst>
                <a:path w="15868" h="26226" extrusionOk="0">
                  <a:moveTo>
                    <a:pt x="9067" y="1"/>
                  </a:moveTo>
                  <a:cubicBezTo>
                    <a:pt x="8805" y="1"/>
                    <a:pt x="8529" y="22"/>
                    <a:pt x="8238" y="68"/>
                  </a:cubicBezTo>
                  <a:cubicBezTo>
                    <a:pt x="8238" y="68"/>
                    <a:pt x="3405" y="706"/>
                    <a:pt x="2645" y="3776"/>
                  </a:cubicBezTo>
                  <a:cubicBezTo>
                    <a:pt x="2493" y="4414"/>
                    <a:pt x="2250" y="5205"/>
                    <a:pt x="1946" y="6177"/>
                  </a:cubicBezTo>
                  <a:cubicBezTo>
                    <a:pt x="1916" y="6329"/>
                    <a:pt x="1885" y="6451"/>
                    <a:pt x="1825" y="6603"/>
                  </a:cubicBezTo>
                  <a:cubicBezTo>
                    <a:pt x="1004" y="9399"/>
                    <a:pt x="1" y="13351"/>
                    <a:pt x="214" y="18001"/>
                  </a:cubicBezTo>
                  <a:cubicBezTo>
                    <a:pt x="487" y="24536"/>
                    <a:pt x="457" y="25479"/>
                    <a:pt x="2980" y="26087"/>
                  </a:cubicBezTo>
                  <a:cubicBezTo>
                    <a:pt x="3404" y="26184"/>
                    <a:pt x="3967" y="26226"/>
                    <a:pt x="4618" y="26226"/>
                  </a:cubicBezTo>
                  <a:cubicBezTo>
                    <a:pt x="7832" y="26226"/>
                    <a:pt x="13196" y="25199"/>
                    <a:pt x="14712" y="24719"/>
                  </a:cubicBezTo>
                  <a:cubicBezTo>
                    <a:pt x="15867" y="24354"/>
                    <a:pt x="15411" y="22439"/>
                    <a:pt x="14834" y="19916"/>
                  </a:cubicBezTo>
                  <a:cubicBezTo>
                    <a:pt x="14804" y="19825"/>
                    <a:pt x="14804" y="19764"/>
                    <a:pt x="14773" y="19703"/>
                  </a:cubicBezTo>
                  <a:cubicBezTo>
                    <a:pt x="14560" y="18609"/>
                    <a:pt x="14287" y="17454"/>
                    <a:pt x="14135" y="16208"/>
                  </a:cubicBezTo>
                  <a:cubicBezTo>
                    <a:pt x="14135" y="16208"/>
                    <a:pt x="14135" y="16178"/>
                    <a:pt x="14135" y="16147"/>
                  </a:cubicBezTo>
                  <a:cubicBezTo>
                    <a:pt x="14135" y="16086"/>
                    <a:pt x="14135" y="16026"/>
                    <a:pt x="14104" y="15965"/>
                  </a:cubicBezTo>
                  <a:cubicBezTo>
                    <a:pt x="14104" y="15965"/>
                    <a:pt x="14104" y="15934"/>
                    <a:pt x="14104" y="15934"/>
                  </a:cubicBezTo>
                  <a:cubicBezTo>
                    <a:pt x="14104" y="15904"/>
                    <a:pt x="14104" y="15874"/>
                    <a:pt x="14104" y="15843"/>
                  </a:cubicBezTo>
                  <a:cubicBezTo>
                    <a:pt x="14104" y="15782"/>
                    <a:pt x="14074" y="15752"/>
                    <a:pt x="14074" y="15691"/>
                  </a:cubicBezTo>
                  <a:cubicBezTo>
                    <a:pt x="14044" y="15326"/>
                    <a:pt x="14013" y="14992"/>
                    <a:pt x="14013" y="14627"/>
                  </a:cubicBezTo>
                  <a:cubicBezTo>
                    <a:pt x="14013" y="14384"/>
                    <a:pt x="13983" y="14141"/>
                    <a:pt x="13983" y="13898"/>
                  </a:cubicBezTo>
                  <a:cubicBezTo>
                    <a:pt x="13983" y="13776"/>
                    <a:pt x="13983" y="13655"/>
                    <a:pt x="13983" y="13533"/>
                  </a:cubicBezTo>
                  <a:cubicBezTo>
                    <a:pt x="13983" y="13016"/>
                    <a:pt x="13983" y="12500"/>
                    <a:pt x="14013" y="11983"/>
                  </a:cubicBezTo>
                  <a:cubicBezTo>
                    <a:pt x="14013" y="11831"/>
                    <a:pt x="14013" y="11679"/>
                    <a:pt x="14044" y="11527"/>
                  </a:cubicBezTo>
                  <a:lnTo>
                    <a:pt x="14044" y="11497"/>
                  </a:lnTo>
                  <a:cubicBezTo>
                    <a:pt x="14044" y="11223"/>
                    <a:pt x="14074" y="10919"/>
                    <a:pt x="14074" y="10646"/>
                  </a:cubicBezTo>
                  <a:cubicBezTo>
                    <a:pt x="14104" y="10159"/>
                    <a:pt x="14135" y="9673"/>
                    <a:pt x="14165" y="9217"/>
                  </a:cubicBezTo>
                  <a:cubicBezTo>
                    <a:pt x="14165" y="9095"/>
                    <a:pt x="14165" y="8974"/>
                    <a:pt x="14165" y="8883"/>
                  </a:cubicBezTo>
                  <a:cubicBezTo>
                    <a:pt x="14348" y="6117"/>
                    <a:pt x="14439" y="3807"/>
                    <a:pt x="13649" y="2864"/>
                  </a:cubicBezTo>
                  <a:cubicBezTo>
                    <a:pt x="12482" y="1481"/>
                    <a:pt x="11243" y="1"/>
                    <a:pt x="9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9"/>
            <p:cNvSpPr/>
            <p:nvPr/>
          </p:nvSpPr>
          <p:spPr>
            <a:xfrm>
              <a:off x="1485730" y="2977357"/>
              <a:ext cx="128823" cy="20124"/>
            </a:xfrm>
            <a:custGeom>
              <a:avLst/>
              <a:gdLst/>
              <a:ahLst/>
              <a:cxnLst/>
              <a:rect l="l" t="t" r="r" b="b"/>
              <a:pathLst>
                <a:path w="2919" h="456" extrusionOk="0">
                  <a:moveTo>
                    <a:pt x="1" y="0"/>
                  </a:moveTo>
                  <a:lnTo>
                    <a:pt x="2919" y="456"/>
                  </a:lnTo>
                </a:path>
              </a:pathLst>
            </a:custGeom>
            <a:solidFill>
              <a:srgbClr val="8232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9"/>
            <p:cNvSpPr/>
            <p:nvPr/>
          </p:nvSpPr>
          <p:spPr>
            <a:xfrm>
              <a:off x="1312689" y="2279804"/>
              <a:ext cx="253585" cy="245509"/>
            </a:xfrm>
            <a:custGeom>
              <a:avLst/>
              <a:gdLst/>
              <a:ahLst/>
              <a:cxnLst/>
              <a:rect l="l" t="t" r="r" b="b"/>
              <a:pathLst>
                <a:path w="5746" h="5563" extrusionOk="0">
                  <a:moveTo>
                    <a:pt x="92" y="0"/>
                  </a:moveTo>
                  <a:cubicBezTo>
                    <a:pt x="31" y="31"/>
                    <a:pt x="1" y="91"/>
                    <a:pt x="1" y="152"/>
                  </a:cubicBezTo>
                  <a:cubicBezTo>
                    <a:pt x="62" y="335"/>
                    <a:pt x="1277" y="5137"/>
                    <a:pt x="3739" y="5563"/>
                  </a:cubicBezTo>
                  <a:lnTo>
                    <a:pt x="4013" y="5563"/>
                  </a:lnTo>
                  <a:cubicBezTo>
                    <a:pt x="4378" y="5563"/>
                    <a:pt x="4621" y="5472"/>
                    <a:pt x="4834" y="5228"/>
                  </a:cubicBezTo>
                  <a:cubicBezTo>
                    <a:pt x="5746" y="4164"/>
                    <a:pt x="4773" y="1064"/>
                    <a:pt x="4743" y="943"/>
                  </a:cubicBezTo>
                  <a:cubicBezTo>
                    <a:pt x="4720" y="898"/>
                    <a:pt x="4682" y="870"/>
                    <a:pt x="4639" y="870"/>
                  </a:cubicBezTo>
                  <a:cubicBezTo>
                    <a:pt x="4623" y="870"/>
                    <a:pt x="4607" y="874"/>
                    <a:pt x="4591" y="882"/>
                  </a:cubicBezTo>
                  <a:cubicBezTo>
                    <a:pt x="4530" y="912"/>
                    <a:pt x="4499" y="943"/>
                    <a:pt x="4530" y="1003"/>
                  </a:cubicBezTo>
                  <a:cubicBezTo>
                    <a:pt x="4530" y="1034"/>
                    <a:pt x="5502" y="4134"/>
                    <a:pt x="4682" y="5076"/>
                  </a:cubicBezTo>
                  <a:cubicBezTo>
                    <a:pt x="4512" y="5271"/>
                    <a:pt x="4283" y="5368"/>
                    <a:pt x="3996" y="5368"/>
                  </a:cubicBezTo>
                  <a:cubicBezTo>
                    <a:pt x="3924" y="5368"/>
                    <a:pt x="3849" y="5362"/>
                    <a:pt x="3770" y="5350"/>
                  </a:cubicBezTo>
                  <a:cubicBezTo>
                    <a:pt x="1460" y="4955"/>
                    <a:pt x="244" y="122"/>
                    <a:pt x="214" y="91"/>
                  </a:cubicBezTo>
                  <a:cubicBezTo>
                    <a:pt x="214" y="31"/>
                    <a:pt x="15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9"/>
            <p:cNvSpPr/>
            <p:nvPr/>
          </p:nvSpPr>
          <p:spPr>
            <a:xfrm>
              <a:off x="1014885" y="1854282"/>
              <a:ext cx="360916" cy="496667"/>
            </a:xfrm>
            <a:custGeom>
              <a:avLst/>
              <a:gdLst/>
              <a:ahLst/>
              <a:cxnLst/>
              <a:rect l="l" t="t" r="r" b="b"/>
              <a:pathLst>
                <a:path w="8178" h="11254" extrusionOk="0">
                  <a:moveTo>
                    <a:pt x="5449" y="1"/>
                  </a:moveTo>
                  <a:cubicBezTo>
                    <a:pt x="5377" y="1"/>
                    <a:pt x="5304" y="3"/>
                    <a:pt x="5229" y="7"/>
                  </a:cubicBezTo>
                  <a:cubicBezTo>
                    <a:pt x="2068" y="250"/>
                    <a:pt x="2676" y="3229"/>
                    <a:pt x="3223" y="5417"/>
                  </a:cubicBezTo>
                  <a:cubicBezTo>
                    <a:pt x="3774" y="7521"/>
                    <a:pt x="2612" y="9976"/>
                    <a:pt x="1047" y="9976"/>
                  </a:cubicBezTo>
                  <a:cubicBezTo>
                    <a:pt x="712" y="9976"/>
                    <a:pt x="360" y="9863"/>
                    <a:pt x="1" y="9612"/>
                  </a:cubicBezTo>
                  <a:lnTo>
                    <a:pt x="1" y="9612"/>
                  </a:lnTo>
                  <a:cubicBezTo>
                    <a:pt x="1" y="9612"/>
                    <a:pt x="598" y="11254"/>
                    <a:pt x="2265" y="11254"/>
                  </a:cubicBezTo>
                  <a:cubicBezTo>
                    <a:pt x="2280" y="11254"/>
                    <a:pt x="2296" y="11254"/>
                    <a:pt x="2311" y="11253"/>
                  </a:cubicBezTo>
                  <a:cubicBezTo>
                    <a:pt x="4925" y="11223"/>
                    <a:pt x="6445" y="7545"/>
                    <a:pt x="6384" y="6329"/>
                  </a:cubicBezTo>
                  <a:cubicBezTo>
                    <a:pt x="6354" y="5660"/>
                    <a:pt x="6475" y="4353"/>
                    <a:pt x="6840" y="3411"/>
                  </a:cubicBezTo>
                  <a:cubicBezTo>
                    <a:pt x="7083" y="2834"/>
                    <a:pt x="7418" y="2378"/>
                    <a:pt x="7843" y="2287"/>
                  </a:cubicBezTo>
                  <a:cubicBezTo>
                    <a:pt x="7995" y="2165"/>
                    <a:pt x="8086" y="2104"/>
                    <a:pt x="8177" y="2074"/>
                  </a:cubicBezTo>
                  <a:cubicBezTo>
                    <a:pt x="8147" y="1952"/>
                    <a:pt x="8086" y="1770"/>
                    <a:pt x="8025" y="1618"/>
                  </a:cubicBezTo>
                  <a:cubicBezTo>
                    <a:pt x="7706" y="921"/>
                    <a:pt x="6997" y="1"/>
                    <a:pt x="5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9"/>
            <p:cNvSpPr/>
            <p:nvPr/>
          </p:nvSpPr>
          <p:spPr>
            <a:xfrm>
              <a:off x="1252316" y="1925644"/>
              <a:ext cx="123483" cy="190564"/>
            </a:xfrm>
            <a:custGeom>
              <a:avLst/>
              <a:gdLst/>
              <a:ahLst/>
              <a:cxnLst/>
              <a:rect l="l" t="t" r="r" b="b"/>
              <a:pathLst>
                <a:path w="2798" h="4318" extrusionOk="0">
                  <a:moveTo>
                    <a:pt x="2645" y="1"/>
                  </a:moveTo>
                  <a:cubicBezTo>
                    <a:pt x="1" y="457"/>
                    <a:pt x="579" y="4317"/>
                    <a:pt x="579" y="4317"/>
                  </a:cubicBezTo>
                  <a:cubicBezTo>
                    <a:pt x="761" y="3192"/>
                    <a:pt x="1095" y="2372"/>
                    <a:pt x="1460" y="1794"/>
                  </a:cubicBezTo>
                  <a:cubicBezTo>
                    <a:pt x="1703" y="1217"/>
                    <a:pt x="2038" y="761"/>
                    <a:pt x="2463" y="670"/>
                  </a:cubicBezTo>
                  <a:cubicBezTo>
                    <a:pt x="2615" y="548"/>
                    <a:pt x="2706" y="487"/>
                    <a:pt x="2797" y="457"/>
                  </a:cubicBezTo>
                  <a:cubicBezTo>
                    <a:pt x="2767" y="335"/>
                    <a:pt x="2706" y="153"/>
                    <a:pt x="26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9"/>
            <p:cNvSpPr/>
            <p:nvPr/>
          </p:nvSpPr>
          <p:spPr>
            <a:xfrm>
              <a:off x="1351613" y="2147010"/>
              <a:ext cx="203936" cy="231298"/>
            </a:xfrm>
            <a:custGeom>
              <a:avLst/>
              <a:gdLst/>
              <a:ahLst/>
              <a:cxnLst/>
              <a:rect l="l" t="t" r="r" b="b"/>
              <a:pathLst>
                <a:path w="4621" h="5241" extrusionOk="0">
                  <a:moveTo>
                    <a:pt x="1459" y="0"/>
                  </a:moveTo>
                  <a:cubicBezTo>
                    <a:pt x="1429" y="1642"/>
                    <a:pt x="0" y="3344"/>
                    <a:pt x="0" y="3344"/>
                  </a:cubicBezTo>
                  <a:cubicBezTo>
                    <a:pt x="274" y="4134"/>
                    <a:pt x="1064" y="4742"/>
                    <a:pt x="2189" y="5198"/>
                  </a:cubicBezTo>
                  <a:cubicBezTo>
                    <a:pt x="2247" y="5227"/>
                    <a:pt x="2309" y="5241"/>
                    <a:pt x="2370" y="5241"/>
                  </a:cubicBezTo>
                  <a:cubicBezTo>
                    <a:pt x="2498" y="5241"/>
                    <a:pt x="2623" y="5179"/>
                    <a:pt x="2705" y="5076"/>
                  </a:cubicBezTo>
                  <a:cubicBezTo>
                    <a:pt x="3101" y="4651"/>
                    <a:pt x="3435" y="4134"/>
                    <a:pt x="3739" y="3648"/>
                  </a:cubicBezTo>
                  <a:cubicBezTo>
                    <a:pt x="3800" y="3556"/>
                    <a:pt x="3861" y="3465"/>
                    <a:pt x="3891" y="3404"/>
                  </a:cubicBezTo>
                  <a:cubicBezTo>
                    <a:pt x="3952" y="3313"/>
                    <a:pt x="4013" y="3222"/>
                    <a:pt x="4043" y="3131"/>
                  </a:cubicBezTo>
                  <a:cubicBezTo>
                    <a:pt x="4195" y="2918"/>
                    <a:pt x="4286" y="2705"/>
                    <a:pt x="4377" y="2523"/>
                  </a:cubicBezTo>
                  <a:cubicBezTo>
                    <a:pt x="4408" y="2523"/>
                    <a:pt x="4408" y="2493"/>
                    <a:pt x="4408" y="2493"/>
                  </a:cubicBezTo>
                  <a:cubicBezTo>
                    <a:pt x="4529" y="2249"/>
                    <a:pt x="4620" y="2097"/>
                    <a:pt x="4620" y="2097"/>
                  </a:cubicBezTo>
                  <a:lnTo>
                    <a:pt x="1459" y="0"/>
                  </a:lnTo>
                  <a:close/>
                </a:path>
              </a:pathLst>
            </a:custGeom>
            <a:solidFill>
              <a:srgbClr val="FF79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9"/>
            <p:cNvSpPr/>
            <p:nvPr/>
          </p:nvSpPr>
          <p:spPr>
            <a:xfrm>
              <a:off x="1319397" y="1983148"/>
              <a:ext cx="362240" cy="310472"/>
            </a:xfrm>
            <a:custGeom>
              <a:avLst/>
              <a:gdLst/>
              <a:ahLst/>
              <a:cxnLst/>
              <a:rect l="l" t="t" r="r" b="b"/>
              <a:pathLst>
                <a:path w="8208" h="7035" extrusionOk="0">
                  <a:moveTo>
                    <a:pt x="2851" y="1"/>
                  </a:moveTo>
                  <a:cubicBezTo>
                    <a:pt x="2688" y="1"/>
                    <a:pt x="2537" y="11"/>
                    <a:pt x="2402" y="35"/>
                  </a:cubicBezTo>
                  <a:cubicBezTo>
                    <a:pt x="943" y="339"/>
                    <a:pt x="1" y="2497"/>
                    <a:pt x="1247" y="3774"/>
                  </a:cubicBezTo>
                  <a:cubicBezTo>
                    <a:pt x="2493" y="5081"/>
                    <a:pt x="5746" y="6935"/>
                    <a:pt x="6505" y="7026"/>
                  </a:cubicBezTo>
                  <a:cubicBezTo>
                    <a:pt x="6544" y="7032"/>
                    <a:pt x="6581" y="7034"/>
                    <a:pt x="6617" y="7034"/>
                  </a:cubicBezTo>
                  <a:cubicBezTo>
                    <a:pt x="6984" y="7034"/>
                    <a:pt x="7249" y="6748"/>
                    <a:pt x="7387" y="6084"/>
                  </a:cubicBezTo>
                  <a:cubicBezTo>
                    <a:pt x="7387" y="5993"/>
                    <a:pt x="7417" y="5871"/>
                    <a:pt x="7448" y="5750"/>
                  </a:cubicBezTo>
                  <a:lnTo>
                    <a:pt x="7539" y="4990"/>
                  </a:lnTo>
                  <a:cubicBezTo>
                    <a:pt x="7539" y="4899"/>
                    <a:pt x="7539" y="4807"/>
                    <a:pt x="7569" y="4716"/>
                  </a:cubicBezTo>
                  <a:cubicBezTo>
                    <a:pt x="7752" y="4686"/>
                    <a:pt x="8208" y="4564"/>
                    <a:pt x="8147" y="4443"/>
                  </a:cubicBezTo>
                  <a:cubicBezTo>
                    <a:pt x="8056" y="4291"/>
                    <a:pt x="7600" y="3531"/>
                    <a:pt x="7600" y="3500"/>
                  </a:cubicBezTo>
                  <a:cubicBezTo>
                    <a:pt x="7569" y="2923"/>
                    <a:pt x="7509" y="2345"/>
                    <a:pt x="7387" y="1889"/>
                  </a:cubicBezTo>
                  <a:cubicBezTo>
                    <a:pt x="7265" y="1373"/>
                    <a:pt x="6901" y="978"/>
                    <a:pt x="6384" y="795"/>
                  </a:cubicBezTo>
                  <a:cubicBezTo>
                    <a:pt x="5512" y="478"/>
                    <a:pt x="3929" y="1"/>
                    <a:pt x="2851" y="1"/>
                  </a:cubicBezTo>
                  <a:close/>
                </a:path>
              </a:pathLst>
            </a:custGeom>
            <a:solidFill>
              <a:srgbClr val="FF79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9"/>
            <p:cNvSpPr/>
            <p:nvPr/>
          </p:nvSpPr>
          <p:spPr>
            <a:xfrm>
              <a:off x="1260701" y="1928424"/>
              <a:ext cx="390087" cy="359989"/>
            </a:xfrm>
            <a:custGeom>
              <a:avLst/>
              <a:gdLst/>
              <a:ahLst/>
              <a:cxnLst/>
              <a:rect l="l" t="t" r="r" b="b"/>
              <a:pathLst>
                <a:path w="8839" h="8157" extrusionOk="0">
                  <a:moveTo>
                    <a:pt x="3813" y="0"/>
                  </a:moveTo>
                  <a:cubicBezTo>
                    <a:pt x="1155" y="0"/>
                    <a:pt x="653" y="2239"/>
                    <a:pt x="449" y="4072"/>
                  </a:cubicBezTo>
                  <a:cubicBezTo>
                    <a:pt x="0" y="6268"/>
                    <a:pt x="1743" y="8157"/>
                    <a:pt x="3761" y="8157"/>
                  </a:cubicBezTo>
                  <a:cubicBezTo>
                    <a:pt x="4201" y="8157"/>
                    <a:pt x="4654" y="8067"/>
                    <a:pt x="5100" y="7871"/>
                  </a:cubicBezTo>
                  <a:cubicBezTo>
                    <a:pt x="5161" y="7841"/>
                    <a:pt x="5252" y="7780"/>
                    <a:pt x="5313" y="7750"/>
                  </a:cubicBezTo>
                  <a:cubicBezTo>
                    <a:pt x="6164" y="6807"/>
                    <a:pt x="5829" y="5683"/>
                    <a:pt x="5829" y="5683"/>
                  </a:cubicBezTo>
                  <a:lnTo>
                    <a:pt x="5829" y="5683"/>
                  </a:lnTo>
                  <a:cubicBezTo>
                    <a:pt x="5772" y="5696"/>
                    <a:pt x="5713" y="5702"/>
                    <a:pt x="5655" y="5702"/>
                  </a:cubicBezTo>
                  <a:cubicBezTo>
                    <a:pt x="4753" y="5702"/>
                    <a:pt x="3786" y="4242"/>
                    <a:pt x="4614" y="3585"/>
                  </a:cubicBezTo>
                  <a:cubicBezTo>
                    <a:pt x="4820" y="3429"/>
                    <a:pt x="5016" y="3369"/>
                    <a:pt x="5196" y="3369"/>
                  </a:cubicBezTo>
                  <a:cubicBezTo>
                    <a:pt x="5784" y="3369"/>
                    <a:pt x="6194" y="4011"/>
                    <a:pt x="6194" y="4011"/>
                  </a:cubicBezTo>
                  <a:cubicBezTo>
                    <a:pt x="7076" y="4011"/>
                    <a:pt x="8170" y="3038"/>
                    <a:pt x="8687" y="2552"/>
                  </a:cubicBezTo>
                  <a:cubicBezTo>
                    <a:pt x="8839" y="2370"/>
                    <a:pt x="8839" y="2096"/>
                    <a:pt x="8687" y="1944"/>
                  </a:cubicBezTo>
                  <a:cubicBezTo>
                    <a:pt x="8231" y="1518"/>
                    <a:pt x="7744" y="850"/>
                    <a:pt x="5617" y="272"/>
                  </a:cubicBezTo>
                  <a:cubicBezTo>
                    <a:pt x="4925" y="85"/>
                    <a:pt x="4329" y="0"/>
                    <a:pt x="38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9"/>
            <p:cNvSpPr/>
            <p:nvPr/>
          </p:nvSpPr>
          <p:spPr>
            <a:xfrm>
              <a:off x="1099398" y="2486828"/>
              <a:ext cx="853214" cy="663620"/>
            </a:xfrm>
            <a:custGeom>
              <a:avLst/>
              <a:gdLst/>
              <a:ahLst/>
              <a:cxnLst/>
              <a:rect l="l" t="t" r="r" b="b"/>
              <a:pathLst>
                <a:path w="19333" h="15037" extrusionOk="0">
                  <a:moveTo>
                    <a:pt x="2143" y="1"/>
                  </a:moveTo>
                  <a:cubicBezTo>
                    <a:pt x="2048" y="1"/>
                    <a:pt x="1952" y="7"/>
                    <a:pt x="1855" y="21"/>
                  </a:cubicBezTo>
                  <a:cubicBezTo>
                    <a:pt x="761" y="173"/>
                    <a:pt x="1" y="1206"/>
                    <a:pt x="153" y="2300"/>
                  </a:cubicBezTo>
                  <a:lnTo>
                    <a:pt x="183" y="2452"/>
                  </a:lnTo>
                  <a:lnTo>
                    <a:pt x="183" y="2543"/>
                  </a:lnTo>
                  <a:lnTo>
                    <a:pt x="214" y="2787"/>
                  </a:lnTo>
                  <a:cubicBezTo>
                    <a:pt x="244" y="2908"/>
                    <a:pt x="274" y="3060"/>
                    <a:pt x="305" y="3212"/>
                  </a:cubicBezTo>
                  <a:cubicBezTo>
                    <a:pt x="366" y="3486"/>
                    <a:pt x="426" y="3790"/>
                    <a:pt x="487" y="4063"/>
                  </a:cubicBezTo>
                  <a:cubicBezTo>
                    <a:pt x="639" y="4610"/>
                    <a:pt x="791" y="5188"/>
                    <a:pt x="943" y="5735"/>
                  </a:cubicBezTo>
                  <a:cubicBezTo>
                    <a:pt x="1278" y="6829"/>
                    <a:pt x="1703" y="7923"/>
                    <a:pt x="2220" y="8987"/>
                  </a:cubicBezTo>
                  <a:cubicBezTo>
                    <a:pt x="2737" y="10082"/>
                    <a:pt x="3375" y="11115"/>
                    <a:pt x="4165" y="12088"/>
                  </a:cubicBezTo>
                  <a:cubicBezTo>
                    <a:pt x="4347" y="12331"/>
                    <a:pt x="4560" y="12574"/>
                    <a:pt x="4803" y="12817"/>
                  </a:cubicBezTo>
                  <a:cubicBezTo>
                    <a:pt x="5016" y="13030"/>
                    <a:pt x="5259" y="13273"/>
                    <a:pt x="5472" y="13486"/>
                  </a:cubicBezTo>
                  <a:cubicBezTo>
                    <a:pt x="5746" y="13699"/>
                    <a:pt x="5989" y="13911"/>
                    <a:pt x="6262" y="14094"/>
                  </a:cubicBezTo>
                  <a:cubicBezTo>
                    <a:pt x="6536" y="14307"/>
                    <a:pt x="6810" y="14489"/>
                    <a:pt x="7083" y="14641"/>
                  </a:cubicBezTo>
                  <a:lnTo>
                    <a:pt x="7296" y="14762"/>
                  </a:lnTo>
                  <a:cubicBezTo>
                    <a:pt x="7448" y="14823"/>
                    <a:pt x="7630" y="14884"/>
                    <a:pt x="7813" y="14914"/>
                  </a:cubicBezTo>
                  <a:lnTo>
                    <a:pt x="8025" y="14914"/>
                  </a:lnTo>
                  <a:lnTo>
                    <a:pt x="8208" y="14945"/>
                  </a:lnTo>
                  <a:lnTo>
                    <a:pt x="8603" y="14945"/>
                  </a:lnTo>
                  <a:cubicBezTo>
                    <a:pt x="8846" y="14975"/>
                    <a:pt x="9089" y="14975"/>
                    <a:pt x="9332" y="15006"/>
                  </a:cubicBezTo>
                  <a:cubicBezTo>
                    <a:pt x="9819" y="15006"/>
                    <a:pt x="10335" y="15036"/>
                    <a:pt x="10822" y="15036"/>
                  </a:cubicBezTo>
                  <a:cubicBezTo>
                    <a:pt x="11825" y="15036"/>
                    <a:pt x="12797" y="15036"/>
                    <a:pt x="13801" y="15006"/>
                  </a:cubicBezTo>
                  <a:cubicBezTo>
                    <a:pt x="14773" y="14975"/>
                    <a:pt x="15776" y="14914"/>
                    <a:pt x="16779" y="14823"/>
                  </a:cubicBezTo>
                  <a:cubicBezTo>
                    <a:pt x="17205" y="14793"/>
                    <a:pt x="18907" y="14610"/>
                    <a:pt x="19333" y="14550"/>
                  </a:cubicBezTo>
                  <a:lnTo>
                    <a:pt x="18056" y="12118"/>
                  </a:lnTo>
                  <a:cubicBezTo>
                    <a:pt x="17600" y="12118"/>
                    <a:pt x="17144" y="12088"/>
                    <a:pt x="16688" y="12057"/>
                  </a:cubicBezTo>
                  <a:cubicBezTo>
                    <a:pt x="15776" y="12027"/>
                    <a:pt x="14834" y="11936"/>
                    <a:pt x="13922" y="11814"/>
                  </a:cubicBezTo>
                  <a:cubicBezTo>
                    <a:pt x="12980" y="11723"/>
                    <a:pt x="12068" y="11601"/>
                    <a:pt x="11126" y="11449"/>
                  </a:cubicBezTo>
                  <a:cubicBezTo>
                    <a:pt x="10670" y="11358"/>
                    <a:pt x="10214" y="11297"/>
                    <a:pt x="9758" y="11206"/>
                  </a:cubicBezTo>
                  <a:cubicBezTo>
                    <a:pt x="9515" y="11145"/>
                    <a:pt x="9302" y="11115"/>
                    <a:pt x="9059" y="11054"/>
                  </a:cubicBezTo>
                  <a:lnTo>
                    <a:pt x="8907" y="11024"/>
                  </a:lnTo>
                  <a:cubicBezTo>
                    <a:pt x="8816" y="10993"/>
                    <a:pt x="8755" y="10933"/>
                    <a:pt x="8694" y="10872"/>
                  </a:cubicBezTo>
                  <a:cubicBezTo>
                    <a:pt x="8177" y="10537"/>
                    <a:pt x="7721" y="10082"/>
                    <a:pt x="7296" y="9534"/>
                  </a:cubicBezTo>
                  <a:cubicBezTo>
                    <a:pt x="6749" y="8866"/>
                    <a:pt x="6262" y="8075"/>
                    <a:pt x="5837" y="7224"/>
                  </a:cubicBezTo>
                  <a:cubicBezTo>
                    <a:pt x="5442" y="6404"/>
                    <a:pt x="5107" y="5492"/>
                    <a:pt x="4803" y="4550"/>
                  </a:cubicBezTo>
                  <a:cubicBezTo>
                    <a:pt x="4651" y="4094"/>
                    <a:pt x="4530" y="3607"/>
                    <a:pt x="4439" y="3151"/>
                  </a:cubicBezTo>
                  <a:cubicBezTo>
                    <a:pt x="4378" y="2908"/>
                    <a:pt x="4317" y="2665"/>
                    <a:pt x="4256" y="2422"/>
                  </a:cubicBezTo>
                  <a:cubicBezTo>
                    <a:pt x="4256" y="2300"/>
                    <a:pt x="4226" y="2209"/>
                    <a:pt x="4195" y="2088"/>
                  </a:cubicBezTo>
                  <a:lnTo>
                    <a:pt x="4165" y="1905"/>
                  </a:lnTo>
                  <a:lnTo>
                    <a:pt x="4165" y="1784"/>
                  </a:lnTo>
                  <a:lnTo>
                    <a:pt x="4135" y="1692"/>
                  </a:lnTo>
                  <a:cubicBezTo>
                    <a:pt x="3968" y="695"/>
                    <a:pt x="3120" y="1"/>
                    <a:pt x="21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9"/>
            <p:cNvSpPr/>
            <p:nvPr/>
          </p:nvSpPr>
          <p:spPr>
            <a:xfrm>
              <a:off x="1873431" y="2963985"/>
              <a:ext cx="206628" cy="166159"/>
            </a:xfrm>
            <a:custGeom>
              <a:avLst/>
              <a:gdLst/>
              <a:ahLst/>
              <a:cxnLst/>
              <a:rect l="l" t="t" r="r" b="b"/>
              <a:pathLst>
                <a:path w="4682" h="3765" extrusionOk="0">
                  <a:moveTo>
                    <a:pt x="2712" y="0"/>
                  </a:moveTo>
                  <a:cubicBezTo>
                    <a:pt x="2346" y="0"/>
                    <a:pt x="1684" y="246"/>
                    <a:pt x="1277" y="577"/>
                  </a:cubicBezTo>
                  <a:cubicBezTo>
                    <a:pt x="790" y="972"/>
                    <a:pt x="335" y="1397"/>
                    <a:pt x="335" y="1397"/>
                  </a:cubicBezTo>
                  <a:cubicBezTo>
                    <a:pt x="0" y="2279"/>
                    <a:pt x="1429" y="3738"/>
                    <a:pt x="1429" y="3738"/>
                  </a:cubicBezTo>
                  <a:cubicBezTo>
                    <a:pt x="1429" y="3738"/>
                    <a:pt x="1780" y="3765"/>
                    <a:pt x="2203" y="3765"/>
                  </a:cubicBezTo>
                  <a:cubicBezTo>
                    <a:pt x="2415" y="3765"/>
                    <a:pt x="2645" y="3758"/>
                    <a:pt x="2857" y="3738"/>
                  </a:cubicBezTo>
                  <a:cubicBezTo>
                    <a:pt x="3496" y="3677"/>
                    <a:pt x="4104" y="3495"/>
                    <a:pt x="4286" y="3191"/>
                  </a:cubicBezTo>
                  <a:cubicBezTo>
                    <a:pt x="4468" y="2917"/>
                    <a:pt x="4134" y="2795"/>
                    <a:pt x="4134" y="2795"/>
                  </a:cubicBezTo>
                  <a:cubicBezTo>
                    <a:pt x="4134" y="2795"/>
                    <a:pt x="4347" y="2522"/>
                    <a:pt x="4347" y="2340"/>
                  </a:cubicBezTo>
                  <a:cubicBezTo>
                    <a:pt x="4347" y="2157"/>
                    <a:pt x="4073" y="2096"/>
                    <a:pt x="4073" y="2096"/>
                  </a:cubicBezTo>
                  <a:cubicBezTo>
                    <a:pt x="4073" y="2096"/>
                    <a:pt x="4408" y="1792"/>
                    <a:pt x="4468" y="1580"/>
                  </a:cubicBezTo>
                  <a:cubicBezTo>
                    <a:pt x="4499" y="1397"/>
                    <a:pt x="4104" y="1276"/>
                    <a:pt x="4104" y="1276"/>
                  </a:cubicBezTo>
                  <a:cubicBezTo>
                    <a:pt x="4104" y="1276"/>
                    <a:pt x="4681" y="546"/>
                    <a:pt x="4043" y="546"/>
                  </a:cubicBezTo>
                  <a:cubicBezTo>
                    <a:pt x="3526" y="546"/>
                    <a:pt x="3131" y="607"/>
                    <a:pt x="3131" y="607"/>
                  </a:cubicBezTo>
                  <a:cubicBezTo>
                    <a:pt x="3131" y="607"/>
                    <a:pt x="3131" y="181"/>
                    <a:pt x="2888" y="29"/>
                  </a:cubicBezTo>
                  <a:cubicBezTo>
                    <a:pt x="2843" y="10"/>
                    <a:pt x="2783" y="0"/>
                    <a:pt x="2712" y="0"/>
                  </a:cubicBezTo>
                  <a:close/>
                </a:path>
              </a:pathLst>
            </a:custGeom>
            <a:solidFill>
              <a:srgbClr val="FF79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9"/>
            <p:cNvSpPr/>
            <p:nvPr/>
          </p:nvSpPr>
          <p:spPr>
            <a:xfrm>
              <a:off x="2003532" y="2886136"/>
              <a:ext cx="34909" cy="73790"/>
            </a:xfrm>
            <a:custGeom>
              <a:avLst/>
              <a:gdLst/>
              <a:ahLst/>
              <a:cxnLst/>
              <a:rect l="l" t="t" r="r" b="b"/>
              <a:pathLst>
                <a:path w="791" h="1672" extrusionOk="0">
                  <a:moveTo>
                    <a:pt x="274" y="0"/>
                  </a:moveTo>
                  <a:lnTo>
                    <a:pt x="274" y="578"/>
                  </a:lnTo>
                  <a:lnTo>
                    <a:pt x="365" y="669"/>
                  </a:lnTo>
                  <a:lnTo>
                    <a:pt x="365" y="1034"/>
                  </a:lnTo>
                  <a:lnTo>
                    <a:pt x="1" y="1398"/>
                  </a:lnTo>
                  <a:lnTo>
                    <a:pt x="305" y="1672"/>
                  </a:lnTo>
                  <a:lnTo>
                    <a:pt x="791" y="1216"/>
                  </a:lnTo>
                  <a:lnTo>
                    <a:pt x="791" y="517"/>
                  </a:lnTo>
                  <a:lnTo>
                    <a:pt x="274" y="0"/>
                  </a:lnTo>
                  <a:close/>
                </a:path>
              </a:pathLst>
            </a:custGeom>
            <a:solidFill>
              <a:srgbClr val="3D5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9"/>
            <p:cNvSpPr/>
            <p:nvPr/>
          </p:nvSpPr>
          <p:spPr>
            <a:xfrm>
              <a:off x="1965976" y="2886136"/>
              <a:ext cx="33585" cy="73790"/>
            </a:xfrm>
            <a:custGeom>
              <a:avLst/>
              <a:gdLst/>
              <a:ahLst/>
              <a:cxnLst/>
              <a:rect l="l" t="t" r="r" b="b"/>
              <a:pathLst>
                <a:path w="761" h="1672" extrusionOk="0">
                  <a:moveTo>
                    <a:pt x="517" y="0"/>
                  </a:moveTo>
                  <a:lnTo>
                    <a:pt x="1" y="517"/>
                  </a:lnTo>
                  <a:lnTo>
                    <a:pt x="1" y="1216"/>
                  </a:lnTo>
                  <a:lnTo>
                    <a:pt x="487" y="1672"/>
                  </a:lnTo>
                  <a:lnTo>
                    <a:pt x="760" y="1398"/>
                  </a:lnTo>
                  <a:lnTo>
                    <a:pt x="426" y="1034"/>
                  </a:lnTo>
                  <a:lnTo>
                    <a:pt x="426" y="669"/>
                  </a:lnTo>
                  <a:lnTo>
                    <a:pt x="517" y="578"/>
                  </a:lnTo>
                  <a:lnTo>
                    <a:pt x="517" y="0"/>
                  </a:lnTo>
                  <a:close/>
                </a:path>
              </a:pathLst>
            </a:custGeom>
            <a:solidFill>
              <a:srgbClr val="3D5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9"/>
            <p:cNvSpPr/>
            <p:nvPr/>
          </p:nvSpPr>
          <p:spPr>
            <a:xfrm>
              <a:off x="1987424" y="2943816"/>
              <a:ext cx="29569" cy="50532"/>
            </a:xfrm>
            <a:custGeom>
              <a:avLst/>
              <a:gdLst/>
              <a:ahLst/>
              <a:cxnLst/>
              <a:rect l="l" t="t" r="r" b="b"/>
              <a:pathLst>
                <a:path w="670" h="1145" extrusionOk="0">
                  <a:moveTo>
                    <a:pt x="1" y="0"/>
                  </a:moveTo>
                  <a:lnTo>
                    <a:pt x="1" y="1064"/>
                  </a:lnTo>
                  <a:cubicBezTo>
                    <a:pt x="131" y="1113"/>
                    <a:pt x="252" y="1144"/>
                    <a:pt x="370" y="1144"/>
                  </a:cubicBezTo>
                  <a:cubicBezTo>
                    <a:pt x="472" y="1144"/>
                    <a:pt x="571" y="1120"/>
                    <a:pt x="670" y="1064"/>
                  </a:cubicBezTo>
                  <a:lnTo>
                    <a:pt x="670" y="0"/>
                  </a:lnTo>
                  <a:close/>
                </a:path>
              </a:pathLst>
            </a:custGeom>
            <a:solidFill>
              <a:srgbClr val="3D5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9"/>
            <p:cNvSpPr/>
            <p:nvPr/>
          </p:nvSpPr>
          <p:spPr>
            <a:xfrm>
              <a:off x="2003532" y="3153047"/>
              <a:ext cx="34909" cy="73834"/>
            </a:xfrm>
            <a:custGeom>
              <a:avLst/>
              <a:gdLst/>
              <a:ahLst/>
              <a:cxnLst/>
              <a:rect l="l" t="t" r="r" b="b"/>
              <a:pathLst>
                <a:path w="791" h="1673" extrusionOk="0">
                  <a:moveTo>
                    <a:pt x="305" y="1"/>
                  </a:moveTo>
                  <a:lnTo>
                    <a:pt x="1" y="305"/>
                  </a:lnTo>
                  <a:lnTo>
                    <a:pt x="365" y="639"/>
                  </a:lnTo>
                  <a:lnTo>
                    <a:pt x="365" y="1004"/>
                  </a:lnTo>
                  <a:lnTo>
                    <a:pt x="274" y="1095"/>
                  </a:lnTo>
                  <a:lnTo>
                    <a:pt x="274" y="1673"/>
                  </a:lnTo>
                  <a:lnTo>
                    <a:pt x="791" y="1186"/>
                  </a:lnTo>
                  <a:lnTo>
                    <a:pt x="791" y="487"/>
                  </a:lnTo>
                  <a:lnTo>
                    <a:pt x="305" y="1"/>
                  </a:lnTo>
                  <a:close/>
                </a:path>
              </a:pathLst>
            </a:custGeom>
            <a:solidFill>
              <a:srgbClr val="3D5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9"/>
            <p:cNvSpPr/>
            <p:nvPr/>
          </p:nvSpPr>
          <p:spPr>
            <a:xfrm>
              <a:off x="1965976" y="3153047"/>
              <a:ext cx="33585" cy="75158"/>
            </a:xfrm>
            <a:custGeom>
              <a:avLst/>
              <a:gdLst/>
              <a:ahLst/>
              <a:cxnLst/>
              <a:rect l="l" t="t" r="r" b="b"/>
              <a:pathLst>
                <a:path w="761" h="1703" extrusionOk="0">
                  <a:moveTo>
                    <a:pt x="487" y="1"/>
                  </a:moveTo>
                  <a:lnTo>
                    <a:pt x="1" y="487"/>
                  </a:lnTo>
                  <a:lnTo>
                    <a:pt x="1" y="1186"/>
                  </a:lnTo>
                  <a:lnTo>
                    <a:pt x="517" y="1703"/>
                  </a:lnTo>
                  <a:lnTo>
                    <a:pt x="517" y="1095"/>
                  </a:lnTo>
                  <a:lnTo>
                    <a:pt x="426" y="1004"/>
                  </a:lnTo>
                  <a:lnTo>
                    <a:pt x="426" y="639"/>
                  </a:lnTo>
                  <a:lnTo>
                    <a:pt x="760" y="305"/>
                  </a:lnTo>
                  <a:lnTo>
                    <a:pt x="487" y="1"/>
                  </a:lnTo>
                  <a:close/>
                </a:path>
              </a:pathLst>
            </a:custGeom>
            <a:solidFill>
              <a:srgbClr val="3D5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9"/>
            <p:cNvSpPr/>
            <p:nvPr/>
          </p:nvSpPr>
          <p:spPr>
            <a:xfrm>
              <a:off x="1987424" y="3126215"/>
              <a:ext cx="29569" cy="44309"/>
            </a:xfrm>
            <a:custGeom>
              <a:avLst/>
              <a:gdLst/>
              <a:ahLst/>
              <a:cxnLst/>
              <a:rect l="l" t="t" r="r" b="b"/>
              <a:pathLst>
                <a:path w="670" h="1004" extrusionOk="0">
                  <a:moveTo>
                    <a:pt x="670" y="1"/>
                  </a:moveTo>
                  <a:cubicBezTo>
                    <a:pt x="426" y="62"/>
                    <a:pt x="214" y="62"/>
                    <a:pt x="1" y="92"/>
                  </a:cubicBezTo>
                  <a:lnTo>
                    <a:pt x="1" y="1004"/>
                  </a:lnTo>
                  <a:lnTo>
                    <a:pt x="670" y="1004"/>
                  </a:lnTo>
                  <a:lnTo>
                    <a:pt x="670" y="1"/>
                  </a:lnTo>
                  <a:close/>
                </a:path>
              </a:pathLst>
            </a:custGeom>
            <a:solidFill>
              <a:srgbClr val="3D5F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6" name="Google Shape;1266;p49"/>
          <p:cNvSpPr/>
          <p:nvPr/>
        </p:nvSpPr>
        <p:spPr>
          <a:xfrm rot="-1164422">
            <a:off x="1557768" y="1170104"/>
            <a:ext cx="567734" cy="318247"/>
          </a:xfrm>
          <a:custGeom>
            <a:avLst/>
            <a:gdLst/>
            <a:ahLst/>
            <a:cxnLst/>
            <a:rect l="l" t="t" r="r" b="b"/>
            <a:pathLst>
              <a:path w="16266" h="9118" extrusionOk="0">
                <a:moveTo>
                  <a:pt x="9512" y="1"/>
                </a:moveTo>
                <a:cubicBezTo>
                  <a:pt x="6255" y="1"/>
                  <a:pt x="2958" y="1284"/>
                  <a:pt x="968" y="3734"/>
                </a:cubicBezTo>
                <a:cubicBezTo>
                  <a:pt x="457" y="4379"/>
                  <a:pt x="0" y="5159"/>
                  <a:pt x="27" y="5992"/>
                </a:cubicBezTo>
                <a:cubicBezTo>
                  <a:pt x="54" y="6476"/>
                  <a:pt x="269" y="6960"/>
                  <a:pt x="565" y="7363"/>
                </a:cubicBezTo>
                <a:cubicBezTo>
                  <a:pt x="1524" y="8690"/>
                  <a:pt x="3211" y="9118"/>
                  <a:pt x="4909" y="9118"/>
                </a:cubicBezTo>
                <a:cubicBezTo>
                  <a:pt x="5448" y="9118"/>
                  <a:pt x="5988" y="9074"/>
                  <a:pt x="6506" y="9003"/>
                </a:cubicBezTo>
                <a:cubicBezTo>
                  <a:pt x="8845" y="8654"/>
                  <a:pt x="11103" y="7901"/>
                  <a:pt x="13200" y="6799"/>
                </a:cubicBezTo>
                <a:cubicBezTo>
                  <a:pt x="14706" y="5992"/>
                  <a:pt x="16265" y="4702"/>
                  <a:pt x="16184" y="3008"/>
                </a:cubicBezTo>
                <a:cubicBezTo>
                  <a:pt x="16184" y="2685"/>
                  <a:pt x="16104" y="2363"/>
                  <a:pt x="15916" y="2094"/>
                </a:cubicBezTo>
                <a:cubicBezTo>
                  <a:pt x="15754" y="1879"/>
                  <a:pt x="15539" y="1718"/>
                  <a:pt x="15324" y="1583"/>
                </a:cubicBezTo>
                <a:cubicBezTo>
                  <a:pt x="13633" y="518"/>
                  <a:pt x="11580" y="1"/>
                  <a:pt x="9512" y="1"/>
                </a:cubicBezTo>
                <a:close/>
              </a:path>
            </a:pathLst>
          </a:custGeom>
          <a:solidFill>
            <a:srgbClr val="EAFA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493;p38"/>
          <p:cNvSpPr txBox="1">
            <a:spLocks/>
          </p:cNvSpPr>
          <p:nvPr/>
        </p:nvSpPr>
        <p:spPr>
          <a:xfrm>
            <a:off x="4384574" y="1216271"/>
            <a:ext cx="5222639" cy="217093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600"/>
              <a:buFont typeface="Montserrat Black"/>
              <a:buNone/>
              <a:defRPr sz="4900" b="0" i="0" u="none" strike="noStrike" cap="none">
                <a:solidFill>
                  <a:schemeClr val="dk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3600"/>
              <a:buFont typeface="Montserrat Black"/>
              <a:buNone/>
              <a:defRPr sz="3600" b="0" i="0" u="none" strike="noStrike" cap="none">
                <a:solidFill>
                  <a:schemeClr val="dk1"/>
                </a:solidFill>
                <a:latin typeface="Montserrat Black"/>
                <a:ea typeface="Montserrat Black"/>
                <a:cs typeface="Montserrat Black"/>
                <a:sym typeface="Montserrat Black"/>
              </a:defRPr>
            </a:lvl2pPr>
            <a:lvl3pPr marR="0" lvl="2" algn="ctr" rtl="0">
              <a:lnSpc>
                <a:spcPct val="100000"/>
              </a:lnSpc>
              <a:spcBef>
                <a:spcPts val="0"/>
              </a:spcBef>
              <a:spcAft>
                <a:spcPts val="0"/>
              </a:spcAft>
              <a:buClr>
                <a:schemeClr val="dk1"/>
              </a:buClr>
              <a:buSzPts val="3600"/>
              <a:buFont typeface="Montserrat Black"/>
              <a:buNone/>
              <a:defRPr sz="3600" b="0" i="0" u="none" strike="noStrike" cap="none">
                <a:solidFill>
                  <a:schemeClr val="dk1"/>
                </a:solidFill>
                <a:latin typeface="Montserrat Black"/>
                <a:ea typeface="Montserrat Black"/>
                <a:cs typeface="Montserrat Black"/>
                <a:sym typeface="Montserrat Black"/>
              </a:defRPr>
            </a:lvl3pPr>
            <a:lvl4pPr marR="0" lvl="3" algn="ctr" rtl="0">
              <a:lnSpc>
                <a:spcPct val="100000"/>
              </a:lnSpc>
              <a:spcBef>
                <a:spcPts val="0"/>
              </a:spcBef>
              <a:spcAft>
                <a:spcPts val="0"/>
              </a:spcAft>
              <a:buClr>
                <a:schemeClr val="dk1"/>
              </a:buClr>
              <a:buSzPts val="3600"/>
              <a:buFont typeface="Montserrat Black"/>
              <a:buNone/>
              <a:defRPr sz="3600" b="0" i="0" u="none" strike="noStrike" cap="none">
                <a:solidFill>
                  <a:schemeClr val="dk1"/>
                </a:solidFill>
                <a:latin typeface="Montserrat Black"/>
                <a:ea typeface="Montserrat Black"/>
                <a:cs typeface="Montserrat Black"/>
                <a:sym typeface="Montserrat Black"/>
              </a:defRPr>
            </a:lvl4pPr>
            <a:lvl5pPr marR="0" lvl="4" algn="ctr" rtl="0">
              <a:lnSpc>
                <a:spcPct val="100000"/>
              </a:lnSpc>
              <a:spcBef>
                <a:spcPts val="0"/>
              </a:spcBef>
              <a:spcAft>
                <a:spcPts val="0"/>
              </a:spcAft>
              <a:buClr>
                <a:schemeClr val="dk1"/>
              </a:buClr>
              <a:buSzPts val="3600"/>
              <a:buFont typeface="Montserrat Black"/>
              <a:buNone/>
              <a:defRPr sz="3600" b="0" i="0" u="none" strike="noStrike" cap="none">
                <a:solidFill>
                  <a:schemeClr val="dk1"/>
                </a:solidFill>
                <a:latin typeface="Montserrat Black"/>
                <a:ea typeface="Montserrat Black"/>
                <a:cs typeface="Montserrat Black"/>
                <a:sym typeface="Montserrat Black"/>
              </a:defRPr>
            </a:lvl5pPr>
            <a:lvl6pPr marR="0" lvl="5" algn="ctr" rtl="0">
              <a:lnSpc>
                <a:spcPct val="100000"/>
              </a:lnSpc>
              <a:spcBef>
                <a:spcPts val="0"/>
              </a:spcBef>
              <a:spcAft>
                <a:spcPts val="0"/>
              </a:spcAft>
              <a:buClr>
                <a:schemeClr val="dk1"/>
              </a:buClr>
              <a:buSzPts val="3600"/>
              <a:buFont typeface="Montserrat Black"/>
              <a:buNone/>
              <a:defRPr sz="3600" b="0" i="0" u="none" strike="noStrike" cap="none">
                <a:solidFill>
                  <a:schemeClr val="dk1"/>
                </a:solidFill>
                <a:latin typeface="Montserrat Black"/>
                <a:ea typeface="Montserrat Black"/>
                <a:cs typeface="Montserrat Black"/>
                <a:sym typeface="Montserrat Black"/>
              </a:defRPr>
            </a:lvl6pPr>
            <a:lvl7pPr marR="0" lvl="6" algn="ctr" rtl="0">
              <a:lnSpc>
                <a:spcPct val="100000"/>
              </a:lnSpc>
              <a:spcBef>
                <a:spcPts val="0"/>
              </a:spcBef>
              <a:spcAft>
                <a:spcPts val="0"/>
              </a:spcAft>
              <a:buClr>
                <a:schemeClr val="dk1"/>
              </a:buClr>
              <a:buSzPts val="3600"/>
              <a:buFont typeface="Montserrat Black"/>
              <a:buNone/>
              <a:defRPr sz="3600" b="0" i="0" u="none" strike="noStrike" cap="none">
                <a:solidFill>
                  <a:schemeClr val="dk1"/>
                </a:solidFill>
                <a:latin typeface="Montserrat Black"/>
                <a:ea typeface="Montserrat Black"/>
                <a:cs typeface="Montserrat Black"/>
                <a:sym typeface="Montserrat Black"/>
              </a:defRPr>
            </a:lvl7pPr>
            <a:lvl8pPr marR="0" lvl="7" algn="ctr" rtl="0">
              <a:lnSpc>
                <a:spcPct val="100000"/>
              </a:lnSpc>
              <a:spcBef>
                <a:spcPts val="0"/>
              </a:spcBef>
              <a:spcAft>
                <a:spcPts val="0"/>
              </a:spcAft>
              <a:buClr>
                <a:schemeClr val="dk1"/>
              </a:buClr>
              <a:buSzPts val="3600"/>
              <a:buFont typeface="Montserrat Black"/>
              <a:buNone/>
              <a:defRPr sz="3600" b="0" i="0" u="none" strike="noStrike" cap="none">
                <a:solidFill>
                  <a:schemeClr val="dk1"/>
                </a:solidFill>
                <a:latin typeface="Montserrat Black"/>
                <a:ea typeface="Montserrat Black"/>
                <a:cs typeface="Montserrat Black"/>
                <a:sym typeface="Montserrat Black"/>
              </a:defRPr>
            </a:lvl8pPr>
            <a:lvl9pPr marR="0" lvl="8" algn="ctr" rtl="0">
              <a:lnSpc>
                <a:spcPct val="100000"/>
              </a:lnSpc>
              <a:spcBef>
                <a:spcPts val="0"/>
              </a:spcBef>
              <a:spcAft>
                <a:spcPts val="0"/>
              </a:spcAft>
              <a:buClr>
                <a:schemeClr val="dk1"/>
              </a:buClr>
              <a:buSzPts val="3600"/>
              <a:buFont typeface="Montserrat Black"/>
              <a:buNone/>
              <a:defRPr sz="3600" b="0" i="0" u="none" strike="noStrike" cap="none">
                <a:solidFill>
                  <a:schemeClr val="dk1"/>
                </a:solidFill>
                <a:latin typeface="Montserrat Black"/>
                <a:ea typeface="Montserrat Black"/>
                <a:cs typeface="Montserrat Black"/>
                <a:sym typeface="Montserrat Black"/>
              </a:defRPr>
            </a:lvl9pPr>
          </a:lstStyle>
          <a:p>
            <a:pPr algn="l"/>
            <a:r>
              <a:rPr lang="es-MX" dirty="0"/>
              <a:t> </a:t>
            </a:r>
            <a:r>
              <a:rPr lang="es-MX" sz="4000" dirty="0"/>
              <a:t>Detección de oportunidades.</a:t>
            </a:r>
          </a:p>
        </p:txBody>
      </p:sp>
      <p:sp>
        <p:nvSpPr>
          <p:cNvPr id="70" name="Google Shape;493;p38">
            <a:extLst>
              <a:ext uri="{FF2B5EF4-FFF2-40B4-BE49-F238E27FC236}">
                <a16:creationId xmlns:a16="http://schemas.microsoft.com/office/drawing/2014/main" id="{C02ABCA8-7E39-EA58-1F2C-919BDF869066}"/>
              </a:ext>
            </a:extLst>
          </p:cNvPr>
          <p:cNvSpPr txBox="1">
            <a:spLocks/>
          </p:cNvSpPr>
          <p:nvPr/>
        </p:nvSpPr>
        <p:spPr>
          <a:xfrm>
            <a:off x="0" y="3830411"/>
            <a:ext cx="5140357" cy="38536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Montserrat Black"/>
              <a:buNone/>
              <a:defRPr sz="4500" b="0" i="0" u="none" strike="noStrike" cap="none">
                <a:solidFill>
                  <a:schemeClr val="dk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5200"/>
              <a:buFont typeface="Montserrat Black"/>
              <a:buNone/>
              <a:defRPr sz="5200" b="0" i="0" u="none" strike="noStrike" cap="none">
                <a:solidFill>
                  <a:schemeClr val="dk1"/>
                </a:solidFill>
                <a:latin typeface="Montserrat Black"/>
                <a:ea typeface="Montserrat Black"/>
                <a:cs typeface="Montserrat Black"/>
                <a:sym typeface="Montserrat Black"/>
              </a:defRPr>
            </a:lvl2pPr>
            <a:lvl3pPr marR="0" lvl="2" algn="ctr" rtl="0">
              <a:lnSpc>
                <a:spcPct val="100000"/>
              </a:lnSpc>
              <a:spcBef>
                <a:spcPts val="0"/>
              </a:spcBef>
              <a:spcAft>
                <a:spcPts val="0"/>
              </a:spcAft>
              <a:buClr>
                <a:schemeClr val="dk1"/>
              </a:buClr>
              <a:buSzPts val="5200"/>
              <a:buFont typeface="Montserrat Black"/>
              <a:buNone/>
              <a:defRPr sz="5200" b="0" i="0" u="none" strike="noStrike" cap="none">
                <a:solidFill>
                  <a:schemeClr val="dk1"/>
                </a:solidFill>
                <a:latin typeface="Montserrat Black"/>
                <a:ea typeface="Montserrat Black"/>
                <a:cs typeface="Montserrat Black"/>
                <a:sym typeface="Montserrat Black"/>
              </a:defRPr>
            </a:lvl3pPr>
            <a:lvl4pPr marR="0" lvl="3" algn="ctr" rtl="0">
              <a:lnSpc>
                <a:spcPct val="100000"/>
              </a:lnSpc>
              <a:spcBef>
                <a:spcPts val="0"/>
              </a:spcBef>
              <a:spcAft>
                <a:spcPts val="0"/>
              </a:spcAft>
              <a:buClr>
                <a:schemeClr val="dk1"/>
              </a:buClr>
              <a:buSzPts val="5200"/>
              <a:buFont typeface="Montserrat Black"/>
              <a:buNone/>
              <a:defRPr sz="5200" b="0" i="0" u="none" strike="noStrike" cap="none">
                <a:solidFill>
                  <a:schemeClr val="dk1"/>
                </a:solidFill>
                <a:latin typeface="Montserrat Black"/>
                <a:ea typeface="Montserrat Black"/>
                <a:cs typeface="Montserrat Black"/>
                <a:sym typeface="Montserrat Black"/>
              </a:defRPr>
            </a:lvl4pPr>
            <a:lvl5pPr marR="0" lvl="4" algn="ctr" rtl="0">
              <a:lnSpc>
                <a:spcPct val="100000"/>
              </a:lnSpc>
              <a:spcBef>
                <a:spcPts val="0"/>
              </a:spcBef>
              <a:spcAft>
                <a:spcPts val="0"/>
              </a:spcAft>
              <a:buClr>
                <a:schemeClr val="dk1"/>
              </a:buClr>
              <a:buSzPts val="5200"/>
              <a:buFont typeface="Montserrat Black"/>
              <a:buNone/>
              <a:defRPr sz="5200" b="0" i="0" u="none" strike="noStrike" cap="none">
                <a:solidFill>
                  <a:schemeClr val="dk1"/>
                </a:solidFill>
                <a:latin typeface="Montserrat Black"/>
                <a:ea typeface="Montserrat Black"/>
                <a:cs typeface="Montserrat Black"/>
                <a:sym typeface="Montserrat Black"/>
              </a:defRPr>
            </a:lvl5pPr>
            <a:lvl6pPr marR="0" lvl="5" algn="ctr" rtl="0">
              <a:lnSpc>
                <a:spcPct val="100000"/>
              </a:lnSpc>
              <a:spcBef>
                <a:spcPts val="0"/>
              </a:spcBef>
              <a:spcAft>
                <a:spcPts val="0"/>
              </a:spcAft>
              <a:buClr>
                <a:schemeClr val="dk1"/>
              </a:buClr>
              <a:buSzPts val="5200"/>
              <a:buFont typeface="Montserrat Black"/>
              <a:buNone/>
              <a:defRPr sz="5200" b="0" i="0" u="none" strike="noStrike" cap="none">
                <a:solidFill>
                  <a:schemeClr val="dk1"/>
                </a:solidFill>
                <a:latin typeface="Montserrat Black"/>
                <a:ea typeface="Montserrat Black"/>
                <a:cs typeface="Montserrat Black"/>
                <a:sym typeface="Montserrat Black"/>
              </a:defRPr>
            </a:lvl6pPr>
            <a:lvl7pPr marR="0" lvl="6" algn="ctr" rtl="0">
              <a:lnSpc>
                <a:spcPct val="100000"/>
              </a:lnSpc>
              <a:spcBef>
                <a:spcPts val="0"/>
              </a:spcBef>
              <a:spcAft>
                <a:spcPts val="0"/>
              </a:spcAft>
              <a:buClr>
                <a:schemeClr val="dk1"/>
              </a:buClr>
              <a:buSzPts val="5200"/>
              <a:buFont typeface="Montserrat Black"/>
              <a:buNone/>
              <a:defRPr sz="5200" b="0" i="0" u="none" strike="noStrike" cap="none">
                <a:solidFill>
                  <a:schemeClr val="dk1"/>
                </a:solidFill>
                <a:latin typeface="Montserrat Black"/>
                <a:ea typeface="Montserrat Black"/>
                <a:cs typeface="Montserrat Black"/>
                <a:sym typeface="Montserrat Black"/>
              </a:defRPr>
            </a:lvl7pPr>
            <a:lvl8pPr marR="0" lvl="7" algn="ctr" rtl="0">
              <a:lnSpc>
                <a:spcPct val="100000"/>
              </a:lnSpc>
              <a:spcBef>
                <a:spcPts val="0"/>
              </a:spcBef>
              <a:spcAft>
                <a:spcPts val="0"/>
              </a:spcAft>
              <a:buClr>
                <a:schemeClr val="dk1"/>
              </a:buClr>
              <a:buSzPts val="5200"/>
              <a:buFont typeface="Montserrat Black"/>
              <a:buNone/>
              <a:defRPr sz="5200" b="0" i="0" u="none" strike="noStrike" cap="none">
                <a:solidFill>
                  <a:schemeClr val="dk1"/>
                </a:solidFill>
                <a:latin typeface="Montserrat Black"/>
                <a:ea typeface="Montserrat Black"/>
                <a:cs typeface="Montserrat Black"/>
                <a:sym typeface="Montserrat Black"/>
              </a:defRPr>
            </a:lvl8pPr>
            <a:lvl9pPr marR="0" lvl="8" algn="ctr" rtl="0">
              <a:lnSpc>
                <a:spcPct val="100000"/>
              </a:lnSpc>
              <a:spcBef>
                <a:spcPts val="0"/>
              </a:spcBef>
              <a:spcAft>
                <a:spcPts val="0"/>
              </a:spcAft>
              <a:buClr>
                <a:schemeClr val="dk1"/>
              </a:buClr>
              <a:buSzPts val="5200"/>
              <a:buFont typeface="Montserrat Black"/>
              <a:buNone/>
              <a:defRPr sz="5200" b="0" i="0" u="none" strike="noStrike" cap="none">
                <a:solidFill>
                  <a:schemeClr val="dk1"/>
                </a:solidFill>
                <a:latin typeface="Montserrat Black"/>
                <a:ea typeface="Montserrat Black"/>
                <a:cs typeface="Montserrat Black"/>
                <a:sym typeface="Montserrat Black"/>
              </a:defRPr>
            </a:lvl9pPr>
          </a:lstStyle>
          <a:p>
            <a:r>
              <a:rPr lang="es-ES" sz="1600" dirty="0"/>
              <a:t>Innovación y Emprendimiento I</a:t>
            </a:r>
          </a:p>
        </p:txBody>
      </p:sp>
      <p:grpSp>
        <p:nvGrpSpPr>
          <p:cNvPr id="79" name="Group 14">
            <a:extLst>
              <a:ext uri="{FF2B5EF4-FFF2-40B4-BE49-F238E27FC236}">
                <a16:creationId xmlns:a16="http://schemas.microsoft.com/office/drawing/2014/main" id="{CF0E6B2F-6D25-C509-A951-35AE4043B191}"/>
              </a:ext>
            </a:extLst>
          </p:cNvPr>
          <p:cNvGrpSpPr/>
          <p:nvPr/>
        </p:nvGrpSpPr>
        <p:grpSpPr>
          <a:xfrm>
            <a:off x="-1601721" y="4482077"/>
            <a:ext cx="18288000" cy="856676"/>
            <a:chOff x="0" y="0"/>
            <a:chExt cx="4816593" cy="225627"/>
          </a:xfrm>
        </p:grpSpPr>
        <p:sp>
          <p:nvSpPr>
            <p:cNvPr id="80" name="Freeform 15">
              <a:extLst>
                <a:ext uri="{FF2B5EF4-FFF2-40B4-BE49-F238E27FC236}">
                  <a16:creationId xmlns:a16="http://schemas.microsoft.com/office/drawing/2014/main" id="{83B25B75-2284-9555-12B5-D3E594263FFE}"/>
                </a:ext>
              </a:extLst>
            </p:cNvPr>
            <p:cNvSpPr/>
            <p:nvPr/>
          </p:nvSpPr>
          <p:spPr>
            <a:xfrm>
              <a:off x="0" y="0"/>
              <a:ext cx="4816592" cy="225627"/>
            </a:xfrm>
            <a:custGeom>
              <a:avLst/>
              <a:gdLst/>
              <a:ahLst/>
              <a:cxnLst/>
              <a:rect l="l" t="t" r="r" b="b"/>
              <a:pathLst>
                <a:path w="4816592" h="225627">
                  <a:moveTo>
                    <a:pt x="0" y="0"/>
                  </a:moveTo>
                  <a:lnTo>
                    <a:pt x="4816592" y="0"/>
                  </a:lnTo>
                  <a:lnTo>
                    <a:pt x="4816592" y="225627"/>
                  </a:lnTo>
                  <a:lnTo>
                    <a:pt x="0" y="225627"/>
                  </a:lnTo>
                  <a:close/>
                </a:path>
              </a:pathLst>
            </a:custGeom>
            <a:solidFill>
              <a:srgbClr val="FFFFFF"/>
            </a:solidFill>
          </p:spPr>
          <p:txBody>
            <a:bodyPr/>
            <a:lstStyle/>
            <a:p>
              <a:endParaRPr lang="es-CL"/>
            </a:p>
          </p:txBody>
        </p:sp>
        <p:sp>
          <p:nvSpPr>
            <p:cNvPr id="81" name="TextBox 16">
              <a:extLst>
                <a:ext uri="{FF2B5EF4-FFF2-40B4-BE49-F238E27FC236}">
                  <a16:creationId xmlns:a16="http://schemas.microsoft.com/office/drawing/2014/main" id="{4C800803-DE69-7218-A820-7B08F5C72CC4}"/>
                </a:ext>
              </a:extLst>
            </p:cNvPr>
            <p:cNvSpPr txBox="1"/>
            <p:nvPr/>
          </p:nvSpPr>
          <p:spPr>
            <a:xfrm>
              <a:off x="0" y="-28575"/>
              <a:ext cx="4816593" cy="254202"/>
            </a:xfrm>
            <a:prstGeom prst="rect">
              <a:avLst/>
            </a:prstGeom>
          </p:spPr>
          <p:txBody>
            <a:bodyPr lIns="50800" tIns="50800" rIns="50800" bIns="50800" rtlCol="0" anchor="ctr"/>
            <a:lstStyle/>
            <a:p>
              <a:pPr algn="ctr">
                <a:lnSpc>
                  <a:spcPts val="2659"/>
                </a:lnSpc>
              </a:pPr>
              <a:endParaRPr/>
            </a:p>
          </p:txBody>
        </p:sp>
      </p:grpSp>
      <p:sp>
        <p:nvSpPr>
          <p:cNvPr id="82" name="Freeform 17">
            <a:extLst>
              <a:ext uri="{FF2B5EF4-FFF2-40B4-BE49-F238E27FC236}">
                <a16:creationId xmlns:a16="http://schemas.microsoft.com/office/drawing/2014/main" id="{90049126-6A02-EBBD-9152-DA20BA14A260}"/>
              </a:ext>
            </a:extLst>
          </p:cNvPr>
          <p:cNvSpPr/>
          <p:nvPr/>
        </p:nvSpPr>
        <p:spPr>
          <a:xfrm>
            <a:off x="3220602" y="4482077"/>
            <a:ext cx="2702796" cy="647086"/>
          </a:xfrm>
          <a:custGeom>
            <a:avLst/>
            <a:gdLst/>
            <a:ahLst/>
            <a:cxnLst/>
            <a:rect l="l" t="t" r="r" b="b"/>
            <a:pathLst>
              <a:path w="2702796" h="647086">
                <a:moveTo>
                  <a:pt x="0" y="0"/>
                </a:moveTo>
                <a:lnTo>
                  <a:pt x="2702796" y="0"/>
                </a:lnTo>
                <a:lnTo>
                  <a:pt x="2702796" y="647087"/>
                </a:lnTo>
                <a:lnTo>
                  <a:pt x="0" y="647087"/>
                </a:lnTo>
                <a:lnTo>
                  <a:pt x="0" y="0"/>
                </a:lnTo>
                <a:close/>
              </a:path>
            </a:pathLst>
          </a:custGeom>
          <a:blipFill>
            <a:blip r:embed="rId3"/>
            <a:stretch>
              <a:fillRect/>
            </a:stretch>
          </a:blipFill>
        </p:spPr>
        <p:txBody>
          <a:bodyPr/>
          <a:lstStyle/>
          <a:p>
            <a:endParaRPr lang="es-CL"/>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6"/>
        <p:cNvGrpSpPr/>
        <p:nvPr/>
      </p:nvGrpSpPr>
      <p:grpSpPr>
        <a:xfrm>
          <a:off x="0" y="0"/>
          <a:ext cx="0" cy="0"/>
          <a:chOff x="0" y="0"/>
          <a:chExt cx="0" cy="0"/>
        </a:xfrm>
      </p:grpSpPr>
      <p:grpSp>
        <p:nvGrpSpPr>
          <p:cNvPr id="1347" name="Google Shape;1347;p52"/>
          <p:cNvGrpSpPr/>
          <p:nvPr/>
        </p:nvGrpSpPr>
        <p:grpSpPr>
          <a:xfrm>
            <a:off x="5027490" y="1848703"/>
            <a:ext cx="1174194" cy="1174194"/>
            <a:chOff x="5586574" y="-168025"/>
            <a:chExt cx="1174194" cy="1174194"/>
          </a:xfrm>
        </p:grpSpPr>
        <p:sp>
          <p:nvSpPr>
            <p:cNvPr id="1348" name="Google Shape;1348;p52"/>
            <p:cNvSpPr/>
            <p:nvPr/>
          </p:nvSpPr>
          <p:spPr>
            <a:xfrm>
              <a:off x="5586574" y="-168025"/>
              <a:ext cx="1174194" cy="1174194"/>
            </a:xfrm>
            <a:custGeom>
              <a:avLst/>
              <a:gdLst/>
              <a:ahLst/>
              <a:cxnLst/>
              <a:rect l="l" t="t" r="r" b="b"/>
              <a:pathLst>
                <a:path w="15970" h="15970" extrusionOk="0">
                  <a:moveTo>
                    <a:pt x="7985" y="4570"/>
                  </a:moveTo>
                  <a:cubicBezTo>
                    <a:pt x="9867" y="4570"/>
                    <a:pt x="11399" y="6103"/>
                    <a:pt x="11399" y="7985"/>
                  </a:cubicBezTo>
                  <a:cubicBezTo>
                    <a:pt x="11399" y="9867"/>
                    <a:pt x="9867" y="11399"/>
                    <a:pt x="7985" y="11399"/>
                  </a:cubicBezTo>
                  <a:cubicBezTo>
                    <a:pt x="6103" y="11399"/>
                    <a:pt x="4571" y="9867"/>
                    <a:pt x="4571" y="7985"/>
                  </a:cubicBezTo>
                  <a:cubicBezTo>
                    <a:pt x="4571" y="6103"/>
                    <a:pt x="6103" y="4570"/>
                    <a:pt x="7985" y="4570"/>
                  </a:cubicBezTo>
                  <a:close/>
                  <a:moveTo>
                    <a:pt x="7098" y="0"/>
                  </a:moveTo>
                  <a:lnTo>
                    <a:pt x="6668" y="2178"/>
                  </a:lnTo>
                  <a:cubicBezTo>
                    <a:pt x="5996" y="2339"/>
                    <a:pt x="5377" y="2581"/>
                    <a:pt x="4840" y="2957"/>
                  </a:cubicBezTo>
                  <a:lnTo>
                    <a:pt x="2958" y="1721"/>
                  </a:lnTo>
                  <a:lnTo>
                    <a:pt x="1721" y="2957"/>
                  </a:lnTo>
                  <a:lnTo>
                    <a:pt x="2958" y="4812"/>
                  </a:lnTo>
                  <a:cubicBezTo>
                    <a:pt x="2608" y="5377"/>
                    <a:pt x="2340" y="5995"/>
                    <a:pt x="2178" y="6667"/>
                  </a:cubicBezTo>
                  <a:lnTo>
                    <a:pt x="1" y="7097"/>
                  </a:lnTo>
                  <a:lnTo>
                    <a:pt x="1" y="8872"/>
                  </a:lnTo>
                  <a:lnTo>
                    <a:pt x="2178" y="9302"/>
                  </a:lnTo>
                  <a:cubicBezTo>
                    <a:pt x="2340" y="9974"/>
                    <a:pt x="2608" y="10592"/>
                    <a:pt x="2958" y="11130"/>
                  </a:cubicBezTo>
                  <a:lnTo>
                    <a:pt x="1721" y="13012"/>
                  </a:lnTo>
                  <a:lnTo>
                    <a:pt x="2958" y="14249"/>
                  </a:lnTo>
                  <a:lnTo>
                    <a:pt x="4840" y="13012"/>
                  </a:lnTo>
                  <a:cubicBezTo>
                    <a:pt x="5377" y="13361"/>
                    <a:pt x="5996" y="13630"/>
                    <a:pt x="6668" y="13792"/>
                  </a:cubicBezTo>
                  <a:lnTo>
                    <a:pt x="7098" y="15969"/>
                  </a:lnTo>
                  <a:lnTo>
                    <a:pt x="8872" y="15969"/>
                  </a:lnTo>
                  <a:lnTo>
                    <a:pt x="9303" y="13792"/>
                  </a:lnTo>
                  <a:cubicBezTo>
                    <a:pt x="9975" y="13630"/>
                    <a:pt x="10593" y="13361"/>
                    <a:pt x="11158" y="13012"/>
                  </a:cubicBezTo>
                  <a:lnTo>
                    <a:pt x="13013" y="14249"/>
                  </a:lnTo>
                  <a:lnTo>
                    <a:pt x="14249" y="13012"/>
                  </a:lnTo>
                  <a:lnTo>
                    <a:pt x="13013" y="11130"/>
                  </a:lnTo>
                  <a:cubicBezTo>
                    <a:pt x="13362" y="10592"/>
                    <a:pt x="13631" y="9974"/>
                    <a:pt x="13792" y="9302"/>
                  </a:cubicBezTo>
                  <a:lnTo>
                    <a:pt x="15970" y="8872"/>
                  </a:lnTo>
                  <a:lnTo>
                    <a:pt x="15970" y="7097"/>
                  </a:lnTo>
                  <a:lnTo>
                    <a:pt x="13792" y="6667"/>
                  </a:lnTo>
                  <a:cubicBezTo>
                    <a:pt x="13631" y="5995"/>
                    <a:pt x="13389" y="5377"/>
                    <a:pt x="13013" y="4812"/>
                  </a:cubicBezTo>
                  <a:lnTo>
                    <a:pt x="14249" y="2957"/>
                  </a:lnTo>
                  <a:lnTo>
                    <a:pt x="13013" y="1721"/>
                  </a:lnTo>
                  <a:lnTo>
                    <a:pt x="11158" y="2957"/>
                  </a:lnTo>
                  <a:cubicBezTo>
                    <a:pt x="10593" y="2608"/>
                    <a:pt x="9975" y="2339"/>
                    <a:pt x="9303" y="2178"/>
                  </a:cubicBezTo>
                  <a:lnTo>
                    <a:pt x="88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52"/>
            <p:cNvSpPr/>
            <p:nvPr/>
          </p:nvSpPr>
          <p:spPr>
            <a:xfrm>
              <a:off x="5831702" y="77030"/>
              <a:ext cx="685915" cy="684003"/>
            </a:xfrm>
            <a:custGeom>
              <a:avLst/>
              <a:gdLst/>
              <a:ahLst/>
              <a:cxnLst/>
              <a:rect l="l" t="t" r="r" b="b"/>
              <a:pathLst>
                <a:path w="9329" h="9303" extrusionOk="0">
                  <a:moveTo>
                    <a:pt x="4651" y="1237"/>
                  </a:moveTo>
                  <a:cubicBezTo>
                    <a:pt x="6533" y="1237"/>
                    <a:pt x="8065" y="2770"/>
                    <a:pt x="8065" y="4652"/>
                  </a:cubicBezTo>
                  <a:cubicBezTo>
                    <a:pt x="8065" y="6534"/>
                    <a:pt x="6533" y="8066"/>
                    <a:pt x="4651" y="8066"/>
                  </a:cubicBezTo>
                  <a:cubicBezTo>
                    <a:pt x="2769" y="8066"/>
                    <a:pt x="1237" y="6534"/>
                    <a:pt x="1237" y="4652"/>
                  </a:cubicBezTo>
                  <a:cubicBezTo>
                    <a:pt x="1237" y="2770"/>
                    <a:pt x="2769" y="1237"/>
                    <a:pt x="4651" y="1237"/>
                  </a:cubicBezTo>
                  <a:close/>
                  <a:moveTo>
                    <a:pt x="4651" y="1"/>
                  </a:moveTo>
                  <a:cubicBezTo>
                    <a:pt x="2070" y="1"/>
                    <a:pt x="0" y="2071"/>
                    <a:pt x="0" y="4652"/>
                  </a:cubicBezTo>
                  <a:cubicBezTo>
                    <a:pt x="0" y="7233"/>
                    <a:pt x="2070" y="9303"/>
                    <a:pt x="4651" y="9303"/>
                  </a:cubicBezTo>
                  <a:cubicBezTo>
                    <a:pt x="7232" y="9303"/>
                    <a:pt x="9329" y="7233"/>
                    <a:pt x="9329" y="4652"/>
                  </a:cubicBezTo>
                  <a:cubicBezTo>
                    <a:pt x="9329" y="2071"/>
                    <a:pt x="7232" y="1"/>
                    <a:pt x="46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0" name="Google Shape;1350;p52"/>
          <p:cNvSpPr txBox="1">
            <a:spLocks noGrp="1"/>
          </p:cNvSpPr>
          <p:nvPr>
            <p:ph type="title"/>
          </p:nvPr>
        </p:nvSpPr>
        <p:spPr>
          <a:xfrm>
            <a:off x="2251530" y="134171"/>
            <a:ext cx="4933687" cy="1426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200" dirty="0"/>
              <a:t>Objetivo Aprendizaje: </a:t>
            </a:r>
            <a:endParaRPr sz="3200" dirty="0"/>
          </a:p>
        </p:txBody>
      </p:sp>
      <p:sp>
        <p:nvSpPr>
          <p:cNvPr id="1351" name="Google Shape;1351;p52"/>
          <p:cNvSpPr txBox="1">
            <a:spLocks noGrp="1"/>
          </p:cNvSpPr>
          <p:nvPr>
            <p:ph type="body" idx="1"/>
          </p:nvPr>
        </p:nvSpPr>
        <p:spPr>
          <a:xfrm>
            <a:off x="305525" y="1602983"/>
            <a:ext cx="4699800" cy="508500"/>
          </a:xfrm>
          <a:prstGeom prst="rect">
            <a:avLst/>
          </a:prstGeom>
        </p:spPr>
        <p:txBody>
          <a:bodyPr spcFirstLastPara="1" wrap="square" lIns="91425" tIns="91425" rIns="91425" bIns="91425" anchor="t" anchorCtr="0">
            <a:noAutofit/>
          </a:bodyPr>
          <a:lstStyle/>
          <a:p>
            <a:pPr marL="0" lvl="0" indent="0" algn="just">
              <a:spcAft>
                <a:spcPts val="1200"/>
              </a:spcAft>
              <a:buNone/>
            </a:pPr>
            <a:r>
              <a:rPr lang="es-MX" dirty="0"/>
              <a:t>Desarrollar habilidades para realizar entrevistas efectivas a usuarios, formulando preguntas adecuadas, recopilando información relevante y analizando datos para comprender sus experiencias y necesidades respecto a un producto o servicio.</a:t>
            </a:r>
            <a:endParaRPr dirty="0"/>
          </a:p>
        </p:txBody>
      </p:sp>
      <p:grpSp>
        <p:nvGrpSpPr>
          <p:cNvPr id="1352" name="Google Shape;1352;p52"/>
          <p:cNvGrpSpPr/>
          <p:nvPr/>
        </p:nvGrpSpPr>
        <p:grpSpPr>
          <a:xfrm>
            <a:off x="6995661" y="93258"/>
            <a:ext cx="2582904" cy="4264011"/>
            <a:chOff x="5678775" y="706775"/>
            <a:chExt cx="2357955" cy="3892652"/>
          </a:xfrm>
        </p:grpSpPr>
        <p:sp>
          <p:nvSpPr>
            <p:cNvPr id="1353" name="Google Shape;1353;p52"/>
            <p:cNvSpPr/>
            <p:nvPr/>
          </p:nvSpPr>
          <p:spPr>
            <a:xfrm>
              <a:off x="5678775" y="706775"/>
              <a:ext cx="1216339" cy="2505488"/>
            </a:xfrm>
            <a:custGeom>
              <a:avLst/>
              <a:gdLst/>
              <a:ahLst/>
              <a:cxnLst/>
              <a:rect l="l" t="t" r="r" b="b"/>
              <a:pathLst>
                <a:path w="41096" h="84652" extrusionOk="0">
                  <a:moveTo>
                    <a:pt x="2007" y="0"/>
                  </a:moveTo>
                  <a:cubicBezTo>
                    <a:pt x="912" y="0"/>
                    <a:pt x="1" y="912"/>
                    <a:pt x="1" y="2037"/>
                  </a:cubicBezTo>
                  <a:lnTo>
                    <a:pt x="1" y="81916"/>
                  </a:lnTo>
                  <a:cubicBezTo>
                    <a:pt x="1" y="83436"/>
                    <a:pt x="1216" y="84652"/>
                    <a:pt x="2706" y="84652"/>
                  </a:cubicBezTo>
                  <a:lnTo>
                    <a:pt x="38390" y="84652"/>
                  </a:lnTo>
                  <a:cubicBezTo>
                    <a:pt x="39880" y="84652"/>
                    <a:pt x="41096" y="83406"/>
                    <a:pt x="41096" y="81916"/>
                  </a:cubicBezTo>
                  <a:lnTo>
                    <a:pt x="41096" y="2037"/>
                  </a:lnTo>
                  <a:cubicBezTo>
                    <a:pt x="41096" y="912"/>
                    <a:pt x="40184" y="31"/>
                    <a:pt x="3908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54" name="Google Shape;1354;p52"/>
            <p:cNvSpPr/>
            <p:nvPr/>
          </p:nvSpPr>
          <p:spPr>
            <a:xfrm>
              <a:off x="5855115" y="1986942"/>
              <a:ext cx="863655" cy="53986"/>
            </a:xfrm>
            <a:custGeom>
              <a:avLst/>
              <a:gdLst/>
              <a:ahLst/>
              <a:cxnLst/>
              <a:rect l="l" t="t" r="r" b="b"/>
              <a:pathLst>
                <a:path w="29180" h="1824" extrusionOk="0">
                  <a:moveTo>
                    <a:pt x="912" y="0"/>
                  </a:moveTo>
                  <a:cubicBezTo>
                    <a:pt x="395" y="0"/>
                    <a:pt x="0" y="426"/>
                    <a:pt x="0" y="912"/>
                  </a:cubicBezTo>
                  <a:cubicBezTo>
                    <a:pt x="0" y="1429"/>
                    <a:pt x="395" y="1824"/>
                    <a:pt x="912" y="1824"/>
                  </a:cubicBezTo>
                  <a:lnTo>
                    <a:pt x="28299" y="1824"/>
                  </a:lnTo>
                  <a:cubicBezTo>
                    <a:pt x="28785" y="1824"/>
                    <a:pt x="29180" y="1429"/>
                    <a:pt x="29180" y="912"/>
                  </a:cubicBezTo>
                  <a:cubicBezTo>
                    <a:pt x="29180" y="426"/>
                    <a:pt x="28785" y="0"/>
                    <a:pt x="282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55" name="Google Shape;1355;p52"/>
            <p:cNvSpPr/>
            <p:nvPr/>
          </p:nvSpPr>
          <p:spPr>
            <a:xfrm>
              <a:off x="5855115" y="2156948"/>
              <a:ext cx="863655" cy="53128"/>
            </a:xfrm>
            <a:custGeom>
              <a:avLst/>
              <a:gdLst/>
              <a:ahLst/>
              <a:cxnLst/>
              <a:rect l="l" t="t" r="r" b="b"/>
              <a:pathLst>
                <a:path w="29180" h="1795" extrusionOk="0">
                  <a:moveTo>
                    <a:pt x="912" y="1"/>
                  </a:moveTo>
                  <a:cubicBezTo>
                    <a:pt x="395" y="1"/>
                    <a:pt x="0" y="396"/>
                    <a:pt x="0" y="913"/>
                  </a:cubicBezTo>
                  <a:cubicBezTo>
                    <a:pt x="0" y="1399"/>
                    <a:pt x="395" y="1794"/>
                    <a:pt x="912" y="1794"/>
                  </a:cubicBezTo>
                  <a:lnTo>
                    <a:pt x="28299" y="1794"/>
                  </a:lnTo>
                  <a:cubicBezTo>
                    <a:pt x="28785" y="1794"/>
                    <a:pt x="29180" y="1399"/>
                    <a:pt x="29180" y="913"/>
                  </a:cubicBezTo>
                  <a:cubicBezTo>
                    <a:pt x="29180" y="396"/>
                    <a:pt x="28785" y="1"/>
                    <a:pt x="282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56" name="Google Shape;1356;p52"/>
            <p:cNvSpPr/>
            <p:nvPr/>
          </p:nvSpPr>
          <p:spPr>
            <a:xfrm>
              <a:off x="5855115" y="2326096"/>
              <a:ext cx="863655" cy="53986"/>
            </a:xfrm>
            <a:custGeom>
              <a:avLst/>
              <a:gdLst/>
              <a:ahLst/>
              <a:cxnLst/>
              <a:rect l="l" t="t" r="r" b="b"/>
              <a:pathLst>
                <a:path w="29180" h="1824" extrusionOk="0">
                  <a:moveTo>
                    <a:pt x="912" y="0"/>
                  </a:moveTo>
                  <a:cubicBezTo>
                    <a:pt x="395" y="0"/>
                    <a:pt x="0" y="426"/>
                    <a:pt x="0" y="912"/>
                  </a:cubicBezTo>
                  <a:cubicBezTo>
                    <a:pt x="0" y="1429"/>
                    <a:pt x="395" y="1824"/>
                    <a:pt x="912" y="1824"/>
                  </a:cubicBezTo>
                  <a:lnTo>
                    <a:pt x="28299" y="1824"/>
                  </a:lnTo>
                  <a:cubicBezTo>
                    <a:pt x="28785" y="1824"/>
                    <a:pt x="29180" y="1429"/>
                    <a:pt x="29180" y="912"/>
                  </a:cubicBezTo>
                  <a:cubicBezTo>
                    <a:pt x="29180" y="426"/>
                    <a:pt x="28785" y="0"/>
                    <a:pt x="282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57" name="Google Shape;1357;p52"/>
            <p:cNvSpPr/>
            <p:nvPr/>
          </p:nvSpPr>
          <p:spPr>
            <a:xfrm>
              <a:off x="5855115" y="2496102"/>
              <a:ext cx="863655" cy="53128"/>
            </a:xfrm>
            <a:custGeom>
              <a:avLst/>
              <a:gdLst/>
              <a:ahLst/>
              <a:cxnLst/>
              <a:rect l="l" t="t" r="r" b="b"/>
              <a:pathLst>
                <a:path w="29180" h="1795" extrusionOk="0">
                  <a:moveTo>
                    <a:pt x="912" y="1"/>
                  </a:moveTo>
                  <a:cubicBezTo>
                    <a:pt x="395" y="1"/>
                    <a:pt x="0" y="396"/>
                    <a:pt x="0" y="913"/>
                  </a:cubicBezTo>
                  <a:cubicBezTo>
                    <a:pt x="0" y="1399"/>
                    <a:pt x="395" y="1794"/>
                    <a:pt x="912" y="1794"/>
                  </a:cubicBezTo>
                  <a:lnTo>
                    <a:pt x="28299" y="1794"/>
                  </a:lnTo>
                  <a:cubicBezTo>
                    <a:pt x="28785" y="1794"/>
                    <a:pt x="29180" y="1399"/>
                    <a:pt x="29180" y="913"/>
                  </a:cubicBezTo>
                  <a:cubicBezTo>
                    <a:pt x="29180" y="396"/>
                    <a:pt x="28785" y="1"/>
                    <a:pt x="282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58" name="Google Shape;1358;p52"/>
            <p:cNvSpPr/>
            <p:nvPr/>
          </p:nvSpPr>
          <p:spPr>
            <a:xfrm>
              <a:off x="5855115" y="2665250"/>
              <a:ext cx="863655" cy="54015"/>
            </a:xfrm>
            <a:custGeom>
              <a:avLst/>
              <a:gdLst/>
              <a:ahLst/>
              <a:cxnLst/>
              <a:rect l="l" t="t" r="r" b="b"/>
              <a:pathLst>
                <a:path w="29180" h="1825" extrusionOk="0">
                  <a:moveTo>
                    <a:pt x="912" y="0"/>
                  </a:moveTo>
                  <a:cubicBezTo>
                    <a:pt x="395" y="0"/>
                    <a:pt x="0" y="426"/>
                    <a:pt x="0" y="912"/>
                  </a:cubicBezTo>
                  <a:cubicBezTo>
                    <a:pt x="0" y="1399"/>
                    <a:pt x="395" y="1824"/>
                    <a:pt x="912" y="1824"/>
                  </a:cubicBezTo>
                  <a:lnTo>
                    <a:pt x="28299" y="1824"/>
                  </a:lnTo>
                  <a:cubicBezTo>
                    <a:pt x="28785" y="1824"/>
                    <a:pt x="29180" y="1399"/>
                    <a:pt x="29180" y="912"/>
                  </a:cubicBezTo>
                  <a:cubicBezTo>
                    <a:pt x="29180" y="395"/>
                    <a:pt x="28785" y="0"/>
                    <a:pt x="282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59" name="Google Shape;1359;p52"/>
            <p:cNvSpPr/>
            <p:nvPr/>
          </p:nvSpPr>
          <p:spPr>
            <a:xfrm>
              <a:off x="5855115" y="2835285"/>
              <a:ext cx="863655" cy="53098"/>
            </a:xfrm>
            <a:custGeom>
              <a:avLst/>
              <a:gdLst/>
              <a:ahLst/>
              <a:cxnLst/>
              <a:rect l="l" t="t" r="r" b="b"/>
              <a:pathLst>
                <a:path w="29180" h="1794" extrusionOk="0">
                  <a:moveTo>
                    <a:pt x="912" y="0"/>
                  </a:moveTo>
                  <a:cubicBezTo>
                    <a:pt x="395" y="0"/>
                    <a:pt x="0" y="395"/>
                    <a:pt x="0" y="882"/>
                  </a:cubicBezTo>
                  <a:cubicBezTo>
                    <a:pt x="0" y="1398"/>
                    <a:pt x="395" y="1793"/>
                    <a:pt x="912" y="1793"/>
                  </a:cubicBezTo>
                  <a:lnTo>
                    <a:pt x="28299" y="1793"/>
                  </a:lnTo>
                  <a:cubicBezTo>
                    <a:pt x="28785" y="1793"/>
                    <a:pt x="29180" y="1398"/>
                    <a:pt x="29180" y="882"/>
                  </a:cubicBezTo>
                  <a:cubicBezTo>
                    <a:pt x="29180" y="395"/>
                    <a:pt x="28785" y="0"/>
                    <a:pt x="282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60" name="Google Shape;1360;p52"/>
            <p:cNvSpPr/>
            <p:nvPr/>
          </p:nvSpPr>
          <p:spPr>
            <a:xfrm>
              <a:off x="5678775" y="706775"/>
              <a:ext cx="1216339" cy="226717"/>
            </a:xfrm>
            <a:custGeom>
              <a:avLst/>
              <a:gdLst/>
              <a:ahLst/>
              <a:cxnLst/>
              <a:rect l="l" t="t" r="r" b="b"/>
              <a:pathLst>
                <a:path w="41096" h="7660" extrusionOk="0">
                  <a:moveTo>
                    <a:pt x="2007" y="0"/>
                  </a:moveTo>
                  <a:cubicBezTo>
                    <a:pt x="912" y="0"/>
                    <a:pt x="1" y="912"/>
                    <a:pt x="1" y="2037"/>
                  </a:cubicBezTo>
                  <a:lnTo>
                    <a:pt x="1" y="7660"/>
                  </a:lnTo>
                  <a:lnTo>
                    <a:pt x="41096" y="7660"/>
                  </a:lnTo>
                  <a:lnTo>
                    <a:pt x="41096" y="2037"/>
                  </a:lnTo>
                  <a:cubicBezTo>
                    <a:pt x="41096" y="912"/>
                    <a:pt x="40184" y="31"/>
                    <a:pt x="390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61" name="Google Shape;1361;p52"/>
            <p:cNvSpPr/>
            <p:nvPr/>
          </p:nvSpPr>
          <p:spPr>
            <a:xfrm>
              <a:off x="6521733" y="769728"/>
              <a:ext cx="79203" cy="79203"/>
            </a:xfrm>
            <a:custGeom>
              <a:avLst/>
              <a:gdLst/>
              <a:ahLst/>
              <a:cxnLst/>
              <a:rect l="l" t="t" r="r" b="b"/>
              <a:pathLst>
                <a:path w="2676" h="2676" extrusionOk="0">
                  <a:moveTo>
                    <a:pt x="1338" y="1"/>
                  </a:moveTo>
                  <a:cubicBezTo>
                    <a:pt x="578" y="1"/>
                    <a:pt x="0" y="609"/>
                    <a:pt x="0" y="1338"/>
                  </a:cubicBezTo>
                  <a:cubicBezTo>
                    <a:pt x="0" y="2098"/>
                    <a:pt x="578" y="2676"/>
                    <a:pt x="1338" y="2676"/>
                  </a:cubicBezTo>
                  <a:cubicBezTo>
                    <a:pt x="2067" y="2676"/>
                    <a:pt x="2675" y="2098"/>
                    <a:pt x="2675" y="1338"/>
                  </a:cubicBezTo>
                  <a:cubicBezTo>
                    <a:pt x="2675" y="609"/>
                    <a:pt x="2067" y="1"/>
                    <a:pt x="13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62" name="Google Shape;1362;p52"/>
            <p:cNvSpPr/>
            <p:nvPr/>
          </p:nvSpPr>
          <p:spPr>
            <a:xfrm>
              <a:off x="6649474" y="769728"/>
              <a:ext cx="79203" cy="79203"/>
            </a:xfrm>
            <a:custGeom>
              <a:avLst/>
              <a:gdLst/>
              <a:ahLst/>
              <a:cxnLst/>
              <a:rect l="l" t="t" r="r" b="b"/>
              <a:pathLst>
                <a:path w="2676" h="2676" extrusionOk="0">
                  <a:moveTo>
                    <a:pt x="1338" y="1"/>
                  </a:moveTo>
                  <a:cubicBezTo>
                    <a:pt x="608" y="1"/>
                    <a:pt x="1" y="609"/>
                    <a:pt x="1" y="1338"/>
                  </a:cubicBezTo>
                  <a:cubicBezTo>
                    <a:pt x="1" y="2098"/>
                    <a:pt x="608" y="2676"/>
                    <a:pt x="1338" y="2676"/>
                  </a:cubicBezTo>
                  <a:cubicBezTo>
                    <a:pt x="2098" y="2676"/>
                    <a:pt x="2675" y="2098"/>
                    <a:pt x="2675" y="1338"/>
                  </a:cubicBezTo>
                  <a:cubicBezTo>
                    <a:pt x="2675" y="609"/>
                    <a:pt x="2098" y="1"/>
                    <a:pt x="1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63" name="Google Shape;1363;p52"/>
            <p:cNvSpPr/>
            <p:nvPr/>
          </p:nvSpPr>
          <p:spPr>
            <a:xfrm>
              <a:off x="6772717" y="769728"/>
              <a:ext cx="79203" cy="79203"/>
            </a:xfrm>
            <a:custGeom>
              <a:avLst/>
              <a:gdLst/>
              <a:ahLst/>
              <a:cxnLst/>
              <a:rect l="l" t="t" r="r" b="b"/>
              <a:pathLst>
                <a:path w="2676" h="2676" extrusionOk="0">
                  <a:moveTo>
                    <a:pt x="1338" y="1"/>
                  </a:moveTo>
                  <a:cubicBezTo>
                    <a:pt x="578" y="1"/>
                    <a:pt x="1" y="609"/>
                    <a:pt x="1" y="1338"/>
                  </a:cubicBezTo>
                  <a:cubicBezTo>
                    <a:pt x="1" y="2098"/>
                    <a:pt x="578" y="2676"/>
                    <a:pt x="1338" y="2676"/>
                  </a:cubicBezTo>
                  <a:cubicBezTo>
                    <a:pt x="2068" y="2676"/>
                    <a:pt x="2676" y="2098"/>
                    <a:pt x="2676" y="1338"/>
                  </a:cubicBezTo>
                  <a:cubicBezTo>
                    <a:pt x="2676" y="609"/>
                    <a:pt x="2068" y="1"/>
                    <a:pt x="1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64" name="Google Shape;1364;p52"/>
            <p:cNvSpPr/>
            <p:nvPr/>
          </p:nvSpPr>
          <p:spPr>
            <a:xfrm>
              <a:off x="6025121" y="1355397"/>
              <a:ext cx="523639" cy="170955"/>
            </a:xfrm>
            <a:custGeom>
              <a:avLst/>
              <a:gdLst/>
              <a:ahLst/>
              <a:cxnLst/>
              <a:rect l="l" t="t" r="r" b="b"/>
              <a:pathLst>
                <a:path w="17692" h="5776" extrusionOk="0">
                  <a:moveTo>
                    <a:pt x="2797" y="0"/>
                  </a:moveTo>
                  <a:cubicBezTo>
                    <a:pt x="1278" y="0"/>
                    <a:pt x="1" y="1247"/>
                    <a:pt x="1" y="2797"/>
                  </a:cubicBezTo>
                  <a:lnTo>
                    <a:pt x="1" y="2979"/>
                  </a:lnTo>
                  <a:cubicBezTo>
                    <a:pt x="1" y="4529"/>
                    <a:pt x="1278" y="5776"/>
                    <a:pt x="2797" y="5776"/>
                  </a:cubicBezTo>
                  <a:lnTo>
                    <a:pt x="14895" y="5776"/>
                  </a:lnTo>
                  <a:cubicBezTo>
                    <a:pt x="16415" y="5776"/>
                    <a:pt x="17691" y="4529"/>
                    <a:pt x="17691" y="2979"/>
                  </a:cubicBezTo>
                  <a:lnTo>
                    <a:pt x="17691" y="2797"/>
                  </a:lnTo>
                  <a:cubicBezTo>
                    <a:pt x="17691" y="1247"/>
                    <a:pt x="16415" y="0"/>
                    <a:pt x="14895" y="0"/>
                  </a:cubicBezTo>
                  <a:close/>
                </a:path>
              </a:pathLst>
            </a:custGeom>
            <a:solidFill>
              <a:srgbClr val="E339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65" name="Google Shape;1365;p52"/>
            <p:cNvSpPr/>
            <p:nvPr/>
          </p:nvSpPr>
          <p:spPr>
            <a:xfrm>
              <a:off x="5914487" y="1161980"/>
              <a:ext cx="34215" cy="237520"/>
            </a:xfrm>
            <a:custGeom>
              <a:avLst/>
              <a:gdLst/>
              <a:ahLst/>
              <a:cxnLst/>
              <a:rect l="l" t="t" r="r" b="b"/>
              <a:pathLst>
                <a:path w="1156" h="8025" extrusionOk="0">
                  <a:moveTo>
                    <a:pt x="0" y="0"/>
                  </a:moveTo>
                  <a:lnTo>
                    <a:pt x="0" y="8025"/>
                  </a:lnTo>
                  <a:lnTo>
                    <a:pt x="1155" y="8025"/>
                  </a:lnTo>
                  <a:lnTo>
                    <a:pt x="11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66" name="Google Shape;1366;p52"/>
            <p:cNvSpPr/>
            <p:nvPr/>
          </p:nvSpPr>
          <p:spPr>
            <a:xfrm>
              <a:off x="5892881" y="1123296"/>
              <a:ext cx="77397" cy="77397"/>
            </a:xfrm>
            <a:custGeom>
              <a:avLst/>
              <a:gdLst/>
              <a:ahLst/>
              <a:cxnLst/>
              <a:rect l="l" t="t" r="r" b="b"/>
              <a:pathLst>
                <a:path w="2615" h="2615" extrusionOk="0">
                  <a:moveTo>
                    <a:pt x="1308" y="0"/>
                  </a:moveTo>
                  <a:cubicBezTo>
                    <a:pt x="578" y="0"/>
                    <a:pt x="1" y="578"/>
                    <a:pt x="1" y="1307"/>
                  </a:cubicBezTo>
                  <a:cubicBezTo>
                    <a:pt x="1" y="2037"/>
                    <a:pt x="578" y="2614"/>
                    <a:pt x="1308" y="2614"/>
                  </a:cubicBezTo>
                  <a:cubicBezTo>
                    <a:pt x="2007" y="2614"/>
                    <a:pt x="2615" y="2037"/>
                    <a:pt x="2615" y="1307"/>
                  </a:cubicBezTo>
                  <a:cubicBezTo>
                    <a:pt x="2615" y="578"/>
                    <a:pt x="2007" y="0"/>
                    <a:pt x="13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67" name="Google Shape;1367;p52"/>
            <p:cNvSpPr/>
            <p:nvPr/>
          </p:nvSpPr>
          <p:spPr>
            <a:xfrm>
              <a:off x="5914487" y="1332903"/>
              <a:ext cx="34215" cy="35103"/>
            </a:xfrm>
            <a:custGeom>
              <a:avLst/>
              <a:gdLst/>
              <a:ahLst/>
              <a:cxnLst/>
              <a:rect l="l" t="t" r="r" b="b"/>
              <a:pathLst>
                <a:path w="1156" h="1186" extrusionOk="0">
                  <a:moveTo>
                    <a:pt x="1155" y="0"/>
                  </a:moveTo>
                  <a:cubicBezTo>
                    <a:pt x="791" y="61"/>
                    <a:pt x="0" y="244"/>
                    <a:pt x="0" y="244"/>
                  </a:cubicBezTo>
                  <a:lnTo>
                    <a:pt x="0" y="1186"/>
                  </a:lnTo>
                  <a:cubicBezTo>
                    <a:pt x="395" y="1064"/>
                    <a:pt x="851" y="912"/>
                    <a:pt x="1155" y="821"/>
                  </a:cubicBezTo>
                  <a:lnTo>
                    <a:pt x="11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68" name="Google Shape;1368;p52"/>
            <p:cNvSpPr/>
            <p:nvPr/>
          </p:nvSpPr>
          <p:spPr>
            <a:xfrm>
              <a:off x="5812821" y="1428265"/>
              <a:ext cx="77397" cy="77397"/>
            </a:xfrm>
            <a:custGeom>
              <a:avLst/>
              <a:gdLst/>
              <a:ahLst/>
              <a:cxnLst/>
              <a:rect l="l" t="t" r="r" b="b"/>
              <a:pathLst>
                <a:path w="2615" h="2615" extrusionOk="0">
                  <a:moveTo>
                    <a:pt x="1308" y="0"/>
                  </a:moveTo>
                  <a:cubicBezTo>
                    <a:pt x="1216" y="0"/>
                    <a:pt x="1156" y="0"/>
                    <a:pt x="1064" y="31"/>
                  </a:cubicBezTo>
                  <a:cubicBezTo>
                    <a:pt x="456" y="152"/>
                    <a:pt x="1" y="669"/>
                    <a:pt x="1" y="1307"/>
                  </a:cubicBezTo>
                  <a:cubicBezTo>
                    <a:pt x="1" y="1946"/>
                    <a:pt x="456" y="2462"/>
                    <a:pt x="1064" y="2584"/>
                  </a:cubicBezTo>
                  <a:cubicBezTo>
                    <a:pt x="1156" y="2584"/>
                    <a:pt x="1216" y="2614"/>
                    <a:pt x="1308" y="2614"/>
                  </a:cubicBezTo>
                  <a:cubicBezTo>
                    <a:pt x="1429" y="2614"/>
                    <a:pt x="1520" y="2584"/>
                    <a:pt x="1611" y="2554"/>
                  </a:cubicBezTo>
                  <a:cubicBezTo>
                    <a:pt x="2189" y="2432"/>
                    <a:pt x="2615" y="1915"/>
                    <a:pt x="2615" y="1307"/>
                  </a:cubicBezTo>
                  <a:cubicBezTo>
                    <a:pt x="2615" y="699"/>
                    <a:pt x="2189" y="183"/>
                    <a:pt x="1611" y="31"/>
                  </a:cubicBezTo>
                  <a:cubicBezTo>
                    <a:pt x="1520" y="0"/>
                    <a:pt x="1399" y="0"/>
                    <a:pt x="13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69" name="Google Shape;1369;p52"/>
            <p:cNvSpPr/>
            <p:nvPr/>
          </p:nvSpPr>
          <p:spPr>
            <a:xfrm>
              <a:off x="5845200" y="1355397"/>
              <a:ext cx="318499" cy="223136"/>
            </a:xfrm>
            <a:custGeom>
              <a:avLst/>
              <a:gdLst/>
              <a:ahLst/>
              <a:cxnLst/>
              <a:rect l="l" t="t" r="r" b="b"/>
              <a:pathLst>
                <a:path w="10761" h="7539" extrusionOk="0">
                  <a:moveTo>
                    <a:pt x="3770" y="0"/>
                  </a:moveTo>
                  <a:cubicBezTo>
                    <a:pt x="3496" y="0"/>
                    <a:pt x="3253" y="31"/>
                    <a:pt x="3010" y="61"/>
                  </a:cubicBezTo>
                  <a:cubicBezTo>
                    <a:pt x="2250" y="213"/>
                    <a:pt x="1612" y="578"/>
                    <a:pt x="1095" y="1095"/>
                  </a:cubicBezTo>
                  <a:cubicBezTo>
                    <a:pt x="426" y="1794"/>
                    <a:pt x="1" y="2736"/>
                    <a:pt x="1" y="3769"/>
                  </a:cubicBezTo>
                  <a:cubicBezTo>
                    <a:pt x="1" y="5624"/>
                    <a:pt x="1338" y="7174"/>
                    <a:pt x="3101" y="7478"/>
                  </a:cubicBezTo>
                  <a:cubicBezTo>
                    <a:pt x="3314" y="7538"/>
                    <a:pt x="3557" y="7538"/>
                    <a:pt x="3770" y="7538"/>
                  </a:cubicBezTo>
                  <a:lnTo>
                    <a:pt x="6992" y="7538"/>
                  </a:lnTo>
                  <a:cubicBezTo>
                    <a:pt x="8025" y="7538"/>
                    <a:pt x="8967" y="7113"/>
                    <a:pt x="9636" y="6444"/>
                  </a:cubicBezTo>
                  <a:cubicBezTo>
                    <a:pt x="10335" y="5745"/>
                    <a:pt x="10761" y="4803"/>
                    <a:pt x="10761" y="3769"/>
                  </a:cubicBezTo>
                  <a:cubicBezTo>
                    <a:pt x="10761" y="1703"/>
                    <a:pt x="9059" y="0"/>
                    <a:pt x="69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70" name="Google Shape;1370;p52"/>
            <p:cNvSpPr/>
            <p:nvPr/>
          </p:nvSpPr>
          <p:spPr>
            <a:xfrm>
              <a:off x="5894687" y="1355397"/>
              <a:ext cx="116969" cy="223136"/>
            </a:xfrm>
            <a:custGeom>
              <a:avLst/>
              <a:gdLst/>
              <a:ahLst/>
              <a:cxnLst/>
              <a:rect l="l" t="t" r="r" b="b"/>
              <a:pathLst>
                <a:path w="3952" h="7539" extrusionOk="0">
                  <a:moveTo>
                    <a:pt x="2098" y="0"/>
                  </a:moveTo>
                  <a:cubicBezTo>
                    <a:pt x="1824" y="0"/>
                    <a:pt x="1581" y="31"/>
                    <a:pt x="1308" y="61"/>
                  </a:cubicBezTo>
                  <a:cubicBezTo>
                    <a:pt x="852" y="578"/>
                    <a:pt x="1" y="1824"/>
                    <a:pt x="183" y="3769"/>
                  </a:cubicBezTo>
                  <a:cubicBezTo>
                    <a:pt x="304" y="5411"/>
                    <a:pt x="912" y="6748"/>
                    <a:pt x="1429" y="7478"/>
                  </a:cubicBezTo>
                  <a:cubicBezTo>
                    <a:pt x="1642" y="7538"/>
                    <a:pt x="1855" y="7538"/>
                    <a:pt x="2098" y="7538"/>
                  </a:cubicBezTo>
                  <a:lnTo>
                    <a:pt x="3344" y="7538"/>
                  </a:lnTo>
                  <a:cubicBezTo>
                    <a:pt x="3374" y="7478"/>
                    <a:pt x="3374" y="7417"/>
                    <a:pt x="3374" y="7356"/>
                  </a:cubicBezTo>
                  <a:cubicBezTo>
                    <a:pt x="3496" y="6049"/>
                    <a:pt x="3952" y="1520"/>
                    <a:pt x="31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71" name="Google Shape;1371;p52"/>
            <p:cNvSpPr/>
            <p:nvPr/>
          </p:nvSpPr>
          <p:spPr>
            <a:xfrm>
              <a:off x="6636866" y="1161980"/>
              <a:ext cx="34215" cy="237520"/>
            </a:xfrm>
            <a:custGeom>
              <a:avLst/>
              <a:gdLst/>
              <a:ahLst/>
              <a:cxnLst/>
              <a:rect l="l" t="t" r="r" b="b"/>
              <a:pathLst>
                <a:path w="1156" h="8025" extrusionOk="0">
                  <a:moveTo>
                    <a:pt x="1" y="0"/>
                  </a:moveTo>
                  <a:lnTo>
                    <a:pt x="1" y="8025"/>
                  </a:lnTo>
                  <a:lnTo>
                    <a:pt x="1156" y="8025"/>
                  </a:lnTo>
                  <a:lnTo>
                    <a:pt x="115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72" name="Google Shape;1372;p52"/>
            <p:cNvSpPr/>
            <p:nvPr/>
          </p:nvSpPr>
          <p:spPr>
            <a:xfrm>
              <a:off x="6615290" y="1123296"/>
              <a:ext cx="76510" cy="77397"/>
            </a:xfrm>
            <a:custGeom>
              <a:avLst/>
              <a:gdLst/>
              <a:ahLst/>
              <a:cxnLst/>
              <a:rect l="l" t="t" r="r" b="b"/>
              <a:pathLst>
                <a:path w="2585" h="2615" extrusionOk="0">
                  <a:moveTo>
                    <a:pt x="1307" y="0"/>
                  </a:moveTo>
                  <a:cubicBezTo>
                    <a:pt x="578" y="0"/>
                    <a:pt x="0" y="578"/>
                    <a:pt x="0" y="1307"/>
                  </a:cubicBezTo>
                  <a:cubicBezTo>
                    <a:pt x="0" y="2037"/>
                    <a:pt x="578" y="2614"/>
                    <a:pt x="1307" y="2614"/>
                  </a:cubicBezTo>
                  <a:cubicBezTo>
                    <a:pt x="2007" y="2614"/>
                    <a:pt x="2584" y="2037"/>
                    <a:pt x="2584" y="1307"/>
                  </a:cubicBezTo>
                  <a:cubicBezTo>
                    <a:pt x="2584" y="578"/>
                    <a:pt x="2007" y="0"/>
                    <a:pt x="1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73" name="Google Shape;1373;p52"/>
            <p:cNvSpPr/>
            <p:nvPr/>
          </p:nvSpPr>
          <p:spPr>
            <a:xfrm>
              <a:off x="6636866" y="1332903"/>
              <a:ext cx="34215" cy="35103"/>
            </a:xfrm>
            <a:custGeom>
              <a:avLst/>
              <a:gdLst/>
              <a:ahLst/>
              <a:cxnLst/>
              <a:rect l="l" t="t" r="r" b="b"/>
              <a:pathLst>
                <a:path w="1156" h="1186" extrusionOk="0">
                  <a:moveTo>
                    <a:pt x="1" y="0"/>
                  </a:moveTo>
                  <a:lnTo>
                    <a:pt x="1" y="821"/>
                  </a:lnTo>
                  <a:cubicBezTo>
                    <a:pt x="275" y="912"/>
                    <a:pt x="761" y="1064"/>
                    <a:pt x="1156" y="1186"/>
                  </a:cubicBezTo>
                  <a:lnTo>
                    <a:pt x="1156" y="244"/>
                  </a:lnTo>
                  <a:cubicBezTo>
                    <a:pt x="1156" y="244"/>
                    <a:pt x="366" y="6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74" name="Google Shape;1374;p52"/>
            <p:cNvSpPr/>
            <p:nvPr/>
          </p:nvSpPr>
          <p:spPr>
            <a:xfrm>
              <a:off x="6695350" y="1428265"/>
              <a:ext cx="76510" cy="77397"/>
            </a:xfrm>
            <a:custGeom>
              <a:avLst/>
              <a:gdLst/>
              <a:ahLst/>
              <a:cxnLst/>
              <a:rect l="l" t="t" r="r" b="b"/>
              <a:pathLst>
                <a:path w="2585" h="2615" extrusionOk="0">
                  <a:moveTo>
                    <a:pt x="1308" y="0"/>
                  </a:moveTo>
                  <a:cubicBezTo>
                    <a:pt x="578" y="0"/>
                    <a:pt x="1" y="578"/>
                    <a:pt x="1" y="1307"/>
                  </a:cubicBezTo>
                  <a:cubicBezTo>
                    <a:pt x="1" y="2037"/>
                    <a:pt x="578" y="2614"/>
                    <a:pt x="1308" y="2614"/>
                  </a:cubicBezTo>
                  <a:cubicBezTo>
                    <a:pt x="2007" y="2614"/>
                    <a:pt x="2584" y="2037"/>
                    <a:pt x="2584" y="1307"/>
                  </a:cubicBezTo>
                  <a:cubicBezTo>
                    <a:pt x="2584" y="578"/>
                    <a:pt x="2007" y="0"/>
                    <a:pt x="13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75" name="Google Shape;1375;p52"/>
            <p:cNvSpPr/>
            <p:nvPr/>
          </p:nvSpPr>
          <p:spPr>
            <a:xfrm>
              <a:off x="6421872" y="1355397"/>
              <a:ext cx="318499" cy="223136"/>
            </a:xfrm>
            <a:custGeom>
              <a:avLst/>
              <a:gdLst/>
              <a:ahLst/>
              <a:cxnLst/>
              <a:rect l="l" t="t" r="r" b="b"/>
              <a:pathLst>
                <a:path w="10761" h="7539" extrusionOk="0">
                  <a:moveTo>
                    <a:pt x="3769" y="0"/>
                  </a:moveTo>
                  <a:cubicBezTo>
                    <a:pt x="1703" y="0"/>
                    <a:pt x="0" y="1703"/>
                    <a:pt x="0" y="3769"/>
                  </a:cubicBezTo>
                  <a:cubicBezTo>
                    <a:pt x="0" y="4803"/>
                    <a:pt x="426" y="5745"/>
                    <a:pt x="1095" y="6444"/>
                  </a:cubicBezTo>
                  <a:cubicBezTo>
                    <a:pt x="1794" y="7113"/>
                    <a:pt x="2736" y="7538"/>
                    <a:pt x="3769" y="7538"/>
                  </a:cubicBezTo>
                  <a:lnTo>
                    <a:pt x="6991" y="7538"/>
                  </a:lnTo>
                  <a:cubicBezTo>
                    <a:pt x="7204" y="7538"/>
                    <a:pt x="7417" y="7538"/>
                    <a:pt x="7630" y="7478"/>
                  </a:cubicBezTo>
                  <a:cubicBezTo>
                    <a:pt x="9423" y="7174"/>
                    <a:pt x="10760" y="5624"/>
                    <a:pt x="10760" y="3769"/>
                  </a:cubicBezTo>
                  <a:cubicBezTo>
                    <a:pt x="10760" y="2736"/>
                    <a:pt x="10335" y="1794"/>
                    <a:pt x="9666" y="1095"/>
                  </a:cubicBezTo>
                  <a:cubicBezTo>
                    <a:pt x="9150" y="578"/>
                    <a:pt x="8481" y="213"/>
                    <a:pt x="7751" y="61"/>
                  </a:cubicBezTo>
                  <a:cubicBezTo>
                    <a:pt x="7508" y="31"/>
                    <a:pt x="7265" y="0"/>
                    <a:pt x="6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76" name="Google Shape;1376;p52"/>
            <p:cNvSpPr/>
            <p:nvPr/>
          </p:nvSpPr>
          <p:spPr>
            <a:xfrm>
              <a:off x="6573913" y="1355397"/>
              <a:ext cx="116969" cy="223136"/>
            </a:xfrm>
            <a:custGeom>
              <a:avLst/>
              <a:gdLst/>
              <a:ahLst/>
              <a:cxnLst/>
              <a:rect l="l" t="t" r="r" b="b"/>
              <a:pathLst>
                <a:path w="3952" h="7539" extrusionOk="0">
                  <a:moveTo>
                    <a:pt x="821" y="0"/>
                  </a:moveTo>
                  <a:cubicBezTo>
                    <a:pt x="0" y="1520"/>
                    <a:pt x="456" y="6049"/>
                    <a:pt x="578" y="7356"/>
                  </a:cubicBezTo>
                  <a:cubicBezTo>
                    <a:pt x="578" y="7417"/>
                    <a:pt x="578" y="7478"/>
                    <a:pt x="578" y="7538"/>
                  </a:cubicBezTo>
                  <a:lnTo>
                    <a:pt x="1854" y="7538"/>
                  </a:lnTo>
                  <a:cubicBezTo>
                    <a:pt x="2067" y="7538"/>
                    <a:pt x="2280" y="7538"/>
                    <a:pt x="2523" y="7478"/>
                  </a:cubicBezTo>
                  <a:cubicBezTo>
                    <a:pt x="3009" y="6748"/>
                    <a:pt x="3648" y="5411"/>
                    <a:pt x="3769" y="3769"/>
                  </a:cubicBezTo>
                  <a:cubicBezTo>
                    <a:pt x="3952" y="1824"/>
                    <a:pt x="3101" y="578"/>
                    <a:pt x="2614" y="61"/>
                  </a:cubicBezTo>
                  <a:cubicBezTo>
                    <a:pt x="2371" y="31"/>
                    <a:pt x="2128" y="0"/>
                    <a:pt x="1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77" name="Google Shape;1377;p52"/>
            <p:cNvSpPr/>
            <p:nvPr/>
          </p:nvSpPr>
          <p:spPr>
            <a:xfrm>
              <a:off x="5931565" y="1239347"/>
              <a:ext cx="719752" cy="438132"/>
            </a:xfrm>
            <a:custGeom>
              <a:avLst/>
              <a:gdLst/>
              <a:ahLst/>
              <a:cxnLst/>
              <a:rect l="l" t="t" r="r" b="b"/>
              <a:pathLst>
                <a:path w="24318" h="14803" extrusionOk="0">
                  <a:moveTo>
                    <a:pt x="7417" y="0"/>
                  </a:moveTo>
                  <a:cubicBezTo>
                    <a:pt x="5381" y="0"/>
                    <a:pt x="3527" y="821"/>
                    <a:pt x="2159" y="2158"/>
                  </a:cubicBezTo>
                  <a:cubicBezTo>
                    <a:pt x="1673" y="2645"/>
                    <a:pt x="1247" y="3222"/>
                    <a:pt x="913" y="3830"/>
                  </a:cubicBezTo>
                  <a:cubicBezTo>
                    <a:pt x="335" y="4894"/>
                    <a:pt x="1" y="6110"/>
                    <a:pt x="1" y="7386"/>
                  </a:cubicBezTo>
                  <a:cubicBezTo>
                    <a:pt x="1" y="7934"/>
                    <a:pt x="62" y="8481"/>
                    <a:pt x="183" y="8997"/>
                  </a:cubicBezTo>
                  <a:cubicBezTo>
                    <a:pt x="913" y="12311"/>
                    <a:pt x="3891" y="14803"/>
                    <a:pt x="7417" y="14803"/>
                  </a:cubicBezTo>
                  <a:lnTo>
                    <a:pt x="16901" y="14803"/>
                  </a:lnTo>
                  <a:cubicBezTo>
                    <a:pt x="18937" y="14803"/>
                    <a:pt x="20791" y="13982"/>
                    <a:pt x="22129" y="12645"/>
                  </a:cubicBezTo>
                  <a:cubicBezTo>
                    <a:pt x="23132" y="11642"/>
                    <a:pt x="23831" y="10396"/>
                    <a:pt x="24135" y="8997"/>
                  </a:cubicBezTo>
                  <a:cubicBezTo>
                    <a:pt x="24257" y="8481"/>
                    <a:pt x="24317" y="7934"/>
                    <a:pt x="24317" y="7386"/>
                  </a:cubicBezTo>
                  <a:cubicBezTo>
                    <a:pt x="24317" y="6079"/>
                    <a:pt x="23953" y="4803"/>
                    <a:pt x="23345" y="3739"/>
                  </a:cubicBezTo>
                  <a:cubicBezTo>
                    <a:pt x="22068" y="1490"/>
                    <a:pt x="19667" y="0"/>
                    <a:pt x="169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78" name="Google Shape;1378;p52"/>
            <p:cNvSpPr/>
            <p:nvPr/>
          </p:nvSpPr>
          <p:spPr>
            <a:xfrm>
              <a:off x="6047615" y="1376973"/>
              <a:ext cx="478651" cy="126884"/>
            </a:xfrm>
            <a:custGeom>
              <a:avLst/>
              <a:gdLst/>
              <a:ahLst/>
              <a:cxnLst/>
              <a:rect l="l" t="t" r="r" b="b"/>
              <a:pathLst>
                <a:path w="16172" h="4287" extrusionOk="0">
                  <a:moveTo>
                    <a:pt x="2128" y="1"/>
                  </a:moveTo>
                  <a:cubicBezTo>
                    <a:pt x="943" y="1"/>
                    <a:pt x="1" y="974"/>
                    <a:pt x="1" y="2159"/>
                  </a:cubicBezTo>
                  <a:cubicBezTo>
                    <a:pt x="1" y="3344"/>
                    <a:pt x="943" y="4287"/>
                    <a:pt x="2128" y="4287"/>
                  </a:cubicBezTo>
                  <a:lnTo>
                    <a:pt x="14044" y="4287"/>
                  </a:lnTo>
                  <a:cubicBezTo>
                    <a:pt x="15229" y="4287"/>
                    <a:pt x="16171" y="3344"/>
                    <a:pt x="16171" y="2159"/>
                  </a:cubicBezTo>
                  <a:cubicBezTo>
                    <a:pt x="16171" y="974"/>
                    <a:pt x="15229" y="1"/>
                    <a:pt x="140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79" name="Google Shape;1379;p52"/>
            <p:cNvSpPr/>
            <p:nvPr/>
          </p:nvSpPr>
          <p:spPr>
            <a:xfrm>
              <a:off x="6094409" y="1402397"/>
              <a:ext cx="83702" cy="76953"/>
            </a:xfrm>
            <a:custGeom>
              <a:avLst/>
              <a:gdLst/>
              <a:ahLst/>
              <a:cxnLst/>
              <a:rect l="l" t="t" r="r" b="b"/>
              <a:pathLst>
                <a:path w="2828" h="2600" extrusionOk="0">
                  <a:moveTo>
                    <a:pt x="1414" y="1"/>
                  </a:moveTo>
                  <a:cubicBezTo>
                    <a:pt x="1079" y="1"/>
                    <a:pt x="745" y="130"/>
                    <a:pt x="487" y="388"/>
                  </a:cubicBezTo>
                  <a:cubicBezTo>
                    <a:pt x="0" y="874"/>
                    <a:pt x="0" y="1695"/>
                    <a:pt x="487" y="2212"/>
                  </a:cubicBezTo>
                  <a:cubicBezTo>
                    <a:pt x="745" y="2470"/>
                    <a:pt x="1079" y="2599"/>
                    <a:pt x="1414" y="2599"/>
                  </a:cubicBezTo>
                  <a:cubicBezTo>
                    <a:pt x="1748" y="2599"/>
                    <a:pt x="2082" y="2470"/>
                    <a:pt x="2341" y="2212"/>
                  </a:cubicBezTo>
                  <a:cubicBezTo>
                    <a:pt x="2827" y="1695"/>
                    <a:pt x="2827" y="874"/>
                    <a:pt x="2341" y="388"/>
                  </a:cubicBezTo>
                  <a:cubicBezTo>
                    <a:pt x="2082" y="130"/>
                    <a:pt x="1748" y="1"/>
                    <a:pt x="14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80" name="Google Shape;1380;p52"/>
            <p:cNvSpPr/>
            <p:nvPr/>
          </p:nvSpPr>
          <p:spPr>
            <a:xfrm>
              <a:off x="6403877" y="1402397"/>
              <a:ext cx="84590" cy="76953"/>
            </a:xfrm>
            <a:custGeom>
              <a:avLst/>
              <a:gdLst/>
              <a:ahLst/>
              <a:cxnLst/>
              <a:rect l="l" t="t" r="r" b="b"/>
              <a:pathLst>
                <a:path w="2858" h="2600" extrusionOk="0">
                  <a:moveTo>
                    <a:pt x="1440" y="1"/>
                  </a:moveTo>
                  <a:cubicBezTo>
                    <a:pt x="1110" y="1"/>
                    <a:pt x="776" y="130"/>
                    <a:pt x="517" y="388"/>
                  </a:cubicBezTo>
                  <a:cubicBezTo>
                    <a:pt x="0" y="874"/>
                    <a:pt x="0" y="1695"/>
                    <a:pt x="517" y="2212"/>
                  </a:cubicBezTo>
                  <a:cubicBezTo>
                    <a:pt x="776" y="2470"/>
                    <a:pt x="1110" y="2599"/>
                    <a:pt x="1440" y="2599"/>
                  </a:cubicBezTo>
                  <a:cubicBezTo>
                    <a:pt x="1771" y="2599"/>
                    <a:pt x="2098" y="2470"/>
                    <a:pt x="2341" y="2212"/>
                  </a:cubicBezTo>
                  <a:cubicBezTo>
                    <a:pt x="2858" y="1695"/>
                    <a:pt x="2858" y="874"/>
                    <a:pt x="2341" y="388"/>
                  </a:cubicBezTo>
                  <a:cubicBezTo>
                    <a:pt x="2098" y="130"/>
                    <a:pt x="1771" y="1"/>
                    <a:pt x="14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81" name="Google Shape;1381;p52"/>
            <p:cNvSpPr/>
            <p:nvPr/>
          </p:nvSpPr>
          <p:spPr>
            <a:xfrm>
              <a:off x="6132175" y="1551508"/>
              <a:ext cx="300533" cy="69317"/>
            </a:xfrm>
            <a:custGeom>
              <a:avLst/>
              <a:gdLst/>
              <a:ahLst/>
              <a:cxnLst/>
              <a:rect l="l" t="t" r="r" b="b"/>
              <a:pathLst>
                <a:path w="10154" h="2342" extrusionOk="0">
                  <a:moveTo>
                    <a:pt x="1126" y="1"/>
                  </a:moveTo>
                  <a:cubicBezTo>
                    <a:pt x="518" y="1"/>
                    <a:pt x="1" y="517"/>
                    <a:pt x="1" y="1125"/>
                  </a:cubicBezTo>
                  <a:lnTo>
                    <a:pt x="1" y="1216"/>
                  </a:lnTo>
                  <a:cubicBezTo>
                    <a:pt x="1" y="1824"/>
                    <a:pt x="518" y="2341"/>
                    <a:pt x="1126" y="2341"/>
                  </a:cubicBezTo>
                  <a:lnTo>
                    <a:pt x="8998" y="2341"/>
                  </a:lnTo>
                  <a:cubicBezTo>
                    <a:pt x="9636" y="2341"/>
                    <a:pt x="10153" y="1824"/>
                    <a:pt x="10153" y="1216"/>
                  </a:cubicBezTo>
                  <a:lnTo>
                    <a:pt x="10153" y="1125"/>
                  </a:lnTo>
                  <a:cubicBezTo>
                    <a:pt x="10153" y="517"/>
                    <a:pt x="9636" y="1"/>
                    <a:pt x="89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82" name="Google Shape;1382;p52"/>
            <p:cNvSpPr/>
            <p:nvPr/>
          </p:nvSpPr>
          <p:spPr>
            <a:xfrm>
              <a:off x="6156474" y="1567698"/>
              <a:ext cx="251934" cy="36908"/>
            </a:xfrm>
            <a:custGeom>
              <a:avLst/>
              <a:gdLst/>
              <a:ahLst/>
              <a:cxnLst/>
              <a:rect l="l" t="t" r="r" b="b"/>
              <a:pathLst>
                <a:path w="8512" h="1247" extrusionOk="0">
                  <a:moveTo>
                    <a:pt x="639" y="1"/>
                  </a:moveTo>
                  <a:cubicBezTo>
                    <a:pt x="457" y="1"/>
                    <a:pt x="305" y="62"/>
                    <a:pt x="183" y="183"/>
                  </a:cubicBezTo>
                  <a:cubicBezTo>
                    <a:pt x="61" y="305"/>
                    <a:pt x="1" y="457"/>
                    <a:pt x="1" y="639"/>
                  </a:cubicBezTo>
                  <a:cubicBezTo>
                    <a:pt x="1" y="669"/>
                    <a:pt x="1" y="700"/>
                    <a:pt x="1" y="730"/>
                  </a:cubicBezTo>
                  <a:cubicBezTo>
                    <a:pt x="61" y="1034"/>
                    <a:pt x="335" y="1247"/>
                    <a:pt x="639" y="1247"/>
                  </a:cubicBezTo>
                  <a:lnTo>
                    <a:pt x="7873" y="1247"/>
                  </a:lnTo>
                  <a:cubicBezTo>
                    <a:pt x="8056" y="1247"/>
                    <a:pt x="8208" y="1186"/>
                    <a:pt x="8329" y="1065"/>
                  </a:cubicBezTo>
                  <a:cubicBezTo>
                    <a:pt x="8420" y="973"/>
                    <a:pt x="8481" y="852"/>
                    <a:pt x="8481" y="730"/>
                  </a:cubicBezTo>
                  <a:cubicBezTo>
                    <a:pt x="8511" y="700"/>
                    <a:pt x="8511" y="669"/>
                    <a:pt x="8511" y="639"/>
                  </a:cubicBezTo>
                  <a:cubicBezTo>
                    <a:pt x="8511" y="274"/>
                    <a:pt x="8238" y="1"/>
                    <a:pt x="78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83" name="Google Shape;1383;p52"/>
            <p:cNvSpPr/>
            <p:nvPr/>
          </p:nvSpPr>
          <p:spPr>
            <a:xfrm>
              <a:off x="6230260" y="1677444"/>
              <a:ext cx="122356" cy="97198"/>
            </a:xfrm>
            <a:custGeom>
              <a:avLst/>
              <a:gdLst/>
              <a:ahLst/>
              <a:cxnLst/>
              <a:rect l="l" t="t" r="r" b="b"/>
              <a:pathLst>
                <a:path w="4134" h="3284" extrusionOk="0">
                  <a:moveTo>
                    <a:pt x="0" y="1"/>
                  </a:moveTo>
                  <a:lnTo>
                    <a:pt x="0" y="1278"/>
                  </a:lnTo>
                  <a:cubicBezTo>
                    <a:pt x="0" y="2372"/>
                    <a:pt x="882" y="3284"/>
                    <a:pt x="2006" y="3284"/>
                  </a:cubicBezTo>
                  <a:lnTo>
                    <a:pt x="2128" y="3284"/>
                  </a:lnTo>
                  <a:cubicBezTo>
                    <a:pt x="3222" y="3284"/>
                    <a:pt x="4134" y="2372"/>
                    <a:pt x="4134" y="1278"/>
                  </a:cubicBezTo>
                  <a:lnTo>
                    <a:pt x="41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84" name="Google Shape;1384;p52"/>
            <p:cNvSpPr/>
            <p:nvPr/>
          </p:nvSpPr>
          <p:spPr>
            <a:xfrm>
              <a:off x="6630591" y="1518478"/>
              <a:ext cx="827694" cy="565312"/>
            </a:xfrm>
            <a:custGeom>
              <a:avLst/>
              <a:gdLst/>
              <a:ahLst/>
              <a:cxnLst/>
              <a:rect l="l" t="t" r="r" b="b"/>
              <a:pathLst>
                <a:path w="27965" h="19100" extrusionOk="0">
                  <a:moveTo>
                    <a:pt x="23436" y="1"/>
                  </a:moveTo>
                  <a:cubicBezTo>
                    <a:pt x="22208" y="1"/>
                    <a:pt x="20994" y="562"/>
                    <a:pt x="20213" y="1633"/>
                  </a:cubicBezTo>
                  <a:cubicBezTo>
                    <a:pt x="20092" y="1755"/>
                    <a:pt x="20001" y="1907"/>
                    <a:pt x="19940" y="2059"/>
                  </a:cubicBezTo>
                  <a:lnTo>
                    <a:pt x="13891" y="12788"/>
                  </a:lnTo>
                  <a:cubicBezTo>
                    <a:pt x="12462" y="12697"/>
                    <a:pt x="11064" y="12485"/>
                    <a:pt x="9636" y="12150"/>
                  </a:cubicBezTo>
                  <a:cubicBezTo>
                    <a:pt x="7569" y="11694"/>
                    <a:pt x="5532" y="10995"/>
                    <a:pt x="3526" y="10083"/>
                  </a:cubicBezTo>
                  <a:lnTo>
                    <a:pt x="3496" y="10083"/>
                  </a:lnTo>
                  <a:cubicBezTo>
                    <a:pt x="3199" y="9950"/>
                    <a:pt x="2890" y="9888"/>
                    <a:pt x="2586" y="9888"/>
                  </a:cubicBezTo>
                  <a:cubicBezTo>
                    <a:pt x="1707" y="9888"/>
                    <a:pt x="870" y="10411"/>
                    <a:pt x="487" y="11269"/>
                  </a:cubicBezTo>
                  <a:cubicBezTo>
                    <a:pt x="0" y="12333"/>
                    <a:pt x="426" y="13579"/>
                    <a:pt x="1398" y="14187"/>
                  </a:cubicBezTo>
                  <a:cubicBezTo>
                    <a:pt x="3496" y="15403"/>
                    <a:pt x="5745" y="16497"/>
                    <a:pt x="8116" y="17348"/>
                  </a:cubicBezTo>
                  <a:cubicBezTo>
                    <a:pt x="10456" y="18199"/>
                    <a:pt x="12949" y="18776"/>
                    <a:pt x="15472" y="19080"/>
                  </a:cubicBezTo>
                  <a:cubicBezTo>
                    <a:pt x="15583" y="19093"/>
                    <a:pt x="15694" y="19100"/>
                    <a:pt x="15803" y="19100"/>
                  </a:cubicBezTo>
                  <a:cubicBezTo>
                    <a:pt x="16710" y="19100"/>
                    <a:pt x="17540" y="18661"/>
                    <a:pt x="18055" y="17956"/>
                  </a:cubicBezTo>
                  <a:lnTo>
                    <a:pt x="18298" y="17652"/>
                  </a:lnTo>
                  <a:lnTo>
                    <a:pt x="26627" y="6405"/>
                  </a:lnTo>
                  <a:cubicBezTo>
                    <a:pt x="27964" y="4612"/>
                    <a:pt x="27569" y="2120"/>
                    <a:pt x="25806" y="782"/>
                  </a:cubicBezTo>
                  <a:cubicBezTo>
                    <a:pt x="25096" y="256"/>
                    <a:pt x="24263" y="1"/>
                    <a:pt x="234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85" name="Google Shape;1385;p52"/>
            <p:cNvSpPr/>
            <p:nvPr/>
          </p:nvSpPr>
          <p:spPr>
            <a:xfrm>
              <a:off x="6500127" y="1708610"/>
              <a:ext cx="239355" cy="220117"/>
            </a:xfrm>
            <a:custGeom>
              <a:avLst/>
              <a:gdLst/>
              <a:ahLst/>
              <a:cxnLst/>
              <a:rect l="l" t="t" r="r" b="b"/>
              <a:pathLst>
                <a:path w="8087" h="7437" extrusionOk="0">
                  <a:moveTo>
                    <a:pt x="629" y="1"/>
                  </a:moveTo>
                  <a:cubicBezTo>
                    <a:pt x="597" y="1"/>
                    <a:pt x="570" y="4"/>
                    <a:pt x="548" y="12"/>
                  </a:cubicBezTo>
                  <a:cubicBezTo>
                    <a:pt x="1" y="164"/>
                    <a:pt x="3192" y="2565"/>
                    <a:pt x="3192" y="2565"/>
                  </a:cubicBezTo>
                  <a:cubicBezTo>
                    <a:pt x="3192" y="2565"/>
                    <a:pt x="2676" y="2626"/>
                    <a:pt x="2129" y="3902"/>
                  </a:cubicBezTo>
                  <a:cubicBezTo>
                    <a:pt x="1644" y="5099"/>
                    <a:pt x="1801" y="6536"/>
                    <a:pt x="3124" y="6536"/>
                  </a:cubicBezTo>
                  <a:cubicBezTo>
                    <a:pt x="3213" y="6536"/>
                    <a:pt x="3306" y="6530"/>
                    <a:pt x="3405" y="6516"/>
                  </a:cubicBezTo>
                  <a:cubicBezTo>
                    <a:pt x="3436" y="6516"/>
                    <a:pt x="3466" y="6516"/>
                    <a:pt x="3496" y="6486"/>
                  </a:cubicBezTo>
                  <a:cubicBezTo>
                    <a:pt x="3496" y="6486"/>
                    <a:pt x="3557" y="6547"/>
                    <a:pt x="3679" y="6638"/>
                  </a:cubicBezTo>
                  <a:cubicBezTo>
                    <a:pt x="4032" y="6888"/>
                    <a:pt x="4913" y="7436"/>
                    <a:pt x="5764" y="7436"/>
                  </a:cubicBezTo>
                  <a:cubicBezTo>
                    <a:pt x="6157" y="7436"/>
                    <a:pt x="6544" y="7319"/>
                    <a:pt x="6870" y="7003"/>
                  </a:cubicBezTo>
                  <a:cubicBezTo>
                    <a:pt x="6931" y="6942"/>
                    <a:pt x="7022" y="6851"/>
                    <a:pt x="7083" y="6790"/>
                  </a:cubicBezTo>
                  <a:cubicBezTo>
                    <a:pt x="7174" y="6699"/>
                    <a:pt x="7235" y="6608"/>
                    <a:pt x="7296" y="6516"/>
                  </a:cubicBezTo>
                  <a:cubicBezTo>
                    <a:pt x="8086" y="5392"/>
                    <a:pt x="8056" y="4085"/>
                    <a:pt x="8056" y="4085"/>
                  </a:cubicBezTo>
                  <a:cubicBezTo>
                    <a:pt x="8056" y="4085"/>
                    <a:pt x="7326" y="1440"/>
                    <a:pt x="6050" y="1258"/>
                  </a:cubicBezTo>
                  <a:cubicBezTo>
                    <a:pt x="5941" y="1245"/>
                    <a:pt x="5842" y="1238"/>
                    <a:pt x="5752" y="1238"/>
                  </a:cubicBezTo>
                  <a:cubicBezTo>
                    <a:pt x="5234" y="1238"/>
                    <a:pt x="4998" y="1442"/>
                    <a:pt x="4895" y="1623"/>
                  </a:cubicBezTo>
                  <a:cubicBezTo>
                    <a:pt x="4803" y="1775"/>
                    <a:pt x="4803" y="1927"/>
                    <a:pt x="4803" y="1927"/>
                  </a:cubicBezTo>
                  <a:cubicBezTo>
                    <a:pt x="4803" y="1927"/>
                    <a:pt x="4743" y="1866"/>
                    <a:pt x="4591" y="1805"/>
                  </a:cubicBezTo>
                  <a:cubicBezTo>
                    <a:pt x="3809" y="1371"/>
                    <a:pt x="1266" y="1"/>
                    <a:pt x="629" y="1"/>
                  </a:cubicBezTo>
                  <a:close/>
                </a:path>
              </a:pathLst>
            </a:custGeom>
            <a:solidFill>
              <a:srgbClr val="A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86" name="Google Shape;1386;p52"/>
            <p:cNvSpPr/>
            <p:nvPr/>
          </p:nvSpPr>
          <p:spPr>
            <a:xfrm>
              <a:off x="7209039" y="2623873"/>
              <a:ext cx="466042" cy="1700317"/>
            </a:xfrm>
            <a:custGeom>
              <a:avLst/>
              <a:gdLst/>
              <a:ahLst/>
              <a:cxnLst/>
              <a:rect l="l" t="t" r="r" b="b"/>
              <a:pathLst>
                <a:path w="15746" h="57448" extrusionOk="0">
                  <a:moveTo>
                    <a:pt x="1" y="0"/>
                  </a:moveTo>
                  <a:lnTo>
                    <a:pt x="10761" y="57113"/>
                  </a:lnTo>
                  <a:lnTo>
                    <a:pt x="15746" y="57448"/>
                  </a:lnTo>
                  <a:lnTo>
                    <a:pt x="15746" y="57448"/>
                  </a:lnTo>
                  <a:lnTo>
                    <a:pt x="12706" y="11642"/>
                  </a:lnTo>
                  <a:lnTo>
                    <a:pt x="11733" y="395"/>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87" name="Google Shape;1387;p52"/>
            <p:cNvSpPr/>
            <p:nvPr/>
          </p:nvSpPr>
          <p:spPr>
            <a:xfrm>
              <a:off x="7541001" y="4304371"/>
              <a:ext cx="134077" cy="155979"/>
            </a:xfrm>
            <a:custGeom>
              <a:avLst/>
              <a:gdLst/>
              <a:ahLst/>
              <a:cxnLst/>
              <a:rect l="l" t="t" r="r" b="b"/>
              <a:pathLst>
                <a:path w="4530" h="5270" extrusionOk="0">
                  <a:moveTo>
                    <a:pt x="1" y="0"/>
                  </a:moveTo>
                  <a:lnTo>
                    <a:pt x="730" y="5167"/>
                  </a:lnTo>
                  <a:cubicBezTo>
                    <a:pt x="1148" y="5240"/>
                    <a:pt x="1539" y="5269"/>
                    <a:pt x="1901" y="5269"/>
                  </a:cubicBezTo>
                  <a:cubicBezTo>
                    <a:pt x="3515" y="5269"/>
                    <a:pt x="4530" y="4681"/>
                    <a:pt x="4530" y="4681"/>
                  </a:cubicBezTo>
                  <a:lnTo>
                    <a:pt x="4195" y="334"/>
                  </a:lnTo>
                  <a:lnTo>
                    <a:pt x="1" y="0"/>
                  </a:lnTo>
                  <a:close/>
                </a:path>
              </a:pathLst>
            </a:custGeom>
            <a:solidFill>
              <a:srgbClr val="A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88" name="Google Shape;1388;p52"/>
            <p:cNvSpPr/>
            <p:nvPr/>
          </p:nvSpPr>
          <p:spPr>
            <a:xfrm>
              <a:off x="7500512" y="4280071"/>
              <a:ext cx="196172" cy="86395"/>
            </a:xfrm>
            <a:custGeom>
              <a:avLst/>
              <a:gdLst/>
              <a:ahLst/>
              <a:cxnLst/>
              <a:rect l="l" t="t" r="r" b="b"/>
              <a:pathLst>
                <a:path w="6628" h="2919" extrusionOk="0">
                  <a:moveTo>
                    <a:pt x="6475" y="0"/>
                  </a:moveTo>
                  <a:lnTo>
                    <a:pt x="274" y="244"/>
                  </a:lnTo>
                  <a:cubicBezTo>
                    <a:pt x="1" y="1155"/>
                    <a:pt x="153" y="2037"/>
                    <a:pt x="457" y="2918"/>
                  </a:cubicBezTo>
                  <a:lnTo>
                    <a:pt x="6445" y="2614"/>
                  </a:lnTo>
                  <a:cubicBezTo>
                    <a:pt x="6627" y="1763"/>
                    <a:pt x="6627" y="882"/>
                    <a:pt x="64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89" name="Google Shape;1389;p52"/>
            <p:cNvSpPr/>
            <p:nvPr/>
          </p:nvSpPr>
          <p:spPr>
            <a:xfrm>
              <a:off x="7236032" y="4387953"/>
              <a:ext cx="462431" cy="211474"/>
            </a:xfrm>
            <a:custGeom>
              <a:avLst/>
              <a:gdLst/>
              <a:ahLst/>
              <a:cxnLst/>
              <a:rect l="l" t="t" r="r" b="b"/>
              <a:pathLst>
                <a:path w="15624" h="7145" extrusionOk="0">
                  <a:moveTo>
                    <a:pt x="9749" y="1"/>
                  </a:moveTo>
                  <a:cubicBezTo>
                    <a:pt x="9732" y="1"/>
                    <a:pt x="9714" y="1"/>
                    <a:pt x="9697" y="3"/>
                  </a:cubicBezTo>
                  <a:cubicBezTo>
                    <a:pt x="9454" y="3"/>
                    <a:pt x="8572" y="580"/>
                    <a:pt x="7447" y="1310"/>
                  </a:cubicBezTo>
                  <a:cubicBezTo>
                    <a:pt x="7265" y="1431"/>
                    <a:pt x="7083" y="1553"/>
                    <a:pt x="6870" y="1675"/>
                  </a:cubicBezTo>
                  <a:cubicBezTo>
                    <a:pt x="6748" y="1766"/>
                    <a:pt x="6627" y="1857"/>
                    <a:pt x="6475" y="1948"/>
                  </a:cubicBezTo>
                  <a:cubicBezTo>
                    <a:pt x="6262" y="2100"/>
                    <a:pt x="6019" y="2252"/>
                    <a:pt x="5806" y="2404"/>
                  </a:cubicBezTo>
                  <a:cubicBezTo>
                    <a:pt x="5715" y="2434"/>
                    <a:pt x="5624" y="2495"/>
                    <a:pt x="5563" y="2556"/>
                  </a:cubicBezTo>
                  <a:cubicBezTo>
                    <a:pt x="5350" y="2678"/>
                    <a:pt x="5137" y="2830"/>
                    <a:pt x="4925" y="2951"/>
                  </a:cubicBezTo>
                  <a:cubicBezTo>
                    <a:pt x="3678" y="3711"/>
                    <a:pt x="2523" y="4380"/>
                    <a:pt x="1824" y="4501"/>
                  </a:cubicBezTo>
                  <a:cubicBezTo>
                    <a:pt x="1" y="4805"/>
                    <a:pt x="335" y="6173"/>
                    <a:pt x="669" y="6842"/>
                  </a:cubicBezTo>
                  <a:cubicBezTo>
                    <a:pt x="768" y="7068"/>
                    <a:pt x="2324" y="7145"/>
                    <a:pt x="4383" y="7145"/>
                  </a:cubicBezTo>
                  <a:cubicBezTo>
                    <a:pt x="8680" y="7145"/>
                    <a:pt x="15168" y="6811"/>
                    <a:pt x="15168" y="6811"/>
                  </a:cubicBezTo>
                  <a:cubicBezTo>
                    <a:pt x="15168" y="6811"/>
                    <a:pt x="15624" y="2586"/>
                    <a:pt x="15168" y="1279"/>
                  </a:cubicBezTo>
                  <a:cubicBezTo>
                    <a:pt x="15034" y="876"/>
                    <a:pt x="14732" y="746"/>
                    <a:pt x="14339" y="746"/>
                  </a:cubicBezTo>
                  <a:cubicBezTo>
                    <a:pt x="13621" y="746"/>
                    <a:pt x="12598" y="1179"/>
                    <a:pt x="11721" y="1179"/>
                  </a:cubicBezTo>
                  <a:cubicBezTo>
                    <a:pt x="11557" y="1179"/>
                    <a:pt x="11398" y="1164"/>
                    <a:pt x="11247" y="1127"/>
                  </a:cubicBezTo>
                  <a:cubicBezTo>
                    <a:pt x="11247" y="1127"/>
                    <a:pt x="10438" y="1"/>
                    <a:pt x="97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90" name="Google Shape;1390;p52"/>
            <p:cNvSpPr/>
            <p:nvPr/>
          </p:nvSpPr>
          <p:spPr>
            <a:xfrm>
              <a:off x="7407873" y="4445608"/>
              <a:ext cx="70176" cy="56709"/>
            </a:xfrm>
            <a:custGeom>
              <a:avLst/>
              <a:gdLst/>
              <a:ahLst/>
              <a:cxnLst/>
              <a:rect l="l" t="t" r="r" b="b"/>
              <a:pathLst>
                <a:path w="2371" h="1916" extrusionOk="0">
                  <a:moveTo>
                    <a:pt x="669" y="0"/>
                  </a:moveTo>
                  <a:cubicBezTo>
                    <a:pt x="304" y="31"/>
                    <a:pt x="0" y="122"/>
                    <a:pt x="0" y="426"/>
                  </a:cubicBezTo>
                  <a:cubicBezTo>
                    <a:pt x="213" y="426"/>
                    <a:pt x="486" y="426"/>
                    <a:pt x="760" y="578"/>
                  </a:cubicBezTo>
                  <a:cubicBezTo>
                    <a:pt x="1368" y="912"/>
                    <a:pt x="1854" y="1763"/>
                    <a:pt x="1885" y="1793"/>
                  </a:cubicBezTo>
                  <a:cubicBezTo>
                    <a:pt x="1915" y="1854"/>
                    <a:pt x="1945" y="1885"/>
                    <a:pt x="2006" y="1915"/>
                  </a:cubicBezTo>
                  <a:cubicBezTo>
                    <a:pt x="2067" y="1915"/>
                    <a:pt x="2158" y="1915"/>
                    <a:pt x="2219" y="1885"/>
                  </a:cubicBezTo>
                  <a:cubicBezTo>
                    <a:pt x="2341" y="1824"/>
                    <a:pt x="2371" y="1672"/>
                    <a:pt x="2310" y="1550"/>
                  </a:cubicBezTo>
                  <a:cubicBezTo>
                    <a:pt x="2280" y="1490"/>
                    <a:pt x="1763" y="517"/>
                    <a:pt x="1003" y="152"/>
                  </a:cubicBezTo>
                  <a:cubicBezTo>
                    <a:pt x="882" y="91"/>
                    <a:pt x="790" y="31"/>
                    <a:pt x="6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91" name="Google Shape;1391;p52"/>
            <p:cNvSpPr/>
            <p:nvPr/>
          </p:nvSpPr>
          <p:spPr>
            <a:xfrm>
              <a:off x="7439335" y="4426696"/>
              <a:ext cx="62125" cy="54696"/>
            </a:xfrm>
            <a:custGeom>
              <a:avLst/>
              <a:gdLst/>
              <a:ahLst/>
              <a:cxnLst/>
              <a:rect l="l" t="t" r="r" b="b"/>
              <a:pathLst>
                <a:path w="2099" h="1848" extrusionOk="0">
                  <a:moveTo>
                    <a:pt x="578" y="1"/>
                  </a:moveTo>
                  <a:cubicBezTo>
                    <a:pt x="335" y="31"/>
                    <a:pt x="62" y="1"/>
                    <a:pt x="1" y="366"/>
                  </a:cubicBezTo>
                  <a:cubicBezTo>
                    <a:pt x="153" y="396"/>
                    <a:pt x="305" y="426"/>
                    <a:pt x="487" y="518"/>
                  </a:cubicBezTo>
                  <a:cubicBezTo>
                    <a:pt x="1095" y="852"/>
                    <a:pt x="1582" y="1703"/>
                    <a:pt x="1582" y="1703"/>
                  </a:cubicBezTo>
                  <a:cubicBezTo>
                    <a:pt x="1612" y="1764"/>
                    <a:pt x="1673" y="1825"/>
                    <a:pt x="1733" y="1825"/>
                  </a:cubicBezTo>
                  <a:cubicBezTo>
                    <a:pt x="1764" y="1840"/>
                    <a:pt x="1794" y="1847"/>
                    <a:pt x="1825" y="1847"/>
                  </a:cubicBezTo>
                  <a:cubicBezTo>
                    <a:pt x="1855" y="1847"/>
                    <a:pt x="1885" y="1840"/>
                    <a:pt x="1916" y="1825"/>
                  </a:cubicBezTo>
                  <a:cubicBezTo>
                    <a:pt x="2037" y="1764"/>
                    <a:pt x="2098" y="1612"/>
                    <a:pt x="2037" y="1460"/>
                  </a:cubicBezTo>
                  <a:cubicBezTo>
                    <a:pt x="2007" y="1429"/>
                    <a:pt x="1460" y="457"/>
                    <a:pt x="700" y="62"/>
                  </a:cubicBezTo>
                  <a:cubicBezTo>
                    <a:pt x="670" y="31"/>
                    <a:pt x="609" y="31"/>
                    <a:pt x="5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92" name="Google Shape;1392;p52"/>
            <p:cNvSpPr/>
            <p:nvPr/>
          </p:nvSpPr>
          <p:spPr>
            <a:xfrm>
              <a:off x="7380969" y="4463426"/>
              <a:ext cx="66506" cy="55732"/>
            </a:xfrm>
            <a:custGeom>
              <a:avLst/>
              <a:gdLst/>
              <a:ahLst/>
              <a:cxnLst/>
              <a:rect l="l" t="t" r="r" b="b"/>
              <a:pathLst>
                <a:path w="2247" h="1883" extrusionOk="0">
                  <a:moveTo>
                    <a:pt x="502" y="1"/>
                  </a:moveTo>
                  <a:cubicBezTo>
                    <a:pt x="187" y="1"/>
                    <a:pt x="1" y="106"/>
                    <a:pt x="28" y="401"/>
                  </a:cubicBezTo>
                  <a:cubicBezTo>
                    <a:pt x="210" y="401"/>
                    <a:pt x="423" y="432"/>
                    <a:pt x="636" y="553"/>
                  </a:cubicBezTo>
                  <a:cubicBezTo>
                    <a:pt x="1243" y="888"/>
                    <a:pt x="1730" y="1739"/>
                    <a:pt x="1730" y="1739"/>
                  </a:cubicBezTo>
                  <a:cubicBezTo>
                    <a:pt x="1760" y="1799"/>
                    <a:pt x="1821" y="1860"/>
                    <a:pt x="1882" y="1860"/>
                  </a:cubicBezTo>
                  <a:cubicBezTo>
                    <a:pt x="1912" y="1875"/>
                    <a:pt x="1950" y="1883"/>
                    <a:pt x="1988" y="1883"/>
                  </a:cubicBezTo>
                  <a:cubicBezTo>
                    <a:pt x="2026" y="1883"/>
                    <a:pt x="2064" y="1875"/>
                    <a:pt x="2095" y="1860"/>
                  </a:cubicBezTo>
                  <a:cubicBezTo>
                    <a:pt x="2216" y="1799"/>
                    <a:pt x="2247" y="1617"/>
                    <a:pt x="2186" y="1495"/>
                  </a:cubicBezTo>
                  <a:cubicBezTo>
                    <a:pt x="2155" y="1465"/>
                    <a:pt x="1608" y="492"/>
                    <a:pt x="879" y="97"/>
                  </a:cubicBezTo>
                  <a:cubicBezTo>
                    <a:pt x="788" y="67"/>
                    <a:pt x="727" y="36"/>
                    <a:pt x="636" y="6"/>
                  </a:cubicBezTo>
                  <a:cubicBezTo>
                    <a:pt x="589" y="2"/>
                    <a:pt x="544" y="1"/>
                    <a:pt x="5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93" name="Google Shape;1393;p52"/>
            <p:cNvSpPr/>
            <p:nvPr/>
          </p:nvSpPr>
          <p:spPr>
            <a:xfrm>
              <a:off x="7454637" y="2592381"/>
              <a:ext cx="531719" cy="1742612"/>
            </a:xfrm>
            <a:custGeom>
              <a:avLst/>
              <a:gdLst/>
              <a:ahLst/>
              <a:cxnLst/>
              <a:rect l="l" t="t" r="r" b="b"/>
              <a:pathLst>
                <a:path w="17965" h="58877" extrusionOk="0">
                  <a:moveTo>
                    <a:pt x="12615" y="0"/>
                  </a:moveTo>
                  <a:lnTo>
                    <a:pt x="10852" y="365"/>
                  </a:lnTo>
                  <a:lnTo>
                    <a:pt x="10822" y="365"/>
                  </a:lnTo>
                  <a:lnTo>
                    <a:pt x="10305" y="487"/>
                  </a:lnTo>
                  <a:lnTo>
                    <a:pt x="10214" y="517"/>
                  </a:lnTo>
                  <a:lnTo>
                    <a:pt x="1" y="1672"/>
                  </a:lnTo>
                  <a:lnTo>
                    <a:pt x="2159" y="32037"/>
                  </a:lnTo>
                  <a:lnTo>
                    <a:pt x="13527" y="58877"/>
                  </a:lnTo>
                  <a:lnTo>
                    <a:pt x="17965" y="58664"/>
                  </a:lnTo>
                  <a:cubicBezTo>
                    <a:pt x="17965" y="58664"/>
                    <a:pt x="15654" y="44560"/>
                    <a:pt x="14135" y="39150"/>
                  </a:cubicBezTo>
                  <a:cubicBezTo>
                    <a:pt x="12615" y="33770"/>
                    <a:pt x="10700" y="29241"/>
                    <a:pt x="10700" y="29241"/>
                  </a:cubicBezTo>
                  <a:cubicBezTo>
                    <a:pt x="10700" y="29241"/>
                    <a:pt x="11855" y="6201"/>
                    <a:pt x="126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94" name="Google Shape;1394;p52"/>
            <p:cNvSpPr/>
            <p:nvPr/>
          </p:nvSpPr>
          <p:spPr>
            <a:xfrm>
              <a:off x="7854969" y="4303453"/>
              <a:ext cx="150267" cy="156393"/>
            </a:xfrm>
            <a:custGeom>
              <a:avLst/>
              <a:gdLst/>
              <a:ahLst/>
              <a:cxnLst/>
              <a:rect l="l" t="t" r="r" b="b"/>
              <a:pathLst>
                <a:path w="5077" h="5284" extrusionOk="0">
                  <a:moveTo>
                    <a:pt x="1" y="1"/>
                  </a:moveTo>
                  <a:lnTo>
                    <a:pt x="1277" y="5168"/>
                  </a:lnTo>
                  <a:cubicBezTo>
                    <a:pt x="1727" y="5251"/>
                    <a:pt x="2145" y="5284"/>
                    <a:pt x="2527" y="5284"/>
                  </a:cubicBezTo>
                  <a:cubicBezTo>
                    <a:pt x="4110" y="5284"/>
                    <a:pt x="5077" y="4712"/>
                    <a:pt x="5077" y="4712"/>
                  </a:cubicBezTo>
                  <a:lnTo>
                    <a:pt x="3800" y="274"/>
                  </a:lnTo>
                  <a:lnTo>
                    <a:pt x="1" y="1"/>
                  </a:lnTo>
                  <a:close/>
                </a:path>
              </a:pathLst>
            </a:custGeom>
            <a:solidFill>
              <a:srgbClr val="A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95" name="Google Shape;1395;p52"/>
            <p:cNvSpPr/>
            <p:nvPr/>
          </p:nvSpPr>
          <p:spPr>
            <a:xfrm>
              <a:off x="7812704" y="4286376"/>
              <a:ext cx="215943" cy="85478"/>
            </a:xfrm>
            <a:custGeom>
              <a:avLst/>
              <a:gdLst/>
              <a:ahLst/>
              <a:cxnLst/>
              <a:rect l="l" t="t" r="r" b="b"/>
              <a:pathLst>
                <a:path w="7296" h="2888" extrusionOk="0">
                  <a:moveTo>
                    <a:pt x="6900" y="0"/>
                  </a:moveTo>
                  <a:lnTo>
                    <a:pt x="213" y="395"/>
                  </a:lnTo>
                  <a:cubicBezTo>
                    <a:pt x="0" y="1459"/>
                    <a:pt x="61" y="2249"/>
                    <a:pt x="882" y="2888"/>
                  </a:cubicBezTo>
                  <a:lnTo>
                    <a:pt x="7113" y="2523"/>
                  </a:lnTo>
                  <a:cubicBezTo>
                    <a:pt x="7295" y="1642"/>
                    <a:pt x="7204" y="790"/>
                    <a:pt x="69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96" name="Google Shape;1396;p52"/>
            <p:cNvSpPr/>
            <p:nvPr/>
          </p:nvSpPr>
          <p:spPr>
            <a:xfrm>
              <a:off x="7574298" y="4387953"/>
              <a:ext cx="462431" cy="211474"/>
            </a:xfrm>
            <a:custGeom>
              <a:avLst/>
              <a:gdLst/>
              <a:ahLst/>
              <a:cxnLst/>
              <a:rect l="l" t="t" r="r" b="b"/>
              <a:pathLst>
                <a:path w="15624" h="7145" extrusionOk="0">
                  <a:moveTo>
                    <a:pt x="9749" y="1"/>
                  </a:moveTo>
                  <a:cubicBezTo>
                    <a:pt x="9732" y="1"/>
                    <a:pt x="9714" y="1"/>
                    <a:pt x="9697" y="3"/>
                  </a:cubicBezTo>
                  <a:cubicBezTo>
                    <a:pt x="9453" y="3"/>
                    <a:pt x="8572" y="580"/>
                    <a:pt x="7447" y="1310"/>
                  </a:cubicBezTo>
                  <a:cubicBezTo>
                    <a:pt x="7265" y="1431"/>
                    <a:pt x="7082" y="1553"/>
                    <a:pt x="6870" y="1675"/>
                  </a:cubicBezTo>
                  <a:cubicBezTo>
                    <a:pt x="6748" y="1766"/>
                    <a:pt x="6627" y="1857"/>
                    <a:pt x="6475" y="1948"/>
                  </a:cubicBezTo>
                  <a:cubicBezTo>
                    <a:pt x="6262" y="2100"/>
                    <a:pt x="6019" y="2252"/>
                    <a:pt x="5806" y="2404"/>
                  </a:cubicBezTo>
                  <a:cubicBezTo>
                    <a:pt x="5715" y="2434"/>
                    <a:pt x="5624" y="2495"/>
                    <a:pt x="5563" y="2556"/>
                  </a:cubicBezTo>
                  <a:cubicBezTo>
                    <a:pt x="5350" y="2678"/>
                    <a:pt x="5137" y="2830"/>
                    <a:pt x="4924" y="2951"/>
                  </a:cubicBezTo>
                  <a:cubicBezTo>
                    <a:pt x="3678" y="3711"/>
                    <a:pt x="2493" y="4380"/>
                    <a:pt x="1824" y="4501"/>
                  </a:cubicBezTo>
                  <a:cubicBezTo>
                    <a:pt x="0" y="4805"/>
                    <a:pt x="335" y="6173"/>
                    <a:pt x="669" y="6842"/>
                  </a:cubicBezTo>
                  <a:cubicBezTo>
                    <a:pt x="777" y="7068"/>
                    <a:pt x="2337" y="7145"/>
                    <a:pt x="4396" y="7145"/>
                  </a:cubicBezTo>
                  <a:cubicBezTo>
                    <a:pt x="8694" y="7145"/>
                    <a:pt x="15168" y="6811"/>
                    <a:pt x="15168" y="6811"/>
                  </a:cubicBezTo>
                  <a:cubicBezTo>
                    <a:pt x="15168" y="6811"/>
                    <a:pt x="15624" y="2586"/>
                    <a:pt x="15168" y="1279"/>
                  </a:cubicBezTo>
                  <a:cubicBezTo>
                    <a:pt x="15033" y="876"/>
                    <a:pt x="14735" y="746"/>
                    <a:pt x="14345" y="746"/>
                  </a:cubicBezTo>
                  <a:cubicBezTo>
                    <a:pt x="13633" y="746"/>
                    <a:pt x="12616" y="1179"/>
                    <a:pt x="11729" y="1179"/>
                  </a:cubicBezTo>
                  <a:cubicBezTo>
                    <a:pt x="11563" y="1179"/>
                    <a:pt x="11401" y="1164"/>
                    <a:pt x="11247" y="1127"/>
                  </a:cubicBezTo>
                  <a:cubicBezTo>
                    <a:pt x="11247" y="1127"/>
                    <a:pt x="10438" y="1"/>
                    <a:pt x="97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97" name="Google Shape;1397;p52"/>
            <p:cNvSpPr/>
            <p:nvPr/>
          </p:nvSpPr>
          <p:spPr>
            <a:xfrm>
              <a:off x="7746110" y="4445608"/>
              <a:ext cx="71123" cy="56709"/>
            </a:xfrm>
            <a:custGeom>
              <a:avLst/>
              <a:gdLst/>
              <a:ahLst/>
              <a:cxnLst/>
              <a:rect l="l" t="t" r="r" b="b"/>
              <a:pathLst>
                <a:path w="2403" h="1916" extrusionOk="0">
                  <a:moveTo>
                    <a:pt x="670" y="0"/>
                  </a:moveTo>
                  <a:cubicBezTo>
                    <a:pt x="305" y="31"/>
                    <a:pt x="1" y="122"/>
                    <a:pt x="1" y="426"/>
                  </a:cubicBezTo>
                  <a:cubicBezTo>
                    <a:pt x="214" y="426"/>
                    <a:pt x="487" y="426"/>
                    <a:pt x="791" y="578"/>
                  </a:cubicBezTo>
                  <a:cubicBezTo>
                    <a:pt x="1399" y="912"/>
                    <a:pt x="1885" y="1763"/>
                    <a:pt x="1885" y="1793"/>
                  </a:cubicBezTo>
                  <a:cubicBezTo>
                    <a:pt x="1916" y="1854"/>
                    <a:pt x="1977" y="1885"/>
                    <a:pt x="2037" y="1915"/>
                  </a:cubicBezTo>
                  <a:cubicBezTo>
                    <a:pt x="2098" y="1915"/>
                    <a:pt x="2159" y="1915"/>
                    <a:pt x="2220" y="1885"/>
                  </a:cubicBezTo>
                  <a:cubicBezTo>
                    <a:pt x="2372" y="1824"/>
                    <a:pt x="2402" y="1672"/>
                    <a:pt x="2341" y="1550"/>
                  </a:cubicBezTo>
                  <a:cubicBezTo>
                    <a:pt x="2311" y="1490"/>
                    <a:pt x="1764" y="517"/>
                    <a:pt x="1034" y="152"/>
                  </a:cubicBezTo>
                  <a:cubicBezTo>
                    <a:pt x="913" y="91"/>
                    <a:pt x="791" y="31"/>
                    <a:pt x="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98" name="Google Shape;1398;p52"/>
            <p:cNvSpPr/>
            <p:nvPr/>
          </p:nvSpPr>
          <p:spPr>
            <a:xfrm>
              <a:off x="7778519" y="4426696"/>
              <a:ext cx="61208" cy="54696"/>
            </a:xfrm>
            <a:custGeom>
              <a:avLst/>
              <a:gdLst/>
              <a:ahLst/>
              <a:cxnLst/>
              <a:rect l="l" t="t" r="r" b="b"/>
              <a:pathLst>
                <a:path w="2068" h="1848" extrusionOk="0">
                  <a:moveTo>
                    <a:pt x="547" y="1"/>
                  </a:moveTo>
                  <a:cubicBezTo>
                    <a:pt x="304" y="31"/>
                    <a:pt x="61" y="1"/>
                    <a:pt x="0" y="366"/>
                  </a:cubicBezTo>
                  <a:cubicBezTo>
                    <a:pt x="122" y="396"/>
                    <a:pt x="304" y="426"/>
                    <a:pt x="456" y="518"/>
                  </a:cubicBezTo>
                  <a:cubicBezTo>
                    <a:pt x="1064" y="852"/>
                    <a:pt x="1550" y="1703"/>
                    <a:pt x="1550" y="1703"/>
                  </a:cubicBezTo>
                  <a:cubicBezTo>
                    <a:pt x="1581" y="1764"/>
                    <a:pt x="1641" y="1825"/>
                    <a:pt x="1702" y="1825"/>
                  </a:cubicBezTo>
                  <a:cubicBezTo>
                    <a:pt x="1733" y="1840"/>
                    <a:pt x="1763" y="1847"/>
                    <a:pt x="1793" y="1847"/>
                  </a:cubicBezTo>
                  <a:cubicBezTo>
                    <a:pt x="1824" y="1847"/>
                    <a:pt x="1854" y="1840"/>
                    <a:pt x="1885" y="1825"/>
                  </a:cubicBezTo>
                  <a:cubicBezTo>
                    <a:pt x="2037" y="1764"/>
                    <a:pt x="2067" y="1612"/>
                    <a:pt x="2006" y="1460"/>
                  </a:cubicBezTo>
                  <a:cubicBezTo>
                    <a:pt x="1976" y="1429"/>
                    <a:pt x="1429" y="457"/>
                    <a:pt x="699" y="62"/>
                  </a:cubicBezTo>
                  <a:cubicBezTo>
                    <a:pt x="638" y="31"/>
                    <a:pt x="578" y="31"/>
                    <a:pt x="5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99" name="Google Shape;1399;p52"/>
            <p:cNvSpPr/>
            <p:nvPr/>
          </p:nvSpPr>
          <p:spPr>
            <a:xfrm>
              <a:off x="7720035" y="4463426"/>
              <a:ext cx="65706" cy="55732"/>
            </a:xfrm>
            <a:custGeom>
              <a:avLst/>
              <a:gdLst/>
              <a:ahLst/>
              <a:cxnLst/>
              <a:rect l="l" t="t" r="r" b="b"/>
              <a:pathLst>
                <a:path w="2220" h="1883" extrusionOk="0">
                  <a:moveTo>
                    <a:pt x="484" y="1"/>
                  </a:moveTo>
                  <a:cubicBezTo>
                    <a:pt x="190" y="1"/>
                    <a:pt x="0" y="106"/>
                    <a:pt x="0" y="401"/>
                  </a:cubicBezTo>
                  <a:cubicBezTo>
                    <a:pt x="183" y="401"/>
                    <a:pt x="396" y="432"/>
                    <a:pt x="639" y="553"/>
                  </a:cubicBezTo>
                  <a:cubicBezTo>
                    <a:pt x="1247" y="888"/>
                    <a:pt x="1703" y="1739"/>
                    <a:pt x="1733" y="1739"/>
                  </a:cubicBezTo>
                  <a:cubicBezTo>
                    <a:pt x="1763" y="1799"/>
                    <a:pt x="1794" y="1860"/>
                    <a:pt x="1855" y="1860"/>
                  </a:cubicBezTo>
                  <a:cubicBezTo>
                    <a:pt x="1900" y="1875"/>
                    <a:pt x="1938" y="1883"/>
                    <a:pt x="1972" y="1883"/>
                  </a:cubicBezTo>
                  <a:cubicBezTo>
                    <a:pt x="2007" y="1883"/>
                    <a:pt x="2037" y="1875"/>
                    <a:pt x="2067" y="1860"/>
                  </a:cubicBezTo>
                  <a:cubicBezTo>
                    <a:pt x="2189" y="1799"/>
                    <a:pt x="2219" y="1617"/>
                    <a:pt x="2158" y="1495"/>
                  </a:cubicBezTo>
                  <a:cubicBezTo>
                    <a:pt x="2128" y="1465"/>
                    <a:pt x="1611" y="492"/>
                    <a:pt x="851" y="97"/>
                  </a:cubicBezTo>
                  <a:cubicBezTo>
                    <a:pt x="760" y="67"/>
                    <a:pt x="700" y="36"/>
                    <a:pt x="608" y="6"/>
                  </a:cubicBezTo>
                  <a:cubicBezTo>
                    <a:pt x="565" y="2"/>
                    <a:pt x="524" y="1"/>
                    <a:pt x="4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400" name="Google Shape;1400;p52"/>
            <p:cNvSpPr/>
            <p:nvPr/>
          </p:nvSpPr>
          <p:spPr>
            <a:xfrm>
              <a:off x="7218037" y="1201285"/>
              <a:ext cx="141269" cy="168883"/>
            </a:xfrm>
            <a:custGeom>
              <a:avLst/>
              <a:gdLst/>
              <a:ahLst/>
              <a:cxnLst/>
              <a:rect l="l" t="t" r="r" b="b"/>
              <a:pathLst>
                <a:path w="4773" h="5706" extrusionOk="0">
                  <a:moveTo>
                    <a:pt x="299" y="1"/>
                  </a:moveTo>
                  <a:cubicBezTo>
                    <a:pt x="190" y="1"/>
                    <a:pt x="89" y="14"/>
                    <a:pt x="1" y="40"/>
                  </a:cubicBezTo>
                  <a:cubicBezTo>
                    <a:pt x="1" y="40"/>
                    <a:pt x="1581" y="3140"/>
                    <a:pt x="639" y="5602"/>
                  </a:cubicBezTo>
                  <a:cubicBezTo>
                    <a:pt x="1360" y="5667"/>
                    <a:pt x="2090" y="5705"/>
                    <a:pt x="2820" y="5705"/>
                  </a:cubicBezTo>
                  <a:cubicBezTo>
                    <a:pt x="3473" y="5705"/>
                    <a:pt x="4126" y="5674"/>
                    <a:pt x="4773" y="5602"/>
                  </a:cubicBezTo>
                  <a:cubicBezTo>
                    <a:pt x="4742" y="5451"/>
                    <a:pt x="4742" y="5268"/>
                    <a:pt x="4712" y="5147"/>
                  </a:cubicBezTo>
                  <a:cubicBezTo>
                    <a:pt x="4124" y="1787"/>
                    <a:pt x="1577" y="1"/>
                    <a:pt x="2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401" name="Google Shape;1401;p52"/>
            <p:cNvSpPr/>
            <p:nvPr/>
          </p:nvSpPr>
          <p:spPr>
            <a:xfrm>
              <a:off x="7183852" y="1328937"/>
              <a:ext cx="683761" cy="1384808"/>
            </a:xfrm>
            <a:custGeom>
              <a:avLst/>
              <a:gdLst/>
              <a:ahLst/>
              <a:cxnLst/>
              <a:rect l="l" t="t" r="r" b="b"/>
              <a:pathLst>
                <a:path w="23102" h="46788" extrusionOk="0">
                  <a:moveTo>
                    <a:pt x="9280" y="0"/>
                  </a:moveTo>
                  <a:cubicBezTo>
                    <a:pt x="8862" y="0"/>
                    <a:pt x="8442" y="35"/>
                    <a:pt x="8025" y="104"/>
                  </a:cubicBezTo>
                  <a:cubicBezTo>
                    <a:pt x="5502" y="530"/>
                    <a:pt x="2584" y="4299"/>
                    <a:pt x="2098" y="5758"/>
                  </a:cubicBezTo>
                  <a:cubicBezTo>
                    <a:pt x="1794" y="6791"/>
                    <a:pt x="1612" y="7581"/>
                    <a:pt x="1581" y="10043"/>
                  </a:cubicBezTo>
                  <a:cubicBezTo>
                    <a:pt x="1520" y="13265"/>
                    <a:pt x="1460" y="16123"/>
                    <a:pt x="1946" y="19466"/>
                  </a:cubicBezTo>
                  <a:cubicBezTo>
                    <a:pt x="1976" y="19588"/>
                    <a:pt x="1976" y="19679"/>
                    <a:pt x="2007" y="19770"/>
                  </a:cubicBezTo>
                  <a:cubicBezTo>
                    <a:pt x="2250" y="21411"/>
                    <a:pt x="2189" y="23843"/>
                    <a:pt x="1946" y="26609"/>
                  </a:cubicBezTo>
                  <a:cubicBezTo>
                    <a:pt x="1946" y="26731"/>
                    <a:pt x="1915" y="26822"/>
                    <a:pt x="1915" y="26913"/>
                  </a:cubicBezTo>
                  <a:cubicBezTo>
                    <a:pt x="1915" y="26974"/>
                    <a:pt x="1915" y="27035"/>
                    <a:pt x="1915" y="27095"/>
                  </a:cubicBezTo>
                  <a:cubicBezTo>
                    <a:pt x="1885" y="27187"/>
                    <a:pt x="1885" y="27308"/>
                    <a:pt x="1885" y="27399"/>
                  </a:cubicBezTo>
                  <a:cubicBezTo>
                    <a:pt x="1794" y="28220"/>
                    <a:pt x="1733" y="29071"/>
                    <a:pt x="1642" y="29953"/>
                  </a:cubicBezTo>
                  <a:cubicBezTo>
                    <a:pt x="1612" y="30074"/>
                    <a:pt x="1581" y="30226"/>
                    <a:pt x="1581" y="30348"/>
                  </a:cubicBezTo>
                  <a:cubicBezTo>
                    <a:pt x="1581" y="30378"/>
                    <a:pt x="1581" y="30408"/>
                    <a:pt x="1581" y="30469"/>
                  </a:cubicBezTo>
                  <a:cubicBezTo>
                    <a:pt x="1520" y="30804"/>
                    <a:pt x="1490" y="31138"/>
                    <a:pt x="1460" y="31472"/>
                  </a:cubicBezTo>
                  <a:lnTo>
                    <a:pt x="1368" y="32354"/>
                  </a:lnTo>
                  <a:cubicBezTo>
                    <a:pt x="1338" y="32506"/>
                    <a:pt x="1308" y="32658"/>
                    <a:pt x="1308" y="32840"/>
                  </a:cubicBezTo>
                  <a:cubicBezTo>
                    <a:pt x="1277" y="32870"/>
                    <a:pt x="1277" y="32901"/>
                    <a:pt x="1277" y="32962"/>
                  </a:cubicBezTo>
                  <a:cubicBezTo>
                    <a:pt x="1247" y="33326"/>
                    <a:pt x="1186" y="33691"/>
                    <a:pt x="1156" y="34056"/>
                  </a:cubicBezTo>
                  <a:cubicBezTo>
                    <a:pt x="1095" y="34542"/>
                    <a:pt x="1034" y="35059"/>
                    <a:pt x="973" y="35515"/>
                  </a:cubicBezTo>
                  <a:cubicBezTo>
                    <a:pt x="943" y="35910"/>
                    <a:pt x="882" y="36275"/>
                    <a:pt x="852" y="36640"/>
                  </a:cubicBezTo>
                  <a:cubicBezTo>
                    <a:pt x="365" y="40834"/>
                    <a:pt x="1" y="44390"/>
                    <a:pt x="426" y="45454"/>
                  </a:cubicBezTo>
                  <a:cubicBezTo>
                    <a:pt x="741" y="46277"/>
                    <a:pt x="1773" y="46788"/>
                    <a:pt x="3456" y="46788"/>
                  </a:cubicBezTo>
                  <a:cubicBezTo>
                    <a:pt x="4695" y="46788"/>
                    <a:pt x="6287" y="46511"/>
                    <a:pt x="8207" y="45880"/>
                  </a:cubicBezTo>
                  <a:cubicBezTo>
                    <a:pt x="12767" y="44421"/>
                    <a:pt x="20153" y="45059"/>
                    <a:pt x="21703" y="43205"/>
                  </a:cubicBezTo>
                  <a:cubicBezTo>
                    <a:pt x="22645" y="42111"/>
                    <a:pt x="23101" y="39041"/>
                    <a:pt x="21946" y="34329"/>
                  </a:cubicBezTo>
                  <a:cubicBezTo>
                    <a:pt x="21855" y="33965"/>
                    <a:pt x="21764" y="33600"/>
                    <a:pt x="21673" y="33235"/>
                  </a:cubicBezTo>
                  <a:cubicBezTo>
                    <a:pt x="21582" y="32749"/>
                    <a:pt x="21460" y="32293"/>
                    <a:pt x="21338" y="31807"/>
                  </a:cubicBezTo>
                  <a:cubicBezTo>
                    <a:pt x="21247" y="31442"/>
                    <a:pt x="21156" y="31077"/>
                    <a:pt x="21065" y="30712"/>
                  </a:cubicBezTo>
                  <a:cubicBezTo>
                    <a:pt x="20943" y="30226"/>
                    <a:pt x="20852" y="29770"/>
                    <a:pt x="20730" y="29284"/>
                  </a:cubicBezTo>
                  <a:cubicBezTo>
                    <a:pt x="20670" y="29041"/>
                    <a:pt x="20609" y="28797"/>
                    <a:pt x="20578" y="28585"/>
                  </a:cubicBezTo>
                  <a:cubicBezTo>
                    <a:pt x="20548" y="28433"/>
                    <a:pt x="20518" y="28311"/>
                    <a:pt x="20487" y="28190"/>
                  </a:cubicBezTo>
                  <a:cubicBezTo>
                    <a:pt x="20457" y="28038"/>
                    <a:pt x="20426" y="27855"/>
                    <a:pt x="20366" y="27703"/>
                  </a:cubicBezTo>
                  <a:cubicBezTo>
                    <a:pt x="20183" y="26731"/>
                    <a:pt x="20001" y="25819"/>
                    <a:pt x="19879" y="24998"/>
                  </a:cubicBezTo>
                  <a:cubicBezTo>
                    <a:pt x="19575" y="22840"/>
                    <a:pt x="19636" y="20560"/>
                    <a:pt x="19758" y="18311"/>
                  </a:cubicBezTo>
                  <a:cubicBezTo>
                    <a:pt x="19940" y="15484"/>
                    <a:pt x="20244" y="12749"/>
                    <a:pt x="20031" y="10408"/>
                  </a:cubicBezTo>
                  <a:cubicBezTo>
                    <a:pt x="19940" y="9162"/>
                    <a:pt x="19697" y="8007"/>
                    <a:pt x="19241" y="7034"/>
                  </a:cubicBezTo>
                  <a:cubicBezTo>
                    <a:pt x="18056" y="4481"/>
                    <a:pt x="15350" y="2445"/>
                    <a:pt x="13314" y="1168"/>
                  </a:cubicBezTo>
                  <a:cubicBezTo>
                    <a:pt x="12094" y="394"/>
                    <a:pt x="10694" y="0"/>
                    <a:pt x="92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402" name="Google Shape;1402;p52"/>
            <p:cNvSpPr/>
            <p:nvPr/>
          </p:nvSpPr>
          <p:spPr>
            <a:xfrm>
              <a:off x="7293598" y="1176364"/>
              <a:ext cx="236632" cy="272623"/>
            </a:xfrm>
            <a:custGeom>
              <a:avLst/>
              <a:gdLst/>
              <a:ahLst/>
              <a:cxnLst/>
              <a:rect l="l" t="t" r="r" b="b"/>
              <a:pathLst>
                <a:path w="7995" h="9211" extrusionOk="0">
                  <a:moveTo>
                    <a:pt x="5442" y="1"/>
                  </a:moveTo>
                  <a:lnTo>
                    <a:pt x="1" y="3587"/>
                  </a:lnTo>
                  <a:cubicBezTo>
                    <a:pt x="1" y="3587"/>
                    <a:pt x="122" y="3830"/>
                    <a:pt x="335" y="4256"/>
                  </a:cubicBezTo>
                  <a:cubicBezTo>
                    <a:pt x="335" y="4286"/>
                    <a:pt x="335" y="4317"/>
                    <a:pt x="366" y="4317"/>
                  </a:cubicBezTo>
                  <a:cubicBezTo>
                    <a:pt x="366" y="4347"/>
                    <a:pt x="366" y="4347"/>
                    <a:pt x="366" y="4347"/>
                  </a:cubicBezTo>
                  <a:cubicBezTo>
                    <a:pt x="518" y="4651"/>
                    <a:pt x="730" y="4986"/>
                    <a:pt x="943" y="5411"/>
                  </a:cubicBezTo>
                  <a:cubicBezTo>
                    <a:pt x="1034" y="5533"/>
                    <a:pt x="1125" y="5685"/>
                    <a:pt x="1217" y="5867"/>
                  </a:cubicBezTo>
                  <a:cubicBezTo>
                    <a:pt x="1308" y="5989"/>
                    <a:pt x="1399" y="6141"/>
                    <a:pt x="1490" y="6293"/>
                  </a:cubicBezTo>
                  <a:cubicBezTo>
                    <a:pt x="2098" y="7296"/>
                    <a:pt x="2858" y="8390"/>
                    <a:pt x="3648" y="9210"/>
                  </a:cubicBezTo>
                  <a:cubicBezTo>
                    <a:pt x="5898" y="8359"/>
                    <a:pt x="7448" y="7235"/>
                    <a:pt x="7995" y="5745"/>
                  </a:cubicBezTo>
                  <a:cubicBezTo>
                    <a:pt x="7995" y="5745"/>
                    <a:pt x="5533" y="2797"/>
                    <a:pt x="5442" y="1"/>
                  </a:cubicBezTo>
                  <a:close/>
                </a:path>
              </a:pathLst>
            </a:custGeom>
            <a:solidFill>
              <a:srgbClr val="A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403" name="Google Shape;1403;p52"/>
            <p:cNvSpPr/>
            <p:nvPr/>
          </p:nvSpPr>
          <p:spPr>
            <a:xfrm>
              <a:off x="7146056" y="984574"/>
              <a:ext cx="421972" cy="360409"/>
            </a:xfrm>
            <a:custGeom>
              <a:avLst/>
              <a:gdLst/>
              <a:ahLst/>
              <a:cxnLst/>
              <a:rect l="l" t="t" r="r" b="b"/>
              <a:pathLst>
                <a:path w="14257" h="12177" extrusionOk="0">
                  <a:moveTo>
                    <a:pt x="9246" y="1"/>
                  </a:moveTo>
                  <a:cubicBezTo>
                    <a:pt x="7382" y="1"/>
                    <a:pt x="4679" y="823"/>
                    <a:pt x="3132" y="1374"/>
                  </a:cubicBezTo>
                  <a:cubicBezTo>
                    <a:pt x="2281" y="1678"/>
                    <a:pt x="1612" y="2377"/>
                    <a:pt x="1399" y="3289"/>
                  </a:cubicBezTo>
                  <a:cubicBezTo>
                    <a:pt x="1186" y="4110"/>
                    <a:pt x="1095" y="5052"/>
                    <a:pt x="1065" y="6055"/>
                  </a:cubicBezTo>
                  <a:cubicBezTo>
                    <a:pt x="1034" y="6116"/>
                    <a:pt x="275" y="7453"/>
                    <a:pt x="123" y="7727"/>
                  </a:cubicBezTo>
                  <a:cubicBezTo>
                    <a:pt x="1" y="7940"/>
                    <a:pt x="761" y="8122"/>
                    <a:pt x="1126" y="8183"/>
                  </a:cubicBezTo>
                  <a:cubicBezTo>
                    <a:pt x="1126" y="8335"/>
                    <a:pt x="1156" y="8487"/>
                    <a:pt x="1156" y="8639"/>
                  </a:cubicBezTo>
                  <a:lnTo>
                    <a:pt x="1308" y="9946"/>
                  </a:lnTo>
                  <a:cubicBezTo>
                    <a:pt x="1369" y="10159"/>
                    <a:pt x="1399" y="10371"/>
                    <a:pt x="1430" y="10554"/>
                  </a:cubicBezTo>
                  <a:cubicBezTo>
                    <a:pt x="1680" y="11721"/>
                    <a:pt x="2133" y="12176"/>
                    <a:pt x="2766" y="12176"/>
                  </a:cubicBezTo>
                  <a:cubicBezTo>
                    <a:pt x="2826" y="12176"/>
                    <a:pt x="2887" y="12172"/>
                    <a:pt x="2949" y="12165"/>
                  </a:cubicBezTo>
                  <a:cubicBezTo>
                    <a:pt x="4256" y="12013"/>
                    <a:pt x="9910" y="8791"/>
                    <a:pt x="12098" y="6572"/>
                  </a:cubicBezTo>
                  <a:cubicBezTo>
                    <a:pt x="14257" y="4353"/>
                    <a:pt x="12585" y="584"/>
                    <a:pt x="10062" y="67"/>
                  </a:cubicBezTo>
                  <a:cubicBezTo>
                    <a:pt x="9816" y="21"/>
                    <a:pt x="9542" y="1"/>
                    <a:pt x="9246" y="1"/>
                  </a:cubicBezTo>
                  <a:close/>
                </a:path>
              </a:pathLst>
            </a:custGeom>
            <a:solidFill>
              <a:srgbClr val="A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404" name="Google Shape;1404;p52"/>
            <p:cNvSpPr/>
            <p:nvPr/>
          </p:nvSpPr>
          <p:spPr>
            <a:xfrm>
              <a:off x="7182047" y="906645"/>
              <a:ext cx="449852" cy="437155"/>
            </a:xfrm>
            <a:custGeom>
              <a:avLst/>
              <a:gdLst/>
              <a:ahLst/>
              <a:cxnLst/>
              <a:rect l="l" t="t" r="r" b="b"/>
              <a:pathLst>
                <a:path w="15199" h="14770" extrusionOk="0">
                  <a:moveTo>
                    <a:pt x="8356" y="1"/>
                  </a:moveTo>
                  <a:cubicBezTo>
                    <a:pt x="7493" y="1"/>
                    <a:pt x="6507" y="140"/>
                    <a:pt x="5381" y="451"/>
                  </a:cubicBezTo>
                  <a:cubicBezTo>
                    <a:pt x="1673" y="1484"/>
                    <a:pt x="609" y="2670"/>
                    <a:pt x="274" y="3673"/>
                  </a:cubicBezTo>
                  <a:cubicBezTo>
                    <a:pt x="1" y="4554"/>
                    <a:pt x="62" y="5162"/>
                    <a:pt x="335" y="5436"/>
                  </a:cubicBezTo>
                  <a:cubicBezTo>
                    <a:pt x="1217" y="6287"/>
                    <a:pt x="3040" y="7411"/>
                    <a:pt x="4591" y="7411"/>
                  </a:cubicBezTo>
                  <a:cubicBezTo>
                    <a:pt x="4591" y="7411"/>
                    <a:pt x="5273" y="6308"/>
                    <a:pt x="6267" y="6308"/>
                  </a:cubicBezTo>
                  <a:cubicBezTo>
                    <a:pt x="6583" y="6308"/>
                    <a:pt x="6930" y="6419"/>
                    <a:pt x="7296" y="6712"/>
                  </a:cubicBezTo>
                  <a:cubicBezTo>
                    <a:pt x="8752" y="7826"/>
                    <a:pt x="7069" y="10362"/>
                    <a:pt x="5499" y="10362"/>
                  </a:cubicBezTo>
                  <a:cubicBezTo>
                    <a:pt x="5398" y="10362"/>
                    <a:pt x="5298" y="10352"/>
                    <a:pt x="5198" y="10329"/>
                  </a:cubicBezTo>
                  <a:lnTo>
                    <a:pt x="5198" y="10329"/>
                  </a:lnTo>
                  <a:cubicBezTo>
                    <a:pt x="5198" y="10330"/>
                    <a:pt x="4621" y="12305"/>
                    <a:pt x="6110" y="13916"/>
                  </a:cubicBezTo>
                  <a:cubicBezTo>
                    <a:pt x="7323" y="14551"/>
                    <a:pt x="8621" y="14769"/>
                    <a:pt x="9833" y="14769"/>
                  </a:cubicBezTo>
                  <a:cubicBezTo>
                    <a:pt x="12512" y="14769"/>
                    <a:pt x="14773" y="13703"/>
                    <a:pt x="14773" y="13703"/>
                  </a:cubicBezTo>
                  <a:cubicBezTo>
                    <a:pt x="15199" y="10633"/>
                    <a:pt x="14560" y="7655"/>
                    <a:pt x="14530" y="7503"/>
                  </a:cubicBezTo>
                  <a:cubicBezTo>
                    <a:pt x="14169" y="4308"/>
                    <a:pt x="13154" y="1"/>
                    <a:pt x="83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405" name="Google Shape;1405;p52"/>
            <p:cNvSpPr/>
            <p:nvPr/>
          </p:nvSpPr>
          <p:spPr>
            <a:xfrm>
              <a:off x="6958055" y="1450759"/>
              <a:ext cx="862767" cy="850188"/>
            </a:xfrm>
            <a:custGeom>
              <a:avLst/>
              <a:gdLst/>
              <a:ahLst/>
              <a:cxnLst/>
              <a:rect l="l" t="t" r="r" b="b"/>
              <a:pathLst>
                <a:path w="29150" h="28725" extrusionOk="0">
                  <a:moveTo>
                    <a:pt x="22821" y="1"/>
                  </a:moveTo>
                  <a:cubicBezTo>
                    <a:pt x="22367" y="1"/>
                    <a:pt x="21905" y="88"/>
                    <a:pt x="21460" y="274"/>
                  </a:cubicBezTo>
                  <a:cubicBezTo>
                    <a:pt x="19605" y="1034"/>
                    <a:pt x="18724" y="3131"/>
                    <a:pt x="19484" y="4985"/>
                  </a:cubicBezTo>
                  <a:lnTo>
                    <a:pt x="19514" y="5107"/>
                  </a:lnTo>
                  <a:lnTo>
                    <a:pt x="19605" y="5320"/>
                  </a:lnTo>
                  <a:lnTo>
                    <a:pt x="19727" y="5593"/>
                  </a:lnTo>
                  <a:cubicBezTo>
                    <a:pt x="19788" y="5775"/>
                    <a:pt x="19879" y="5958"/>
                    <a:pt x="19940" y="6171"/>
                  </a:cubicBezTo>
                  <a:cubicBezTo>
                    <a:pt x="20092" y="6535"/>
                    <a:pt x="20213" y="6930"/>
                    <a:pt x="20335" y="7356"/>
                  </a:cubicBezTo>
                  <a:cubicBezTo>
                    <a:pt x="20578" y="8146"/>
                    <a:pt x="20821" y="8937"/>
                    <a:pt x="21004" y="9757"/>
                  </a:cubicBezTo>
                  <a:cubicBezTo>
                    <a:pt x="21399" y="11368"/>
                    <a:pt x="21672" y="13010"/>
                    <a:pt x="21794" y="14621"/>
                  </a:cubicBezTo>
                  <a:cubicBezTo>
                    <a:pt x="21916" y="16262"/>
                    <a:pt x="21885" y="17842"/>
                    <a:pt x="21642" y="19332"/>
                  </a:cubicBezTo>
                  <a:cubicBezTo>
                    <a:pt x="21551" y="20031"/>
                    <a:pt x="21399" y="20700"/>
                    <a:pt x="21186" y="21338"/>
                  </a:cubicBezTo>
                  <a:cubicBezTo>
                    <a:pt x="21186" y="21399"/>
                    <a:pt x="21156" y="21429"/>
                    <a:pt x="21156" y="21460"/>
                  </a:cubicBezTo>
                  <a:cubicBezTo>
                    <a:pt x="21095" y="21581"/>
                    <a:pt x="21064" y="21703"/>
                    <a:pt x="21034" y="21824"/>
                  </a:cubicBezTo>
                  <a:cubicBezTo>
                    <a:pt x="20001" y="21976"/>
                    <a:pt x="18967" y="22098"/>
                    <a:pt x="17934" y="22250"/>
                  </a:cubicBezTo>
                  <a:cubicBezTo>
                    <a:pt x="16171" y="22463"/>
                    <a:pt x="14377" y="22706"/>
                    <a:pt x="12614" y="22919"/>
                  </a:cubicBezTo>
                  <a:cubicBezTo>
                    <a:pt x="9058" y="23374"/>
                    <a:pt x="5502" y="23770"/>
                    <a:pt x="1946" y="24134"/>
                  </a:cubicBezTo>
                  <a:lnTo>
                    <a:pt x="1915" y="24134"/>
                  </a:lnTo>
                  <a:cubicBezTo>
                    <a:pt x="912" y="24226"/>
                    <a:pt x="91" y="25046"/>
                    <a:pt x="31" y="26110"/>
                  </a:cubicBezTo>
                  <a:cubicBezTo>
                    <a:pt x="0" y="27265"/>
                    <a:pt x="91" y="27569"/>
                    <a:pt x="639" y="27660"/>
                  </a:cubicBezTo>
                  <a:cubicBezTo>
                    <a:pt x="4256" y="27812"/>
                    <a:pt x="9301" y="28542"/>
                    <a:pt x="12918" y="28603"/>
                  </a:cubicBezTo>
                  <a:cubicBezTo>
                    <a:pt x="14712" y="28633"/>
                    <a:pt x="16536" y="28663"/>
                    <a:pt x="18329" y="28663"/>
                  </a:cubicBezTo>
                  <a:cubicBezTo>
                    <a:pt x="20153" y="28694"/>
                    <a:pt x="21946" y="28694"/>
                    <a:pt x="23770" y="28724"/>
                  </a:cubicBezTo>
                  <a:cubicBezTo>
                    <a:pt x="24864" y="28724"/>
                    <a:pt x="25928" y="28147"/>
                    <a:pt x="26536" y="27113"/>
                  </a:cubicBezTo>
                  <a:lnTo>
                    <a:pt x="26718" y="26809"/>
                  </a:lnTo>
                  <a:cubicBezTo>
                    <a:pt x="26961" y="26292"/>
                    <a:pt x="27235" y="25776"/>
                    <a:pt x="27448" y="25259"/>
                  </a:cubicBezTo>
                  <a:cubicBezTo>
                    <a:pt x="27660" y="24712"/>
                    <a:pt x="27843" y="24195"/>
                    <a:pt x="28025" y="23648"/>
                  </a:cubicBezTo>
                  <a:cubicBezTo>
                    <a:pt x="28359" y="22584"/>
                    <a:pt x="28603" y="21520"/>
                    <a:pt x="28785" y="20426"/>
                  </a:cubicBezTo>
                  <a:cubicBezTo>
                    <a:pt x="29119" y="18268"/>
                    <a:pt x="29150" y="16140"/>
                    <a:pt x="28998" y="14104"/>
                  </a:cubicBezTo>
                  <a:cubicBezTo>
                    <a:pt x="28846" y="12037"/>
                    <a:pt x="28511" y="10031"/>
                    <a:pt x="28025" y="8055"/>
                  </a:cubicBezTo>
                  <a:cubicBezTo>
                    <a:pt x="27812" y="7082"/>
                    <a:pt x="27539" y="6110"/>
                    <a:pt x="27235" y="5168"/>
                  </a:cubicBezTo>
                  <a:cubicBezTo>
                    <a:pt x="27083" y="4681"/>
                    <a:pt x="26900" y="4195"/>
                    <a:pt x="26748" y="3709"/>
                  </a:cubicBezTo>
                  <a:cubicBezTo>
                    <a:pt x="26657" y="3496"/>
                    <a:pt x="26566" y="3253"/>
                    <a:pt x="26475" y="3009"/>
                  </a:cubicBezTo>
                  <a:lnTo>
                    <a:pt x="26323" y="2645"/>
                  </a:lnTo>
                  <a:lnTo>
                    <a:pt x="26232" y="2432"/>
                  </a:lnTo>
                  <a:lnTo>
                    <a:pt x="26141" y="2219"/>
                  </a:lnTo>
                  <a:cubicBezTo>
                    <a:pt x="25566" y="841"/>
                    <a:pt x="24228" y="1"/>
                    <a:pt x="22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406" name="Google Shape;1406;p52"/>
            <p:cNvSpPr/>
            <p:nvPr/>
          </p:nvSpPr>
          <p:spPr>
            <a:xfrm>
              <a:off x="6711540" y="2041608"/>
              <a:ext cx="336494" cy="234915"/>
            </a:xfrm>
            <a:custGeom>
              <a:avLst/>
              <a:gdLst/>
              <a:ahLst/>
              <a:cxnLst/>
              <a:rect l="l" t="t" r="r" b="b"/>
              <a:pathLst>
                <a:path w="11369" h="7937" extrusionOk="0">
                  <a:moveTo>
                    <a:pt x="7008" y="0"/>
                  </a:moveTo>
                  <a:cubicBezTo>
                    <a:pt x="6720" y="0"/>
                    <a:pt x="6940" y="774"/>
                    <a:pt x="7144" y="1497"/>
                  </a:cubicBezTo>
                  <a:cubicBezTo>
                    <a:pt x="7448" y="2500"/>
                    <a:pt x="7813" y="2834"/>
                    <a:pt x="6870" y="2864"/>
                  </a:cubicBezTo>
                  <a:cubicBezTo>
                    <a:pt x="6851" y="2866"/>
                    <a:pt x="6830" y="2866"/>
                    <a:pt x="6808" y="2866"/>
                  </a:cubicBezTo>
                  <a:cubicBezTo>
                    <a:pt x="5876" y="2866"/>
                    <a:pt x="2759" y="1718"/>
                    <a:pt x="1529" y="1718"/>
                  </a:cubicBezTo>
                  <a:cubicBezTo>
                    <a:pt x="1433" y="1718"/>
                    <a:pt x="1348" y="1725"/>
                    <a:pt x="1277" y="1740"/>
                  </a:cubicBezTo>
                  <a:cubicBezTo>
                    <a:pt x="274" y="1952"/>
                    <a:pt x="4925" y="3746"/>
                    <a:pt x="4925" y="3746"/>
                  </a:cubicBezTo>
                  <a:cubicBezTo>
                    <a:pt x="4925" y="3746"/>
                    <a:pt x="2406" y="3231"/>
                    <a:pt x="1129" y="3231"/>
                  </a:cubicBezTo>
                  <a:cubicBezTo>
                    <a:pt x="764" y="3231"/>
                    <a:pt x="501" y="3273"/>
                    <a:pt x="426" y="3381"/>
                  </a:cubicBezTo>
                  <a:cubicBezTo>
                    <a:pt x="1" y="3959"/>
                    <a:pt x="4408" y="5114"/>
                    <a:pt x="4408" y="5114"/>
                  </a:cubicBezTo>
                  <a:cubicBezTo>
                    <a:pt x="4408" y="5114"/>
                    <a:pt x="3057" y="5035"/>
                    <a:pt x="1985" y="5035"/>
                  </a:cubicBezTo>
                  <a:cubicBezTo>
                    <a:pt x="1297" y="5035"/>
                    <a:pt x="724" y="5067"/>
                    <a:pt x="700" y="5174"/>
                  </a:cubicBezTo>
                  <a:cubicBezTo>
                    <a:pt x="609" y="5722"/>
                    <a:pt x="4195" y="6512"/>
                    <a:pt x="4195" y="6512"/>
                  </a:cubicBezTo>
                  <a:cubicBezTo>
                    <a:pt x="4195" y="6512"/>
                    <a:pt x="4151" y="6511"/>
                    <a:pt x="4073" y="6511"/>
                  </a:cubicBezTo>
                  <a:cubicBezTo>
                    <a:pt x="3571" y="6511"/>
                    <a:pt x="1697" y="6534"/>
                    <a:pt x="1855" y="6877"/>
                  </a:cubicBezTo>
                  <a:cubicBezTo>
                    <a:pt x="1991" y="7195"/>
                    <a:pt x="4707" y="7937"/>
                    <a:pt x="7326" y="7937"/>
                  </a:cubicBezTo>
                  <a:cubicBezTo>
                    <a:pt x="8213" y="7937"/>
                    <a:pt x="9088" y="7852"/>
                    <a:pt x="9849" y="7636"/>
                  </a:cubicBezTo>
                  <a:cubicBezTo>
                    <a:pt x="10427" y="7272"/>
                    <a:pt x="11369" y="5083"/>
                    <a:pt x="9940" y="3442"/>
                  </a:cubicBezTo>
                  <a:cubicBezTo>
                    <a:pt x="8633" y="1892"/>
                    <a:pt x="8633" y="1284"/>
                    <a:pt x="7509" y="311"/>
                  </a:cubicBezTo>
                  <a:cubicBezTo>
                    <a:pt x="7267" y="93"/>
                    <a:pt x="7107" y="0"/>
                    <a:pt x="7008" y="0"/>
                  </a:cubicBezTo>
                  <a:close/>
                </a:path>
              </a:pathLst>
            </a:custGeom>
            <a:solidFill>
              <a:srgbClr val="A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grpSp>
      <p:grpSp>
        <p:nvGrpSpPr>
          <p:cNvPr id="66" name="Group 14">
            <a:extLst>
              <a:ext uri="{FF2B5EF4-FFF2-40B4-BE49-F238E27FC236}">
                <a16:creationId xmlns:a16="http://schemas.microsoft.com/office/drawing/2014/main" id="{CF0E6B2F-6D25-C509-A951-35AE4043B191}"/>
              </a:ext>
            </a:extLst>
          </p:cNvPr>
          <p:cNvGrpSpPr/>
          <p:nvPr/>
        </p:nvGrpSpPr>
        <p:grpSpPr>
          <a:xfrm>
            <a:off x="-1601721" y="4482077"/>
            <a:ext cx="18288000" cy="856676"/>
            <a:chOff x="0" y="0"/>
            <a:chExt cx="4816593" cy="225627"/>
          </a:xfrm>
        </p:grpSpPr>
        <p:sp>
          <p:nvSpPr>
            <p:cNvPr id="67" name="Freeform 15">
              <a:extLst>
                <a:ext uri="{FF2B5EF4-FFF2-40B4-BE49-F238E27FC236}">
                  <a16:creationId xmlns:a16="http://schemas.microsoft.com/office/drawing/2014/main" id="{83B25B75-2284-9555-12B5-D3E594263FFE}"/>
                </a:ext>
              </a:extLst>
            </p:cNvPr>
            <p:cNvSpPr/>
            <p:nvPr/>
          </p:nvSpPr>
          <p:spPr>
            <a:xfrm>
              <a:off x="0" y="0"/>
              <a:ext cx="4816592" cy="225627"/>
            </a:xfrm>
            <a:custGeom>
              <a:avLst/>
              <a:gdLst/>
              <a:ahLst/>
              <a:cxnLst/>
              <a:rect l="l" t="t" r="r" b="b"/>
              <a:pathLst>
                <a:path w="4816592" h="225627">
                  <a:moveTo>
                    <a:pt x="0" y="0"/>
                  </a:moveTo>
                  <a:lnTo>
                    <a:pt x="4816592" y="0"/>
                  </a:lnTo>
                  <a:lnTo>
                    <a:pt x="4816592" y="225627"/>
                  </a:lnTo>
                  <a:lnTo>
                    <a:pt x="0" y="225627"/>
                  </a:lnTo>
                  <a:close/>
                </a:path>
              </a:pathLst>
            </a:custGeom>
            <a:solidFill>
              <a:srgbClr val="FFFFFF"/>
            </a:solidFill>
          </p:spPr>
          <p:txBody>
            <a:bodyPr/>
            <a:lstStyle/>
            <a:p>
              <a:endParaRPr lang="es-CL"/>
            </a:p>
          </p:txBody>
        </p:sp>
        <p:sp>
          <p:nvSpPr>
            <p:cNvPr id="68" name="TextBox 16">
              <a:extLst>
                <a:ext uri="{FF2B5EF4-FFF2-40B4-BE49-F238E27FC236}">
                  <a16:creationId xmlns:a16="http://schemas.microsoft.com/office/drawing/2014/main" id="{4C800803-DE69-7218-A820-7B08F5C72CC4}"/>
                </a:ext>
              </a:extLst>
            </p:cNvPr>
            <p:cNvSpPr txBox="1"/>
            <p:nvPr/>
          </p:nvSpPr>
          <p:spPr>
            <a:xfrm>
              <a:off x="0" y="-28575"/>
              <a:ext cx="4816593" cy="254202"/>
            </a:xfrm>
            <a:prstGeom prst="rect">
              <a:avLst/>
            </a:prstGeom>
          </p:spPr>
          <p:txBody>
            <a:bodyPr lIns="50800" tIns="50800" rIns="50800" bIns="50800" rtlCol="0" anchor="ctr"/>
            <a:lstStyle/>
            <a:p>
              <a:pPr algn="ctr">
                <a:lnSpc>
                  <a:spcPts val="2659"/>
                </a:lnSpc>
              </a:pPr>
              <a:endParaRPr/>
            </a:p>
          </p:txBody>
        </p:sp>
      </p:grpSp>
      <p:sp>
        <p:nvSpPr>
          <p:cNvPr id="69" name="Freeform 17">
            <a:extLst>
              <a:ext uri="{FF2B5EF4-FFF2-40B4-BE49-F238E27FC236}">
                <a16:creationId xmlns:a16="http://schemas.microsoft.com/office/drawing/2014/main" id="{90049126-6A02-EBBD-9152-DA20BA14A260}"/>
              </a:ext>
            </a:extLst>
          </p:cNvPr>
          <p:cNvSpPr/>
          <p:nvPr/>
        </p:nvSpPr>
        <p:spPr>
          <a:xfrm>
            <a:off x="3220602" y="4482077"/>
            <a:ext cx="2702796" cy="647086"/>
          </a:xfrm>
          <a:custGeom>
            <a:avLst/>
            <a:gdLst/>
            <a:ahLst/>
            <a:cxnLst/>
            <a:rect l="l" t="t" r="r" b="b"/>
            <a:pathLst>
              <a:path w="2702796" h="647086">
                <a:moveTo>
                  <a:pt x="0" y="0"/>
                </a:moveTo>
                <a:lnTo>
                  <a:pt x="2702796" y="0"/>
                </a:lnTo>
                <a:lnTo>
                  <a:pt x="2702796" y="647087"/>
                </a:lnTo>
                <a:lnTo>
                  <a:pt x="0" y="647087"/>
                </a:lnTo>
                <a:lnTo>
                  <a:pt x="0" y="0"/>
                </a:lnTo>
                <a:close/>
              </a:path>
            </a:pathLst>
          </a:custGeom>
          <a:blipFill>
            <a:blip r:embed="rId3"/>
            <a:stretch>
              <a:fillRect/>
            </a:stretch>
          </a:blipFill>
        </p:spPr>
        <p:txBody>
          <a:bodyPr/>
          <a:lstStyle/>
          <a:p>
            <a:endParaRPr lang="es-CL"/>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42508" y="138223"/>
            <a:ext cx="6667928" cy="1055220"/>
          </a:xfrm>
        </p:spPr>
        <p:txBody>
          <a:bodyPr/>
          <a:lstStyle/>
          <a:p>
            <a:r>
              <a:rPr lang="es-CL" sz="3200" b="1" dirty="0"/>
              <a:t>¿Qué es una Entrevista a Usuarios?</a:t>
            </a:r>
            <a:endParaRPr lang="es-CL" sz="11500" dirty="0"/>
          </a:p>
        </p:txBody>
      </p:sp>
      <p:sp>
        <p:nvSpPr>
          <p:cNvPr id="3" name="Marcador de texto 2"/>
          <p:cNvSpPr>
            <a:spLocks noGrp="1"/>
          </p:cNvSpPr>
          <p:nvPr>
            <p:ph type="body" idx="1"/>
          </p:nvPr>
        </p:nvSpPr>
        <p:spPr>
          <a:xfrm>
            <a:off x="2198670" y="1193443"/>
            <a:ext cx="5413025" cy="508500"/>
          </a:xfrm>
        </p:spPr>
        <p:txBody>
          <a:bodyPr/>
          <a:lstStyle/>
          <a:p>
            <a:pPr algn="just"/>
            <a:r>
              <a:rPr lang="es-CL" dirty="0"/>
              <a:t>Una entrevista a usuarios es una </a:t>
            </a:r>
            <a:r>
              <a:rPr lang="es-CL" b="1" dirty="0"/>
              <a:t>técnica cualitativa </a:t>
            </a:r>
            <a:r>
              <a:rPr lang="es-CL" dirty="0"/>
              <a:t>utilizada para obtener información sobre las experiencias y percepciones de los usuarios respecto a un producto o servicio. </a:t>
            </a:r>
          </a:p>
          <a:p>
            <a:pPr algn="just"/>
            <a:r>
              <a:rPr lang="es-CL" dirty="0"/>
              <a:t>Este tipo de entrevista suele seguir un formato semiestructurado, lo que permite explorar temas adicionales que puedan surgir durante la conversación.</a:t>
            </a:r>
          </a:p>
          <a:p>
            <a:endParaRPr lang="es-CL" dirty="0"/>
          </a:p>
        </p:txBody>
      </p:sp>
      <p:grpSp>
        <p:nvGrpSpPr>
          <p:cNvPr id="8" name="Group 14">
            <a:extLst>
              <a:ext uri="{FF2B5EF4-FFF2-40B4-BE49-F238E27FC236}">
                <a16:creationId xmlns:a16="http://schemas.microsoft.com/office/drawing/2014/main" id="{CF0E6B2F-6D25-C509-A951-35AE4043B191}"/>
              </a:ext>
            </a:extLst>
          </p:cNvPr>
          <p:cNvGrpSpPr/>
          <p:nvPr/>
        </p:nvGrpSpPr>
        <p:grpSpPr>
          <a:xfrm>
            <a:off x="-1601721" y="4482077"/>
            <a:ext cx="18288000" cy="856676"/>
            <a:chOff x="0" y="0"/>
            <a:chExt cx="4816593" cy="225627"/>
          </a:xfrm>
        </p:grpSpPr>
        <p:sp>
          <p:nvSpPr>
            <p:cNvPr id="9" name="Freeform 15">
              <a:extLst>
                <a:ext uri="{FF2B5EF4-FFF2-40B4-BE49-F238E27FC236}">
                  <a16:creationId xmlns:a16="http://schemas.microsoft.com/office/drawing/2014/main" id="{83B25B75-2284-9555-12B5-D3E594263FFE}"/>
                </a:ext>
              </a:extLst>
            </p:cNvPr>
            <p:cNvSpPr/>
            <p:nvPr/>
          </p:nvSpPr>
          <p:spPr>
            <a:xfrm>
              <a:off x="0" y="0"/>
              <a:ext cx="4816592" cy="225627"/>
            </a:xfrm>
            <a:custGeom>
              <a:avLst/>
              <a:gdLst/>
              <a:ahLst/>
              <a:cxnLst/>
              <a:rect l="l" t="t" r="r" b="b"/>
              <a:pathLst>
                <a:path w="4816592" h="225627">
                  <a:moveTo>
                    <a:pt x="0" y="0"/>
                  </a:moveTo>
                  <a:lnTo>
                    <a:pt x="4816592" y="0"/>
                  </a:lnTo>
                  <a:lnTo>
                    <a:pt x="4816592" y="225627"/>
                  </a:lnTo>
                  <a:lnTo>
                    <a:pt x="0" y="225627"/>
                  </a:lnTo>
                  <a:close/>
                </a:path>
              </a:pathLst>
            </a:custGeom>
            <a:solidFill>
              <a:srgbClr val="FFFFFF"/>
            </a:solidFill>
          </p:spPr>
          <p:txBody>
            <a:bodyPr/>
            <a:lstStyle/>
            <a:p>
              <a:endParaRPr lang="es-CL"/>
            </a:p>
          </p:txBody>
        </p:sp>
        <p:sp>
          <p:nvSpPr>
            <p:cNvPr id="10" name="TextBox 16">
              <a:extLst>
                <a:ext uri="{FF2B5EF4-FFF2-40B4-BE49-F238E27FC236}">
                  <a16:creationId xmlns:a16="http://schemas.microsoft.com/office/drawing/2014/main" id="{4C800803-DE69-7218-A820-7B08F5C72CC4}"/>
                </a:ext>
              </a:extLst>
            </p:cNvPr>
            <p:cNvSpPr txBox="1"/>
            <p:nvPr/>
          </p:nvSpPr>
          <p:spPr>
            <a:xfrm>
              <a:off x="0" y="-28575"/>
              <a:ext cx="4816593" cy="254202"/>
            </a:xfrm>
            <a:prstGeom prst="rect">
              <a:avLst/>
            </a:prstGeom>
          </p:spPr>
          <p:txBody>
            <a:bodyPr lIns="50800" tIns="50800" rIns="50800" bIns="50800" rtlCol="0" anchor="ctr"/>
            <a:lstStyle/>
            <a:p>
              <a:pPr algn="ctr">
                <a:lnSpc>
                  <a:spcPts val="2659"/>
                </a:lnSpc>
              </a:pPr>
              <a:endParaRPr/>
            </a:p>
          </p:txBody>
        </p:sp>
      </p:grpSp>
      <p:sp>
        <p:nvSpPr>
          <p:cNvPr id="11" name="Freeform 17">
            <a:extLst>
              <a:ext uri="{FF2B5EF4-FFF2-40B4-BE49-F238E27FC236}">
                <a16:creationId xmlns:a16="http://schemas.microsoft.com/office/drawing/2014/main" id="{90049126-6A02-EBBD-9152-DA20BA14A260}"/>
              </a:ext>
            </a:extLst>
          </p:cNvPr>
          <p:cNvSpPr/>
          <p:nvPr/>
        </p:nvSpPr>
        <p:spPr>
          <a:xfrm>
            <a:off x="3220602" y="4482077"/>
            <a:ext cx="2702796" cy="647086"/>
          </a:xfrm>
          <a:custGeom>
            <a:avLst/>
            <a:gdLst/>
            <a:ahLst/>
            <a:cxnLst/>
            <a:rect l="l" t="t" r="r" b="b"/>
            <a:pathLst>
              <a:path w="2702796" h="647086">
                <a:moveTo>
                  <a:pt x="0" y="0"/>
                </a:moveTo>
                <a:lnTo>
                  <a:pt x="2702796" y="0"/>
                </a:lnTo>
                <a:lnTo>
                  <a:pt x="2702796" y="647087"/>
                </a:lnTo>
                <a:lnTo>
                  <a:pt x="0" y="647087"/>
                </a:lnTo>
                <a:lnTo>
                  <a:pt x="0" y="0"/>
                </a:lnTo>
                <a:close/>
              </a:path>
            </a:pathLst>
          </a:custGeom>
          <a:blipFill>
            <a:blip r:embed="rId2"/>
            <a:stretch>
              <a:fillRect/>
            </a:stretch>
          </a:blipFill>
        </p:spPr>
        <p:txBody>
          <a:bodyPr/>
          <a:lstStyle/>
          <a:p>
            <a:endParaRPr lang="es-CL"/>
          </a:p>
        </p:txBody>
      </p:sp>
    </p:spTree>
    <p:extLst>
      <p:ext uri="{BB962C8B-B14F-4D97-AF65-F5344CB8AC3E}">
        <p14:creationId xmlns:p14="http://schemas.microsoft.com/office/powerpoint/2010/main" val="185571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79674" y="0"/>
            <a:ext cx="4497573" cy="1426500"/>
          </a:xfrm>
        </p:spPr>
        <p:txBody>
          <a:bodyPr/>
          <a:lstStyle/>
          <a:p>
            <a:r>
              <a:rPr lang="es-CL" sz="3200" b="1" dirty="0"/>
              <a:t>¿De Qué Se Trata?</a:t>
            </a:r>
            <a:br>
              <a:rPr lang="es-CL" sz="6600" dirty="0"/>
            </a:br>
            <a:endParaRPr lang="es-CL" sz="2000" dirty="0"/>
          </a:p>
        </p:txBody>
      </p:sp>
      <p:sp>
        <p:nvSpPr>
          <p:cNvPr id="3" name="Marcador de texto 2"/>
          <p:cNvSpPr>
            <a:spLocks noGrp="1"/>
          </p:cNvSpPr>
          <p:nvPr>
            <p:ph type="body" idx="1"/>
          </p:nvPr>
        </p:nvSpPr>
        <p:spPr>
          <a:xfrm>
            <a:off x="745123" y="1534996"/>
            <a:ext cx="7814086" cy="508500"/>
          </a:xfrm>
        </p:spPr>
        <p:txBody>
          <a:bodyPr/>
          <a:lstStyle/>
          <a:p>
            <a:pPr algn="just"/>
            <a:r>
              <a:rPr lang="es-CL" dirty="0"/>
              <a:t>El objetivo principal de una entrevista a usuarios es </a:t>
            </a:r>
            <a:r>
              <a:rPr lang="es-CL" b="1" dirty="0"/>
              <a:t>descubrir</a:t>
            </a:r>
            <a:r>
              <a:rPr lang="es-CL" dirty="0"/>
              <a:t> cómo los usuarios interactúan con un producto o servicio, con un </a:t>
            </a:r>
            <a:r>
              <a:rPr lang="es-CL" b="1" dirty="0"/>
              <a:t>enfoque</a:t>
            </a:r>
            <a:r>
              <a:rPr lang="es-CL" dirty="0"/>
              <a:t> en sus </a:t>
            </a:r>
            <a:r>
              <a:rPr lang="es-CL" b="1" dirty="0"/>
              <a:t>experiencias, necesidades y expectativas</a:t>
            </a:r>
            <a:r>
              <a:rPr lang="es-CL" dirty="0"/>
              <a:t>. A través de la conversación, se busca recabar la mayor cantidad de información posible, prestando especial atención a los </a:t>
            </a:r>
            <a:r>
              <a:rPr lang="es-CL" b="1" dirty="0"/>
              <a:t>detalles, sentimientos y opiniones de los usuarios</a:t>
            </a:r>
            <a:r>
              <a:rPr lang="es-CL" dirty="0"/>
              <a:t>.</a:t>
            </a:r>
          </a:p>
          <a:p>
            <a:pPr algn="just"/>
            <a:endParaRPr lang="es-CL" dirty="0"/>
          </a:p>
        </p:txBody>
      </p:sp>
      <p:grpSp>
        <p:nvGrpSpPr>
          <p:cNvPr id="8" name="Group 14">
            <a:extLst>
              <a:ext uri="{FF2B5EF4-FFF2-40B4-BE49-F238E27FC236}">
                <a16:creationId xmlns:a16="http://schemas.microsoft.com/office/drawing/2014/main" id="{CF0E6B2F-6D25-C509-A951-35AE4043B191}"/>
              </a:ext>
            </a:extLst>
          </p:cNvPr>
          <p:cNvGrpSpPr/>
          <p:nvPr/>
        </p:nvGrpSpPr>
        <p:grpSpPr>
          <a:xfrm>
            <a:off x="-1601721" y="4482077"/>
            <a:ext cx="18288000" cy="856676"/>
            <a:chOff x="0" y="0"/>
            <a:chExt cx="4816593" cy="225627"/>
          </a:xfrm>
        </p:grpSpPr>
        <p:sp>
          <p:nvSpPr>
            <p:cNvPr id="9" name="Freeform 15">
              <a:extLst>
                <a:ext uri="{FF2B5EF4-FFF2-40B4-BE49-F238E27FC236}">
                  <a16:creationId xmlns:a16="http://schemas.microsoft.com/office/drawing/2014/main" id="{83B25B75-2284-9555-12B5-D3E594263FFE}"/>
                </a:ext>
              </a:extLst>
            </p:cNvPr>
            <p:cNvSpPr/>
            <p:nvPr/>
          </p:nvSpPr>
          <p:spPr>
            <a:xfrm>
              <a:off x="0" y="0"/>
              <a:ext cx="4816592" cy="225627"/>
            </a:xfrm>
            <a:custGeom>
              <a:avLst/>
              <a:gdLst/>
              <a:ahLst/>
              <a:cxnLst/>
              <a:rect l="l" t="t" r="r" b="b"/>
              <a:pathLst>
                <a:path w="4816592" h="225627">
                  <a:moveTo>
                    <a:pt x="0" y="0"/>
                  </a:moveTo>
                  <a:lnTo>
                    <a:pt x="4816592" y="0"/>
                  </a:lnTo>
                  <a:lnTo>
                    <a:pt x="4816592" y="225627"/>
                  </a:lnTo>
                  <a:lnTo>
                    <a:pt x="0" y="225627"/>
                  </a:lnTo>
                  <a:close/>
                </a:path>
              </a:pathLst>
            </a:custGeom>
            <a:solidFill>
              <a:srgbClr val="FFFFFF"/>
            </a:solidFill>
          </p:spPr>
          <p:txBody>
            <a:bodyPr/>
            <a:lstStyle/>
            <a:p>
              <a:endParaRPr lang="es-CL"/>
            </a:p>
          </p:txBody>
        </p:sp>
        <p:sp>
          <p:nvSpPr>
            <p:cNvPr id="10" name="TextBox 16">
              <a:extLst>
                <a:ext uri="{FF2B5EF4-FFF2-40B4-BE49-F238E27FC236}">
                  <a16:creationId xmlns:a16="http://schemas.microsoft.com/office/drawing/2014/main" id="{4C800803-DE69-7218-A820-7B08F5C72CC4}"/>
                </a:ext>
              </a:extLst>
            </p:cNvPr>
            <p:cNvSpPr txBox="1"/>
            <p:nvPr/>
          </p:nvSpPr>
          <p:spPr>
            <a:xfrm>
              <a:off x="0" y="-28575"/>
              <a:ext cx="4816593" cy="254202"/>
            </a:xfrm>
            <a:prstGeom prst="rect">
              <a:avLst/>
            </a:prstGeom>
          </p:spPr>
          <p:txBody>
            <a:bodyPr lIns="50800" tIns="50800" rIns="50800" bIns="50800" rtlCol="0" anchor="ctr"/>
            <a:lstStyle/>
            <a:p>
              <a:pPr algn="ctr">
                <a:lnSpc>
                  <a:spcPts val="2659"/>
                </a:lnSpc>
              </a:pPr>
              <a:endParaRPr/>
            </a:p>
          </p:txBody>
        </p:sp>
      </p:grpSp>
      <p:sp>
        <p:nvSpPr>
          <p:cNvPr id="11" name="Freeform 17">
            <a:extLst>
              <a:ext uri="{FF2B5EF4-FFF2-40B4-BE49-F238E27FC236}">
                <a16:creationId xmlns:a16="http://schemas.microsoft.com/office/drawing/2014/main" id="{90049126-6A02-EBBD-9152-DA20BA14A260}"/>
              </a:ext>
            </a:extLst>
          </p:cNvPr>
          <p:cNvSpPr/>
          <p:nvPr/>
        </p:nvSpPr>
        <p:spPr>
          <a:xfrm>
            <a:off x="3220602" y="4482077"/>
            <a:ext cx="2702796" cy="647086"/>
          </a:xfrm>
          <a:custGeom>
            <a:avLst/>
            <a:gdLst/>
            <a:ahLst/>
            <a:cxnLst/>
            <a:rect l="l" t="t" r="r" b="b"/>
            <a:pathLst>
              <a:path w="2702796" h="647086">
                <a:moveTo>
                  <a:pt x="0" y="0"/>
                </a:moveTo>
                <a:lnTo>
                  <a:pt x="2702796" y="0"/>
                </a:lnTo>
                <a:lnTo>
                  <a:pt x="2702796" y="647087"/>
                </a:lnTo>
                <a:lnTo>
                  <a:pt x="0" y="647087"/>
                </a:lnTo>
                <a:lnTo>
                  <a:pt x="0" y="0"/>
                </a:lnTo>
                <a:close/>
              </a:path>
            </a:pathLst>
          </a:custGeom>
          <a:blipFill>
            <a:blip r:embed="rId2"/>
            <a:stretch>
              <a:fillRect/>
            </a:stretch>
          </a:blipFill>
        </p:spPr>
        <p:txBody>
          <a:bodyPr/>
          <a:lstStyle/>
          <a:p>
            <a:endParaRPr lang="es-CL"/>
          </a:p>
        </p:txBody>
      </p:sp>
    </p:spTree>
    <p:extLst>
      <p:ext uri="{BB962C8B-B14F-4D97-AF65-F5344CB8AC3E}">
        <p14:creationId xmlns:p14="http://schemas.microsoft.com/office/powerpoint/2010/main" val="4193776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63559" y="467802"/>
            <a:ext cx="6485017" cy="1426500"/>
          </a:xfrm>
        </p:spPr>
        <p:txBody>
          <a:bodyPr/>
          <a:lstStyle/>
          <a:p>
            <a:r>
              <a:rPr lang="es-CL" sz="3200" b="1" dirty="0"/>
              <a:t>¿Para Qué Sirve?</a:t>
            </a:r>
            <a:br>
              <a:rPr lang="es-CL" sz="7200" dirty="0"/>
            </a:br>
            <a:endParaRPr lang="es-CL" sz="7200" dirty="0"/>
          </a:p>
        </p:txBody>
      </p:sp>
      <p:sp>
        <p:nvSpPr>
          <p:cNvPr id="3" name="Marcador de texto 2"/>
          <p:cNvSpPr>
            <a:spLocks noGrp="1"/>
          </p:cNvSpPr>
          <p:nvPr>
            <p:ph type="body" idx="1"/>
          </p:nvPr>
        </p:nvSpPr>
        <p:spPr>
          <a:xfrm>
            <a:off x="2263200" y="1138698"/>
            <a:ext cx="6189684" cy="508500"/>
          </a:xfrm>
        </p:spPr>
        <p:txBody>
          <a:bodyPr/>
          <a:lstStyle/>
          <a:p>
            <a:pPr marL="114300" indent="0">
              <a:buNone/>
            </a:pPr>
            <a:r>
              <a:rPr lang="es-CL" dirty="0"/>
              <a:t>Las entrevistas a usuarios son útiles para:</a:t>
            </a:r>
          </a:p>
          <a:p>
            <a:pPr lvl="0"/>
            <a:r>
              <a:rPr lang="es-CL" b="1" dirty="0"/>
              <a:t>Conocer</a:t>
            </a:r>
            <a:r>
              <a:rPr lang="es-CL" dirty="0"/>
              <a:t> experiencias y opiniones de los usuarios.</a:t>
            </a:r>
          </a:p>
          <a:p>
            <a:pPr lvl="0"/>
            <a:r>
              <a:rPr lang="es-CL" b="1" dirty="0"/>
              <a:t>Comprender </a:t>
            </a:r>
            <a:r>
              <a:rPr lang="es-CL" dirty="0"/>
              <a:t>los sentimientos y percepciones hacia un producto o servicio.</a:t>
            </a:r>
          </a:p>
          <a:p>
            <a:pPr lvl="0"/>
            <a:r>
              <a:rPr lang="es-CL" b="1" dirty="0"/>
              <a:t>Identificar</a:t>
            </a:r>
            <a:r>
              <a:rPr lang="es-CL" dirty="0"/>
              <a:t> realidades y necesidades de los usuarios.</a:t>
            </a:r>
          </a:p>
          <a:p>
            <a:pPr lvl="0"/>
            <a:r>
              <a:rPr lang="es-CL" b="1" dirty="0"/>
              <a:t>Descubrir</a:t>
            </a:r>
            <a:r>
              <a:rPr lang="es-CL" dirty="0"/>
              <a:t> oportunidades de mejora y posibles problemas en el producto o servicio.</a:t>
            </a:r>
          </a:p>
          <a:p>
            <a:endParaRPr lang="es-CL" dirty="0"/>
          </a:p>
        </p:txBody>
      </p:sp>
      <p:grpSp>
        <p:nvGrpSpPr>
          <p:cNvPr id="8" name="Group 14">
            <a:extLst>
              <a:ext uri="{FF2B5EF4-FFF2-40B4-BE49-F238E27FC236}">
                <a16:creationId xmlns:a16="http://schemas.microsoft.com/office/drawing/2014/main" id="{CF0E6B2F-6D25-C509-A951-35AE4043B191}"/>
              </a:ext>
            </a:extLst>
          </p:cNvPr>
          <p:cNvGrpSpPr/>
          <p:nvPr/>
        </p:nvGrpSpPr>
        <p:grpSpPr>
          <a:xfrm>
            <a:off x="-1601721" y="4482077"/>
            <a:ext cx="18288000" cy="856676"/>
            <a:chOff x="0" y="0"/>
            <a:chExt cx="4816593" cy="225627"/>
          </a:xfrm>
        </p:grpSpPr>
        <p:sp>
          <p:nvSpPr>
            <p:cNvPr id="9" name="Freeform 15">
              <a:extLst>
                <a:ext uri="{FF2B5EF4-FFF2-40B4-BE49-F238E27FC236}">
                  <a16:creationId xmlns:a16="http://schemas.microsoft.com/office/drawing/2014/main" id="{83B25B75-2284-9555-12B5-D3E594263FFE}"/>
                </a:ext>
              </a:extLst>
            </p:cNvPr>
            <p:cNvSpPr/>
            <p:nvPr/>
          </p:nvSpPr>
          <p:spPr>
            <a:xfrm>
              <a:off x="0" y="0"/>
              <a:ext cx="4816592" cy="225627"/>
            </a:xfrm>
            <a:custGeom>
              <a:avLst/>
              <a:gdLst/>
              <a:ahLst/>
              <a:cxnLst/>
              <a:rect l="l" t="t" r="r" b="b"/>
              <a:pathLst>
                <a:path w="4816592" h="225627">
                  <a:moveTo>
                    <a:pt x="0" y="0"/>
                  </a:moveTo>
                  <a:lnTo>
                    <a:pt x="4816592" y="0"/>
                  </a:lnTo>
                  <a:lnTo>
                    <a:pt x="4816592" y="225627"/>
                  </a:lnTo>
                  <a:lnTo>
                    <a:pt x="0" y="225627"/>
                  </a:lnTo>
                  <a:close/>
                </a:path>
              </a:pathLst>
            </a:custGeom>
            <a:solidFill>
              <a:srgbClr val="FFFFFF"/>
            </a:solidFill>
          </p:spPr>
          <p:txBody>
            <a:bodyPr/>
            <a:lstStyle/>
            <a:p>
              <a:endParaRPr lang="es-CL"/>
            </a:p>
          </p:txBody>
        </p:sp>
        <p:sp>
          <p:nvSpPr>
            <p:cNvPr id="10" name="TextBox 16">
              <a:extLst>
                <a:ext uri="{FF2B5EF4-FFF2-40B4-BE49-F238E27FC236}">
                  <a16:creationId xmlns:a16="http://schemas.microsoft.com/office/drawing/2014/main" id="{4C800803-DE69-7218-A820-7B08F5C72CC4}"/>
                </a:ext>
              </a:extLst>
            </p:cNvPr>
            <p:cNvSpPr txBox="1"/>
            <p:nvPr/>
          </p:nvSpPr>
          <p:spPr>
            <a:xfrm>
              <a:off x="0" y="-28575"/>
              <a:ext cx="4816593" cy="254202"/>
            </a:xfrm>
            <a:prstGeom prst="rect">
              <a:avLst/>
            </a:prstGeom>
          </p:spPr>
          <p:txBody>
            <a:bodyPr lIns="50800" tIns="50800" rIns="50800" bIns="50800" rtlCol="0" anchor="ctr"/>
            <a:lstStyle/>
            <a:p>
              <a:pPr algn="ctr">
                <a:lnSpc>
                  <a:spcPts val="2659"/>
                </a:lnSpc>
              </a:pPr>
              <a:endParaRPr/>
            </a:p>
          </p:txBody>
        </p:sp>
      </p:grpSp>
      <p:sp>
        <p:nvSpPr>
          <p:cNvPr id="11" name="Freeform 17">
            <a:extLst>
              <a:ext uri="{FF2B5EF4-FFF2-40B4-BE49-F238E27FC236}">
                <a16:creationId xmlns:a16="http://schemas.microsoft.com/office/drawing/2014/main" id="{90049126-6A02-EBBD-9152-DA20BA14A260}"/>
              </a:ext>
            </a:extLst>
          </p:cNvPr>
          <p:cNvSpPr/>
          <p:nvPr/>
        </p:nvSpPr>
        <p:spPr>
          <a:xfrm>
            <a:off x="3220602" y="4482077"/>
            <a:ext cx="2702796" cy="647086"/>
          </a:xfrm>
          <a:custGeom>
            <a:avLst/>
            <a:gdLst/>
            <a:ahLst/>
            <a:cxnLst/>
            <a:rect l="l" t="t" r="r" b="b"/>
            <a:pathLst>
              <a:path w="2702796" h="647086">
                <a:moveTo>
                  <a:pt x="0" y="0"/>
                </a:moveTo>
                <a:lnTo>
                  <a:pt x="2702796" y="0"/>
                </a:lnTo>
                <a:lnTo>
                  <a:pt x="2702796" y="647087"/>
                </a:lnTo>
                <a:lnTo>
                  <a:pt x="0" y="647087"/>
                </a:lnTo>
                <a:lnTo>
                  <a:pt x="0" y="0"/>
                </a:lnTo>
                <a:close/>
              </a:path>
            </a:pathLst>
          </a:custGeom>
          <a:blipFill>
            <a:blip r:embed="rId2"/>
            <a:stretch>
              <a:fillRect/>
            </a:stretch>
          </a:blipFill>
        </p:spPr>
        <p:txBody>
          <a:bodyPr/>
          <a:lstStyle/>
          <a:p>
            <a:endParaRPr lang="es-CL"/>
          </a:p>
        </p:txBody>
      </p:sp>
    </p:spTree>
    <p:extLst>
      <p:ext uri="{BB962C8B-B14F-4D97-AF65-F5344CB8AC3E}">
        <p14:creationId xmlns:p14="http://schemas.microsoft.com/office/powerpoint/2010/main" val="442444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63558" y="510332"/>
            <a:ext cx="6304265" cy="1233408"/>
          </a:xfrm>
        </p:spPr>
        <p:txBody>
          <a:bodyPr/>
          <a:lstStyle/>
          <a:p>
            <a:r>
              <a:rPr lang="es-CL" sz="3200" b="1" dirty="0"/>
              <a:t>¿Cómo Se Utiliza?</a:t>
            </a:r>
            <a:br>
              <a:rPr lang="es-CL" sz="7200" dirty="0"/>
            </a:br>
            <a:endParaRPr lang="es-CL" sz="7200" dirty="0"/>
          </a:p>
        </p:txBody>
      </p:sp>
      <p:sp>
        <p:nvSpPr>
          <p:cNvPr id="3" name="Marcador de texto 2"/>
          <p:cNvSpPr>
            <a:spLocks noGrp="1"/>
          </p:cNvSpPr>
          <p:nvPr>
            <p:ph type="body" idx="1"/>
          </p:nvPr>
        </p:nvSpPr>
        <p:spPr>
          <a:xfrm>
            <a:off x="616688" y="1638945"/>
            <a:ext cx="3625703" cy="2082135"/>
          </a:xfrm>
        </p:spPr>
        <p:txBody>
          <a:bodyPr/>
          <a:lstStyle/>
          <a:p>
            <a:pPr marL="114300" indent="0" algn="just">
              <a:buNone/>
            </a:pPr>
            <a:r>
              <a:rPr lang="es-CL" sz="1400" b="1" dirty="0"/>
              <a:t>1.- Selección de Entrevistados.</a:t>
            </a:r>
          </a:p>
          <a:p>
            <a:pPr marL="114300" indent="0" algn="just">
              <a:buNone/>
            </a:pPr>
            <a:r>
              <a:rPr lang="es-MX" sz="1400" b="1" dirty="0"/>
              <a:t>2.- </a:t>
            </a:r>
            <a:r>
              <a:rPr lang="es-CL" sz="1400" b="1" dirty="0"/>
              <a:t>Preparación de la Entrevista.</a:t>
            </a:r>
          </a:p>
          <a:p>
            <a:pPr marL="114300" indent="0" algn="just">
              <a:buNone/>
            </a:pPr>
            <a:r>
              <a:rPr lang="es-CL" sz="1400" dirty="0"/>
              <a:t>Pauta de Preparación.</a:t>
            </a:r>
          </a:p>
          <a:p>
            <a:pPr marL="114300" indent="0" algn="just">
              <a:buNone/>
            </a:pPr>
            <a:r>
              <a:rPr lang="es-CL" sz="1400" dirty="0"/>
              <a:t>Pauta de Entrevista. </a:t>
            </a:r>
          </a:p>
          <a:p>
            <a:pPr marL="114300" indent="0" algn="just">
              <a:buNone/>
            </a:pPr>
            <a:r>
              <a:rPr lang="es-MX" sz="1400" b="1" dirty="0"/>
              <a:t>3.- </a:t>
            </a:r>
            <a:r>
              <a:rPr lang="es-CL" sz="1400" b="1" dirty="0"/>
              <a:t>Organización de la Entrevista.</a:t>
            </a:r>
          </a:p>
          <a:p>
            <a:pPr marL="114300" indent="0" algn="just">
              <a:buNone/>
            </a:pPr>
            <a:r>
              <a:rPr lang="es-CL" sz="1400" b="1" dirty="0"/>
              <a:t>Definición de Objetivos y Temas.</a:t>
            </a:r>
          </a:p>
          <a:p>
            <a:pPr marL="114300" indent="0" algn="just">
              <a:buNone/>
            </a:pPr>
            <a:r>
              <a:rPr lang="es-CL" sz="1400" dirty="0"/>
              <a:t>Ambiente. </a:t>
            </a:r>
          </a:p>
          <a:p>
            <a:pPr marL="114300" indent="0" algn="just">
              <a:buNone/>
            </a:pPr>
            <a:r>
              <a:rPr lang="es-CL" sz="1400" dirty="0"/>
              <a:t>Técnicas de Entrevista</a:t>
            </a:r>
          </a:p>
          <a:p>
            <a:pPr marL="114300" indent="0" algn="just">
              <a:buNone/>
            </a:pPr>
            <a:endParaRPr lang="es-CL" sz="1400" dirty="0"/>
          </a:p>
          <a:p>
            <a:pPr marL="596900" lvl="1" indent="0">
              <a:buNone/>
            </a:pPr>
            <a:endParaRPr lang="es-CL" dirty="0"/>
          </a:p>
          <a:p>
            <a:pPr marL="114300" indent="0">
              <a:buNone/>
            </a:pPr>
            <a:endParaRPr lang="es-CL" dirty="0"/>
          </a:p>
          <a:p>
            <a:pPr marL="114300" indent="0">
              <a:buNone/>
            </a:pPr>
            <a:endParaRPr lang="es-CL" dirty="0"/>
          </a:p>
          <a:p>
            <a:endParaRPr lang="es-CL" dirty="0"/>
          </a:p>
        </p:txBody>
      </p:sp>
      <p:sp>
        <p:nvSpPr>
          <p:cNvPr id="8" name="CuadroTexto 7"/>
          <p:cNvSpPr txBox="1"/>
          <p:nvPr/>
        </p:nvSpPr>
        <p:spPr>
          <a:xfrm>
            <a:off x="4242391" y="1638945"/>
            <a:ext cx="4371226" cy="2031325"/>
          </a:xfrm>
          <a:prstGeom prst="rect">
            <a:avLst/>
          </a:prstGeom>
          <a:noFill/>
        </p:spPr>
        <p:txBody>
          <a:bodyPr wrap="square" rtlCol="0">
            <a:spAutoFit/>
          </a:bodyPr>
          <a:lstStyle/>
          <a:p>
            <a:pPr marL="114300" indent="0" algn="just">
              <a:buNone/>
            </a:pPr>
            <a:r>
              <a:rPr lang="es-CL" b="1" dirty="0">
                <a:solidFill>
                  <a:schemeClr val="dk1"/>
                </a:solidFill>
                <a:latin typeface="Encode Sans Medium"/>
                <a:ea typeface="Encode Sans Medium"/>
                <a:cs typeface="Encode Sans Medium"/>
                <a:sym typeface="Encode Sans Medium"/>
              </a:rPr>
              <a:t>Consejos Adicionales:</a:t>
            </a:r>
          </a:p>
          <a:p>
            <a:pPr lvl="0" algn="just"/>
            <a:r>
              <a:rPr lang="es-CL" b="1" dirty="0">
                <a:solidFill>
                  <a:schemeClr val="dk1"/>
                </a:solidFill>
                <a:latin typeface="Encode Sans Medium"/>
                <a:ea typeface="Encode Sans Medium"/>
                <a:cs typeface="Encode Sans Medium"/>
                <a:sym typeface="Encode Sans Medium"/>
              </a:rPr>
              <a:t>Escucha Activa: </a:t>
            </a:r>
            <a:r>
              <a:rPr lang="es-CL" dirty="0">
                <a:solidFill>
                  <a:schemeClr val="dk1"/>
                </a:solidFill>
                <a:latin typeface="Encode Sans Medium"/>
                <a:ea typeface="Encode Sans Medium"/>
                <a:cs typeface="Encode Sans Medium"/>
                <a:sym typeface="Encode Sans Medium"/>
              </a:rPr>
              <a:t>Mantén una actitud atenta y abierta durante la entrevista.</a:t>
            </a:r>
          </a:p>
          <a:p>
            <a:pPr algn="just"/>
            <a:r>
              <a:rPr lang="es-CL" b="1" dirty="0">
                <a:solidFill>
                  <a:schemeClr val="dk1"/>
                </a:solidFill>
                <a:latin typeface="Encode Sans Medium"/>
                <a:ea typeface="Encode Sans Medium"/>
                <a:cs typeface="Encode Sans Medium"/>
              </a:rPr>
              <a:t>Flexibilidad: </a:t>
            </a:r>
            <a:r>
              <a:rPr lang="es-CL" dirty="0">
                <a:solidFill>
                  <a:schemeClr val="dk1"/>
                </a:solidFill>
                <a:latin typeface="Encode Sans Medium"/>
                <a:ea typeface="Encode Sans Medium"/>
                <a:cs typeface="Encode Sans Medium"/>
              </a:rPr>
              <a:t>Sé flexible para explorar temas adicionales que surjan durante la conversación.</a:t>
            </a:r>
          </a:p>
          <a:p>
            <a:pPr lvl="0" algn="just"/>
            <a:r>
              <a:rPr lang="es-CL" b="1" dirty="0">
                <a:solidFill>
                  <a:schemeClr val="dk1"/>
                </a:solidFill>
                <a:latin typeface="Encode Sans Medium"/>
                <a:ea typeface="Encode Sans Medium"/>
                <a:cs typeface="Encode Sans Medium"/>
              </a:rPr>
              <a:t>Respeto y Confidencialidad: </a:t>
            </a:r>
            <a:r>
              <a:rPr lang="es-CL" dirty="0">
                <a:solidFill>
                  <a:schemeClr val="dk1"/>
                </a:solidFill>
                <a:latin typeface="Encode Sans Medium"/>
                <a:ea typeface="Encode Sans Medium"/>
                <a:cs typeface="Encode Sans Medium"/>
              </a:rPr>
              <a:t>Asegura que los entrevistados se sientan respetados y que su información será manejada con confidencialidad.</a:t>
            </a:r>
          </a:p>
          <a:p>
            <a:endParaRPr lang="es-CL" dirty="0"/>
          </a:p>
        </p:txBody>
      </p:sp>
      <p:grpSp>
        <p:nvGrpSpPr>
          <p:cNvPr id="9" name="Group 14">
            <a:extLst>
              <a:ext uri="{FF2B5EF4-FFF2-40B4-BE49-F238E27FC236}">
                <a16:creationId xmlns:a16="http://schemas.microsoft.com/office/drawing/2014/main" id="{CF0E6B2F-6D25-C509-A951-35AE4043B191}"/>
              </a:ext>
            </a:extLst>
          </p:cNvPr>
          <p:cNvGrpSpPr/>
          <p:nvPr/>
        </p:nvGrpSpPr>
        <p:grpSpPr>
          <a:xfrm>
            <a:off x="-1601721" y="4482077"/>
            <a:ext cx="18288000" cy="856676"/>
            <a:chOff x="0" y="0"/>
            <a:chExt cx="4816593" cy="225627"/>
          </a:xfrm>
        </p:grpSpPr>
        <p:sp>
          <p:nvSpPr>
            <p:cNvPr id="10" name="Freeform 15">
              <a:extLst>
                <a:ext uri="{FF2B5EF4-FFF2-40B4-BE49-F238E27FC236}">
                  <a16:creationId xmlns:a16="http://schemas.microsoft.com/office/drawing/2014/main" id="{83B25B75-2284-9555-12B5-D3E594263FFE}"/>
                </a:ext>
              </a:extLst>
            </p:cNvPr>
            <p:cNvSpPr/>
            <p:nvPr/>
          </p:nvSpPr>
          <p:spPr>
            <a:xfrm>
              <a:off x="0" y="0"/>
              <a:ext cx="4816592" cy="225627"/>
            </a:xfrm>
            <a:custGeom>
              <a:avLst/>
              <a:gdLst/>
              <a:ahLst/>
              <a:cxnLst/>
              <a:rect l="l" t="t" r="r" b="b"/>
              <a:pathLst>
                <a:path w="4816592" h="225627">
                  <a:moveTo>
                    <a:pt x="0" y="0"/>
                  </a:moveTo>
                  <a:lnTo>
                    <a:pt x="4816592" y="0"/>
                  </a:lnTo>
                  <a:lnTo>
                    <a:pt x="4816592" y="225627"/>
                  </a:lnTo>
                  <a:lnTo>
                    <a:pt x="0" y="225627"/>
                  </a:lnTo>
                  <a:close/>
                </a:path>
              </a:pathLst>
            </a:custGeom>
            <a:solidFill>
              <a:srgbClr val="FFFFFF"/>
            </a:solidFill>
          </p:spPr>
          <p:txBody>
            <a:bodyPr/>
            <a:lstStyle/>
            <a:p>
              <a:endParaRPr lang="es-CL"/>
            </a:p>
          </p:txBody>
        </p:sp>
        <p:sp>
          <p:nvSpPr>
            <p:cNvPr id="11" name="TextBox 16">
              <a:extLst>
                <a:ext uri="{FF2B5EF4-FFF2-40B4-BE49-F238E27FC236}">
                  <a16:creationId xmlns:a16="http://schemas.microsoft.com/office/drawing/2014/main" id="{4C800803-DE69-7218-A820-7B08F5C72CC4}"/>
                </a:ext>
              </a:extLst>
            </p:cNvPr>
            <p:cNvSpPr txBox="1"/>
            <p:nvPr/>
          </p:nvSpPr>
          <p:spPr>
            <a:xfrm>
              <a:off x="0" y="-28575"/>
              <a:ext cx="4816593" cy="254202"/>
            </a:xfrm>
            <a:prstGeom prst="rect">
              <a:avLst/>
            </a:prstGeom>
          </p:spPr>
          <p:txBody>
            <a:bodyPr lIns="50800" tIns="50800" rIns="50800" bIns="50800" rtlCol="0" anchor="ctr"/>
            <a:lstStyle/>
            <a:p>
              <a:pPr algn="ctr">
                <a:lnSpc>
                  <a:spcPts val="2659"/>
                </a:lnSpc>
              </a:pPr>
              <a:endParaRPr/>
            </a:p>
          </p:txBody>
        </p:sp>
      </p:grpSp>
      <p:sp>
        <p:nvSpPr>
          <p:cNvPr id="12" name="Freeform 17">
            <a:extLst>
              <a:ext uri="{FF2B5EF4-FFF2-40B4-BE49-F238E27FC236}">
                <a16:creationId xmlns:a16="http://schemas.microsoft.com/office/drawing/2014/main" id="{90049126-6A02-EBBD-9152-DA20BA14A260}"/>
              </a:ext>
            </a:extLst>
          </p:cNvPr>
          <p:cNvSpPr/>
          <p:nvPr/>
        </p:nvSpPr>
        <p:spPr>
          <a:xfrm>
            <a:off x="3220602" y="4482077"/>
            <a:ext cx="2702796" cy="647086"/>
          </a:xfrm>
          <a:custGeom>
            <a:avLst/>
            <a:gdLst/>
            <a:ahLst/>
            <a:cxnLst/>
            <a:rect l="l" t="t" r="r" b="b"/>
            <a:pathLst>
              <a:path w="2702796" h="647086">
                <a:moveTo>
                  <a:pt x="0" y="0"/>
                </a:moveTo>
                <a:lnTo>
                  <a:pt x="2702796" y="0"/>
                </a:lnTo>
                <a:lnTo>
                  <a:pt x="2702796" y="647087"/>
                </a:lnTo>
                <a:lnTo>
                  <a:pt x="0" y="647087"/>
                </a:lnTo>
                <a:lnTo>
                  <a:pt x="0" y="0"/>
                </a:lnTo>
                <a:close/>
              </a:path>
            </a:pathLst>
          </a:custGeom>
          <a:blipFill>
            <a:blip r:embed="rId2"/>
            <a:stretch>
              <a:fillRect/>
            </a:stretch>
          </a:blipFill>
        </p:spPr>
        <p:txBody>
          <a:bodyPr/>
          <a:lstStyle/>
          <a:p>
            <a:endParaRPr lang="es-CL"/>
          </a:p>
        </p:txBody>
      </p:sp>
    </p:spTree>
    <p:extLst>
      <p:ext uri="{BB962C8B-B14F-4D97-AF65-F5344CB8AC3E}">
        <p14:creationId xmlns:p14="http://schemas.microsoft.com/office/powerpoint/2010/main" val="9704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05720" y="217400"/>
            <a:ext cx="6838280" cy="142196"/>
          </a:xfrm>
        </p:spPr>
        <p:txBody>
          <a:bodyPr/>
          <a:lstStyle/>
          <a:p>
            <a:pPr algn="just"/>
            <a:r>
              <a:rPr lang="es-CL" sz="2000" dirty="0"/>
              <a:t>Instrucciones de uso aplicado: ejemplo aplicado</a:t>
            </a:r>
            <a:endParaRPr lang="es-CL" sz="20800" dirty="0"/>
          </a:p>
        </p:txBody>
      </p:sp>
      <p:sp>
        <p:nvSpPr>
          <p:cNvPr id="3" name="Marcador de texto 2"/>
          <p:cNvSpPr>
            <a:spLocks noGrp="1"/>
          </p:cNvSpPr>
          <p:nvPr>
            <p:ph type="body" idx="1"/>
          </p:nvPr>
        </p:nvSpPr>
        <p:spPr>
          <a:xfrm>
            <a:off x="6198782" y="910933"/>
            <a:ext cx="2647507" cy="2716058"/>
          </a:xfrm>
        </p:spPr>
        <p:txBody>
          <a:bodyPr/>
          <a:lstStyle/>
          <a:p>
            <a:pPr algn="ctr"/>
            <a:r>
              <a:rPr lang="es-CL" sz="1200" dirty="0"/>
              <a:t>En el ejemplo, los objetivos nos guían para identificar la información clave sobre la situación de los usuarios en relación con el desafío. Esta información específica será la base para formular las preguntas de la entrevista. Es esencial entrevistar a perfiles de usuarios adecuados que proporcionen los datos necesarios para alcanzar estos objetivos.</a:t>
            </a:r>
          </a:p>
        </p:txBody>
      </p:sp>
      <p:pic>
        <p:nvPicPr>
          <p:cNvPr id="4" name="Imagen 3"/>
          <p:cNvPicPr/>
          <p:nvPr/>
        </p:nvPicPr>
        <p:blipFill>
          <a:blip r:embed="rId2"/>
          <a:stretch>
            <a:fillRect/>
          </a:stretch>
        </p:blipFill>
        <p:spPr>
          <a:xfrm>
            <a:off x="370594" y="592879"/>
            <a:ext cx="5612130" cy="3352165"/>
          </a:xfrm>
          <a:prstGeom prst="rect">
            <a:avLst/>
          </a:prstGeom>
        </p:spPr>
      </p:pic>
      <p:grpSp>
        <p:nvGrpSpPr>
          <p:cNvPr id="9" name="Group 14">
            <a:extLst>
              <a:ext uri="{FF2B5EF4-FFF2-40B4-BE49-F238E27FC236}">
                <a16:creationId xmlns:a16="http://schemas.microsoft.com/office/drawing/2014/main" id="{CF0E6B2F-6D25-C509-A951-35AE4043B191}"/>
              </a:ext>
            </a:extLst>
          </p:cNvPr>
          <p:cNvGrpSpPr/>
          <p:nvPr/>
        </p:nvGrpSpPr>
        <p:grpSpPr>
          <a:xfrm>
            <a:off x="-1601721" y="4482077"/>
            <a:ext cx="18288000" cy="856676"/>
            <a:chOff x="0" y="0"/>
            <a:chExt cx="4816593" cy="225627"/>
          </a:xfrm>
        </p:grpSpPr>
        <p:sp>
          <p:nvSpPr>
            <p:cNvPr id="10" name="Freeform 15">
              <a:extLst>
                <a:ext uri="{FF2B5EF4-FFF2-40B4-BE49-F238E27FC236}">
                  <a16:creationId xmlns:a16="http://schemas.microsoft.com/office/drawing/2014/main" id="{83B25B75-2284-9555-12B5-D3E594263FFE}"/>
                </a:ext>
              </a:extLst>
            </p:cNvPr>
            <p:cNvSpPr/>
            <p:nvPr/>
          </p:nvSpPr>
          <p:spPr>
            <a:xfrm>
              <a:off x="0" y="0"/>
              <a:ext cx="4816592" cy="225627"/>
            </a:xfrm>
            <a:custGeom>
              <a:avLst/>
              <a:gdLst/>
              <a:ahLst/>
              <a:cxnLst/>
              <a:rect l="l" t="t" r="r" b="b"/>
              <a:pathLst>
                <a:path w="4816592" h="225627">
                  <a:moveTo>
                    <a:pt x="0" y="0"/>
                  </a:moveTo>
                  <a:lnTo>
                    <a:pt x="4816592" y="0"/>
                  </a:lnTo>
                  <a:lnTo>
                    <a:pt x="4816592" y="225627"/>
                  </a:lnTo>
                  <a:lnTo>
                    <a:pt x="0" y="225627"/>
                  </a:lnTo>
                  <a:close/>
                </a:path>
              </a:pathLst>
            </a:custGeom>
            <a:solidFill>
              <a:srgbClr val="FFFFFF"/>
            </a:solidFill>
          </p:spPr>
          <p:txBody>
            <a:bodyPr/>
            <a:lstStyle/>
            <a:p>
              <a:endParaRPr lang="es-CL"/>
            </a:p>
          </p:txBody>
        </p:sp>
        <p:sp>
          <p:nvSpPr>
            <p:cNvPr id="11" name="TextBox 16">
              <a:extLst>
                <a:ext uri="{FF2B5EF4-FFF2-40B4-BE49-F238E27FC236}">
                  <a16:creationId xmlns:a16="http://schemas.microsoft.com/office/drawing/2014/main" id="{4C800803-DE69-7218-A820-7B08F5C72CC4}"/>
                </a:ext>
              </a:extLst>
            </p:cNvPr>
            <p:cNvSpPr txBox="1"/>
            <p:nvPr/>
          </p:nvSpPr>
          <p:spPr>
            <a:xfrm>
              <a:off x="0" y="-28575"/>
              <a:ext cx="4816593" cy="254202"/>
            </a:xfrm>
            <a:prstGeom prst="rect">
              <a:avLst/>
            </a:prstGeom>
          </p:spPr>
          <p:txBody>
            <a:bodyPr lIns="50800" tIns="50800" rIns="50800" bIns="50800" rtlCol="0" anchor="ctr"/>
            <a:lstStyle/>
            <a:p>
              <a:pPr algn="ctr">
                <a:lnSpc>
                  <a:spcPts val="2659"/>
                </a:lnSpc>
              </a:pPr>
              <a:endParaRPr/>
            </a:p>
          </p:txBody>
        </p:sp>
      </p:grpSp>
      <p:sp>
        <p:nvSpPr>
          <p:cNvPr id="12" name="Freeform 17">
            <a:extLst>
              <a:ext uri="{FF2B5EF4-FFF2-40B4-BE49-F238E27FC236}">
                <a16:creationId xmlns:a16="http://schemas.microsoft.com/office/drawing/2014/main" id="{90049126-6A02-EBBD-9152-DA20BA14A260}"/>
              </a:ext>
            </a:extLst>
          </p:cNvPr>
          <p:cNvSpPr/>
          <p:nvPr/>
        </p:nvSpPr>
        <p:spPr>
          <a:xfrm>
            <a:off x="3220602" y="4482077"/>
            <a:ext cx="2702796" cy="647086"/>
          </a:xfrm>
          <a:custGeom>
            <a:avLst/>
            <a:gdLst/>
            <a:ahLst/>
            <a:cxnLst/>
            <a:rect l="l" t="t" r="r" b="b"/>
            <a:pathLst>
              <a:path w="2702796" h="647086">
                <a:moveTo>
                  <a:pt x="0" y="0"/>
                </a:moveTo>
                <a:lnTo>
                  <a:pt x="2702796" y="0"/>
                </a:lnTo>
                <a:lnTo>
                  <a:pt x="2702796" y="647087"/>
                </a:lnTo>
                <a:lnTo>
                  <a:pt x="0" y="647087"/>
                </a:lnTo>
                <a:lnTo>
                  <a:pt x="0" y="0"/>
                </a:lnTo>
                <a:close/>
              </a:path>
            </a:pathLst>
          </a:custGeom>
          <a:blipFill>
            <a:blip r:embed="rId3"/>
            <a:stretch>
              <a:fillRect/>
            </a:stretch>
          </a:blipFill>
        </p:spPr>
        <p:txBody>
          <a:bodyPr/>
          <a:lstStyle/>
          <a:p>
            <a:endParaRPr lang="es-CL"/>
          </a:p>
        </p:txBody>
      </p:sp>
    </p:spTree>
    <p:extLst>
      <p:ext uri="{BB962C8B-B14F-4D97-AF65-F5344CB8AC3E}">
        <p14:creationId xmlns:p14="http://schemas.microsoft.com/office/powerpoint/2010/main" val="286110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p:cNvGraphicFramePr>
            <a:graphicFrameLocks noGrp="1"/>
          </p:cNvGraphicFramePr>
          <p:nvPr>
            <p:extLst>
              <p:ext uri="{D42A27DB-BD31-4B8C-83A1-F6EECF244321}">
                <p14:modId xmlns:p14="http://schemas.microsoft.com/office/powerpoint/2010/main" val="2854522485"/>
              </p:ext>
            </p:extLst>
          </p:nvPr>
        </p:nvGraphicFramePr>
        <p:xfrm>
          <a:off x="2111340" y="686061"/>
          <a:ext cx="6596007" cy="3532376"/>
        </p:xfrm>
        <a:graphic>
          <a:graphicData uri="http://schemas.openxmlformats.org/drawingml/2006/table">
            <a:tbl>
              <a:tblPr firstRow="1" firstCol="1" bandRow="1">
                <a:tableStyleId>{C23345BA-4753-41D3-A544-B711343FE78F}</a:tableStyleId>
              </a:tblPr>
              <a:tblGrid>
                <a:gridCol w="1936626">
                  <a:extLst>
                    <a:ext uri="{9D8B030D-6E8A-4147-A177-3AD203B41FA5}">
                      <a16:colId xmlns:a16="http://schemas.microsoft.com/office/drawing/2014/main" val="20000"/>
                    </a:ext>
                  </a:extLst>
                </a:gridCol>
                <a:gridCol w="1333582">
                  <a:extLst>
                    <a:ext uri="{9D8B030D-6E8A-4147-A177-3AD203B41FA5}">
                      <a16:colId xmlns:a16="http://schemas.microsoft.com/office/drawing/2014/main" val="20001"/>
                    </a:ext>
                  </a:extLst>
                </a:gridCol>
                <a:gridCol w="1333582">
                  <a:extLst>
                    <a:ext uri="{9D8B030D-6E8A-4147-A177-3AD203B41FA5}">
                      <a16:colId xmlns:a16="http://schemas.microsoft.com/office/drawing/2014/main" val="20002"/>
                    </a:ext>
                  </a:extLst>
                </a:gridCol>
                <a:gridCol w="1992217">
                  <a:extLst>
                    <a:ext uri="{9D8B030D-6E8A-4147-A177-3AD203B41FA5}">
                      <a16:colId xmlns:a16="http://schemas.microsoft.com/office/drawing/2014/main" val="20003"/>
                    </a:ext>
                  </a:extLst>
                </a:gridCol>
              </a:tblGrid>
              <a:tr h="227895">
                <a:tc gridSpan="4">
                  <a:txBody>
                    <a:bodyPr/>
                    <a:lstStyle/>
                    <a:p>
                      <a:pPr>
                        <a:lnSpc>
                          <a:spcPct val="107000"/>
                        </a:lnSpc>
                        <a:spcAft>
                          <a:spcPts val="0"/>
                        </a:spcAft>
                      </a:pPr>
                      <a:r>
                        <a:rPr lang="es-CL" sz="700" kern="100" dirty="0">
                          <a:effectLst/>
                        </a:rPr>
                        <a:t>Instrumento (A) 1.1.2.1 Preparación de entrevista en profundidad a usuario</a:t>
                      </a:r>
                    </a:p>
                    <a:p>
                      <a:pPr>
                        <a:lnSpc>
                          <a:spcPct val="107000"/>
                        </a:lnSpc>
                        <a:spcAft>
                          <a:spcPts val="0"/>
                        </a:spcAft>
                      </a:pPr>
                      <a:r>
                        <a:rPr lang="es-CL" sz="700" kern="100" dirty="0">
                          <a:effectLst/>
                        </a:rPr>
                        <a:t> </a:t>
                      </a:r>
                      <a:endParaRPr lang="es-CL" sz="700" kern="100" dirty="0">
                        <a:effectLst/>
                        <a:latin typeface="Aptos" panose="02110004020202020204"/>
                        <a:ea typeface="Aptos" panose="02110004020202020204"/>
                        <a:cs typeface="Times New Roman" panose="02020603050405020304" pitchFamily="18" charset="0"/>
                      </a:endParaRPr>
                    </a:p>
                  </a:txBody>
                  <a:tcPr marL="42131" marR="42131" marT="0" marB="0"/>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0"/>
                  </a:ext>
                </a:extLst>
              </a:tr>
              <a:tr h="341843">
                <a:tc gridSpan="4">
                  <a:txBody>
                    <a:bodyPr/>
                    <a:lstStyle/>
                    <a:p>
                      <a:pPr>
                        <a:lnSpc>
                          <a:spcPct val="107000"/>
                        </a:lnSpc>
                        <a:spcAft>
                          <a:spcPts val="0"/>
                        </a:spcAft>
                      </a:pPr>
                      <a:r>
                        <a:rPr lang="es-ES" sz="700" kern="100">
                          <a:effectLst/>
                        </a:rPr>
                        <a:t>Objetivo general de la investigación: </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01"/>
                  </a:ext>
                </a:extLst>
              </a:tr>
              <a:tr h="227895">
                <a:tc>
                  <a:txBody>
                    <a:bodyPr/>
                    <a:lstStyle/>
                    <a:p>
                      <a:pPr algn="ctr">
                        <a:lnSpc>
                          <a:spcPct val="107000"/>
                        </a:lnSpc>
                        <a:spcAft>
                          <a:spcPts val="0"/>
                        </a:spcAft>
                      </a:pPr>
                      <a:r>
                        <a:rPr lang="es-ES" sz="700" kern="100">
                          <a:effectLst/>
                        </a:rPr>
                        <a:t>Objetivos específicos</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algn="ctr">
                        <a:lnSpc>
                          <a:spcPct val="107000"/>
                        </a:lnSpc>
                        <a:spcAft>
                          <a:spcPts val="0"/>
                        </a:spcAft>
                      </a:pPr>
                      <a:r>
                        <a:rPr lang="es-ES" sz="700" kern="100">
                          <a:effectLst/>
                        </a:rPr>
                        <a:t>Persona a entrevistar</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algn="ctr">
                        <a:lnSpc>
                          <a:spcPct val="107000"/>
                        </a:lnSpc>
                        <a:spcAft>
                          <a:spcPts val="0"/>
                        </a:spcAft>
                      </a:pPr>
                      <a:r>
                        <a:rPr lang="es-ES" sz="700" kern="100">
                          <a:effectLst/>
                        </a:rPr>
                        <a:t>Información que se busca</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algn="ctr">
                        <a:lnSpc>
                          <a:spcPct val="107000"/>
                        </a:lnSpc>
                        <a:spcAft>
                          <a:spcPts val="0"/>
                        </a:spcAft>
                      </a:pPr>
                      <a:r>
                        <a:rPr lang="es-ES" sz="700" kern="100" dirty="0">
                          <a:effectLst/>
                        </a:rPr>
                        <a:t>Formato de la entrevista</a:t>
                      </a:r>
                      <a:endParaRPr lang="es-CL" sz="700" kern="100" dirty="0">
                        <a:effectLst/>
                        <a:latin typeface="Aptos" panose="02110004020202020204"/>
                        <a:ea typeface="Aptos" panose="02110004020202020204"/>
                        <a:cs typeface="Times New Roman" panose="02020603050405020304" pitchFamily="18" charset="0"/>
                      </a:endParaRPr>
                    </a:p>
                  </a:txBody>
                  <a:tcPr marL="42131" marR="42131" marT="0" marB="0"/>
                </a:tc>
                <a:extLst>
                  <a:ext uri="{0D108BD9-81ED-4DB2-BD59-A6C34878D82A}">
                    <a16:rowId xmlns:a16="http://schemas.microsoft.com/office/drawing/2014/main" val="10002"/>
                  </a:ext>
                </a:extLst>
              </a:tr>
              <a:tr h="683686">
                <a:tc>
                  <a:txBody>
                    <a:bodyPr/>
                    <a:lstStyle/>
                    <a:p>
                      <a:pPr>
                        <a:lnSpc>
                          <a:spcPct val="107000"/>
                        </a:lnSpc>
                        <a:spcAft>
                          <a:spcPts val="0"/>
                        </a:spcAft>
                      </a:pPr>
                      <a:r>
                        <a:rPr lang="es-ES" sz="700" kern="100">
                          <a:effectLst/>
                        </a:rPr>
                        <a:t>1) </a:t>
                      </a:r>
                      <a:endParaRPr lang="es-CL" sz="700" kern="100">
                        <a:effectLst/>
                      </a:endParaRPr>
                    </a:p>
                    <a:p>
                      <a:pPr>
                        <a:lnSpc>
                          <a:spcPct val="107000"/>
                        </a:lnSpc>
                        <a:spcAft>
                          <a:spcPts val="0"/>
                        </a:spcAft>
                      </a:pPr>
                      <a:r>
                        <a:rPr lang="es-CL" sz="700" kern="100">
                          <a:effectLst/>
                        </a:rPr>
                        <a:t> </a:t>
                      </a:r>
                    </a:p>
                    <a:p>
                      <a:pPr>
                        <a:lnSpc>
                          <a:spcPct val="107000"/>
                        </a:lnSpc>
                        <a:spcAft>
                          <a:spcPts val="0"/>
                        </a:spcAft>
                      </a:pPr>
                      <a:r>
                        <a:rPr lang="es-CL" sz="700" kern="100">
                          <a:effectLst/>
                        </a:rPr>
                        <a:t> </a:t>
                      </a:r>
                    </a:p>
                    <a:p>
                      <a:pPr>
                        <a:lnSpc>
                          <a:spcPct val="107000"/>
                        </a:lnSpc>
                        <a:spcAft>
                          <a:spcPts val="0"/>
                        </a:spcAft>
                      </a:pPr>
                      <a:r>
                        <a:rPr lang="es-CL" sz="700" kern="100">
                          <a:effectLst/>
                        </a:rPr>
                        <a:t> </a:t>
                      </a:r>
                    </a:p>
                    <a:p>
                      <a:pPr>
                        <a:lnSpc>
                          <a:spcPct val="107000"/>
                        </a:lnSpc>
                        <a:spcAft>
                          <a:spcPts val="0"/>
                        </a:spcAft>
                      </a:pPr>
                      <a:r>
                        <a:rPr lang="es-CL" sz="700" kern="100">
                          <a:effectLst/>
                        </a:rPr>
                        <a:t> </a:t>
                      </a:r>
                    </a:p>
                    <a:p>
                      <a:pPr>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marL="457200">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extLst>
                  <a:ext uri="{0D108BD9-81ED-4DB2-BD59-A6C34878D82A}">
                    <a16:rowId xmlns:a16="http://schemas.microsoft.com/office/drawing/2014/main" val="10003"/>
                  </a:ext>
                </a:extLst>
              </a:tr>
              <a:tr h="797633">
                <a:tc>
                  <a:txBody>
                    <a:bodyPr/>
                    <a:lstStyle/>
                    <a:p>
                      <a:pPr>
                        <a:lnSpc>
                          <a:spcPct val="107000"/>
                        </a:lnSpc>
                        <a:spcAft>
                          <a:spcPts val="0"/>
                        </a:spcAft>
                      </a:pPr>
                      <a:r>
                        <a:rPr lang="es-ES" sz="700" kern="100">
                          <a:effectLst/>
                        </a:rPr>
                        <a:t>2) </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marL="457200">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extLst>
                  <a:ext uri="{0D108BD9-81ED-4DB2-BD59-A6C34878D82A}">
                    <a16:rowId xmlns:a16="http://schemas.microsoft.com/office/drawing/2014/main" val="10004"/>
                  </a:ext>
                </a:extLst>
              </a:tr>
              <a:tr h="683686">
                <a:tc>
                  <a:txBody>
                    <a:bodyPr/>
                    <a:lstStyle/>
                    <a:p>
                      <a:pPr>
                        <a:lnSpc>
                          <a:spcPct val="107000"/>
                        </a:lnSpc>
                        <a:spcAft>
                          <a:spcPts val="0"/>
                        </a:spcAft>
                      </a:pPr>
                      <a:r>
                        <a:rPr lang="es-ES" sz="700" kern="100">
                          <a:effectLst/>
                        </a:rPr>
                        <a:t>3) </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marL="457200">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extLst>
                  <a:ext uri="{0D108BD9-81ED-4DB2-BD59-A6C34878D82A}">
                    <a16:rowId xmlns:a16="http://schemas.microsoft.com/office/drawing/2014/main" val="10005"/>
                  </a:ext>
                </a:extLst>
              </a:tr>
              <a:tr h="569738">
                <a:tc>
                  <a:txBody>
                    <a:bodyPr/>
                    <a:lstStyle/>
                    <a:p>
                      <a:pPr>
                        <a:lnSpc>
                          <a:spcPct val="107000"/>
                        </a:lnSpc>
                        <a:spcAft>
                          <a:spcPts val="0"/>
                        </a:spcAft>
                      </a:pPr>
                      <a:r>
                        <a:rPr lang="es-ES" sz="700" kern="100">
                          <a:effectLst/>
                        </a:rPr>
                        <a:t>4)</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endParaRPr>
                    </a:p>
                    <a:p>
                      <a:pPr>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marL="457200">
                        <a:lnSpc>
                          <a:spcPct val="107000"/>
                        </a:lnSpc>
                        <a:spcAft>
                          <a:spcPts val="0"/>
                        </a:spcAft>
                      </a:pPr>
                      <a:r>
                        <a:rPr lang="es-ES" sz="700" kern="100">
                          <a:effectLst/>
                        </a:rPr>
                        <a:t> </a:t>
                      </a:r>
                      <a:endParaRPr lang="es-CL" sz="700" kern="100">
                        <a:effectLst/>
                        <a:latin typeface="Aptos" panose="02110004020202020204"/>
                        <a:ea typeface="Aptos" panose="02110004020202020204"/>
                        <a:cs typeface="Times New Roman" panose="02020603050405020304" pitchFamily="18" charset="0"/>
                      </a:endParaRPr>
                    </a:p>
                  </a:txBody>
                  <a:tcPr marL="42131" marR="42131" marT="0" marB="0"/>
                </a:tc>
                <a:tc>
                  <a:txBody>
                    <a:bodyPr/>
                    <a:lstStyle/>
                    <a:p>
                      <a:pPr>
                        <a:lnSpc>
                          <a:spcPct val="107000"/>
                        </a:lnSpc>
                        <a:spcAft>
                          <a:spcPts val="0"/>
                        </a:spcAft>
                      </a:pPr>
                      <a:r>
                        <a:rPr lang="es-ES" sz="700" kern="100" dirty="0">
                          <a:effectLst/>
                        </a:rPr>
                        <a:t> </a:t>
                      </a:r>
                      <a:endParaRPr lang="es-CL" sz="700" kern="100" dirty="0">
                        <a:effectLst/>
                        <a:latin typeface="Aptos" panose="02110004020202020204"/>
                        <a:ea typeface="Aptos" panose="02110004020202020204"/>
                        <a:cs typeface="Times New Roman" panose="02020603050405020304" pitchFamily="18" charset="0"/>
                      </a:endParaRPr>
                    </a:p>
                  </a:txBody>
                  <a:tcPr marL="42131" marR="42131" marT="0" marB="0"/>
                </a:tc>
                <a:extLst>
                  <a:ext uri="{0D108BD9-81ED-4DB2-BD59-A6C34878D82A}">
                    <a16:rowId xmlns:a16="http://schemas.microsoft.com/office/drawing/2014/main" val="10006"/>
                  </a:ext>
                </a:extLst>
              </a:tr>
            </a:tbl>
          </a:graphicData>
        </a:graphic>
      </p:graphicFrame>
      <p:sp>
        <p:nvSpPr>
          <p:cNvPr id="5" name="Rectángulo 4"/>
          <p:cNvSpPr/>
          <p:nvPr/>
        </p:nvSpPr>
        <p:spPr>
          <a:xfrm>
            <a:off x="2111340" y="162841"/>
            <a:ext cx="4572000" cy="523220"/>
          </a:xfrm>
          <a:prstGeom prst="rect">
            <a:avLst/>
          </a:prstGeom>
        </p:spPr>
        <p:txBody>
          <a:bodyPr>
            <a:spAutoFit/>
          </a:bodyPr>
          <a:lstStyle/>
          <a:p>
            <a:r>
              <a:rPr lang="es-MX" dirty="0">
                <a:solidFill>
                  <a:schemeClr val="dk1"/>
                </a:solidFill>
                <a:latin typeface="Encode Sans Medium"/>
                <a:ea typeface="Encode Sans Medium"/>
                <a:cs typeface="Encode Sans Medium"/>
                <a:sym typeface="Encode Sans Medium"/>
              </a:rPr>
              <a:t>Instrumento (A) 1.1.2.1 Preparación de entrevista en profundidad a usuario</a:t>
            </a:r>
            <a:endParaRPr lang="es-CL" dirty="0"/>
          </a:p>
        </p:txBody>
      </p:sp>
      <p:grpSp>
        <p:nvGrpSpPr>
          <p:cNvPr id="10" name="Group 14">
            <a:extLst>
              <a:ext uri="{FF2B5EF4-FFF2-40B4-BE49-F238E27FC236}">
                <a16:creationId xmlns:a16="http://schemas.microsoft.com/office/drawing/2014/main" id="{CF0E6B2F-6D25-C509-A951-35AE4043B191}"/>
              </a:ext>
            </a:extLst>
          </p:cNvPr>
          <p:cNvGrpSpPr/>
          <p:nvPr/>
        </p:nvGrpSpPr>
        <p:grpSpPr>
          <a:xfrm>
            <a:off x="-1601721" y="4482077"/>
            <a:ext cx="18288000" cy="856676"/>
            <a:chOff x="0" y="0"/>
            <a:chExt cx="4816593" cy="225627"/>
          </a:xfrm>
        </p:grpSpPr>
        <p:sp>
          <p:nvSpPr>
            <p:cNvPr id="11" name="Freeform 15">
              <a:extLst>
                <a:ext uri="{FF2B5EF4-FFF2-40B4-BE49-F238E27FC236}">
                  <a16:creationId xmlns:a16="http://schemas.microsoft.com/office/drawing/2014/main" id="{83B25B75-2284-9555-12B5-D3E594263FFE}"/>
                </a:ext>
              </a:extLst>
            </p:cNvPr>
            <p:cNvSpPr/>
            <p:nvPr/>
          </p:nvSpPr>
          <p:spPr>
            <a:xfrm>
              <a:off x="0" y="0"/>
              <a:ext cx="4816592" cy="225627"/>
            </a:xfrm>
            <a:custGeom>
              <a:avLst/>
              <a:gdLst/>
              <a:ahLst/>
              <a:cxnLst/>
              <a:rect l="l" t="t" r="r" b="b"/>
              <a:pathLst>
                <a:path w="4816592" h="225627">
                  <a:moveTo>
                    <a:pt x="0" y="0"/>
                  </a:moveTo>
                  <a:lnTo>
                    <a:pt x="4816592" y="0"/>
                  </a:lnTo>
                  <a:lnTo>
                    <a:pt x="4816592" y="225627"/>
                  </a:lnTo>
                  <a:lnTo>
                    <a:pt x="0" y="225627"/>
                  </a:lnTo>
                  <a:close/>
                </a:path>
              </a:pathLst>
            </a:custGeom>
            <a:solidFill>
              <a:srgbClr val="FFFFFF"/>
            </a:solidFill>
          </p:spPr>
          <p:txBody>
            <a:bodyPr/>
            <a:lstStyle/>
            <a:p>
              <a:endParaRPr lang="es-CL"/>
            </a:p>
          </p:txBody>
        </p:sp>
        <p:sp>
          <p:nvSpPr>
            <p:cNvPr id="12" name="TextBox 16">
              <a:extLst>
                <a:ext uri="{FF2B5EF4-FFF2-40B4-BE49-F238E27FC236}">
                  <a16:creationId xmlns:a16="http://schemas.microsoft.com/office/drawing/2014/main" id="{4C800803-DE69-7218-A820-7B08F5C72CC4}"/>
                </a:ext>
              </a:extLst>
            </p:cNvPr>
            <p:cNvSpPr txBox="1"/>
            <p:nvPr/>
          </p:nvSpPr>
          <p:spPr>
            <a:xfrm>
              <a:off x="0" y="-28575"/>
              <a:ext cx="4816593" cy="254202"/>
            </a:xfrm>
            <a:prstGeom prst="rect">
              <a:avLst/>
            </a:prstGeom>
          </p:spPr>
          <p:txBody>
            <a:bodyPr lIns="50800" tIns="50800" rIns="50800" bIns="50800" rtlCol="0" anchor="ctr"/>
            <a:lstStyle/>
            <a:p>
              <a:pPr algn="ctr">
                <a:lnSpc>
                  <a:spcPts val="2659"/>
                </a:lnSpc>
              </a:pPr>
              <a:endParaRPr/>
            </a:p>
          </p:txBody>
        </p:sp>
      </p:grpSp>
      <p:sp>
        <p:nvSpPr>
          <p:cNvPr id="13" name="Freeform 17">
            <a:extLst>
              <a:ext uri="{FF2B5EF4-FFF2-40B4-BE49-F238E27FC236}">
                <a16:creationId xmlns:a16="http://schemas.microsoft.com/office/drawing/2014/main" id="{90049126-6A02-EBBD-9152-DA20BA14A260}"/>
              </a:ext>
            </a:extLst>
          </p:cNvPr>
          <p:cNvSpPr/>
          <p:nvPr/>
        </p:nvSpPr>
        <p:spPr>
          <a:xfrm>
            <a:off x="3220602" y="4482077"/>
            <a:ext cx="2702796" cy="647086"/>
          </a:xfrm>
          <a:custGeom>
            <a:avLst/>
            <a:gdLst/>
            <a:ahLst/>
            <a:cxnLst/>
            <a:rect l="l" t="t" r="r" b="b"/>
            <a:pathLst>
              <a:path w="2702796" h="647086">
                <a:moveTo>
                  <a:pt x="0" y="0"/>
                </a:moveTo>
                <a:lnTo>
                  <a:pt x="2702796" y="0"/>
                </a:lnTo>
                <a:lnTo>
                  <a:pt x="2702796" y="647087"/>
                </a:lnTo>
                <a:lnTo>
                  <a:pt x="0" y="647087"/>
                </a:lnTo>
                <a:lnTo>
                  <a:pt x="0" y="0"/>
                </a:lnTo>
                <a:close/>
              </a:path>
            </a:pathLst>
          </a:custGeom>
          <a:blipFill>
            <a:blip r:embed="rId2"/>
            <a:stretch>
              <a:fillRect/>
            </a:stretch>
          </a:blipFill>
        </p:spPr>
        <p:txBody>
          <a:bodyPr/>
          <a:lstStyle/>
          <a:p>
            <a:endParaRPr lang="es-CL"/>
          </a:p>
        </p:txBody>
      </p:sp>
    </p:spTree>
    <p:extLst>
      <p:ext uri="{BB962C8B-B14F-4D97-AF65-F5344CB8AC3E}">
        <p14:creationId xmlns:p14="http://schemas.microsoft.com/office/powerpoint/2010/main" val="1880918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6"/>
        <p:cNvGrpSpPr/>
        <p:nvPr/>
      </p:nvGrpSpPr>
      <p:grpSpPr>
        <a:xfrm>
          <a:off x="0" y="0"/>
          <a:ext cx="0" cy="0"/>
          <a:chOff x="0" y="0"/>
          <a:chExt cx="0" cy="0"/>
        </a:xfrm>
      </p:grpSpPr>
      <p:sp>
        <p:nvSpPr>
          <p:cNvPr id="1697" name="Google Shape;1697;p63"/>
          <p:cNvSpPr txBox="1">
            <a:spLocks noGrp="1"/>
          </p:cNvSpPr>
          <p:nvPr>
            <p:ph type="title"/>
          </p:nvPr>
        </p:nvSpPr>
        <p:spPr>
          <a:xfrm>
            <a:off x="703284" y="290711"/>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b="1" dirty="0">
                <a:solidFill>
                  <a:schemeClr val="accent1"/>
                </a:solidFill>
              </a:rPr>
              <a:t>Referencias</a:t>
            </a:r>
            <a:r>
              <a:rPr lang="en" dirty="0"/>
              <a:t>.</a:t>
            </a:r>
            <a:endParaRPr dirty="0">
              <a:solidFill>
                <a:schemeClr val="lt2"/>
              </a:solidFill>
            </a:endParaRPr>
          </a:p>
        </p:txBody>
      </p:sp>
      <p:sp>
        <p:nvSpPr>
          <p:cNvPr id="1698" name="Google Shape;1698;p63"/>
          <p:cNvSpPr txBox="1">
            <a:spLocks noGrp="1"/>
          </p:cNvSpPr>
          <p:nvPr>
            <p:ph type="subTitle" idx="1"/>
          </p:nvPr>
        </p:nvSpPr>
        <p:spPr>
          <a:xfrm>
            <a:off x="623541" y="879208"/>
            <a:ext cx="6720200" cy="2260561"/>
          </a:xfrm>
          <a:prstGeom prst="rect">
            <a:avLst/>
          </a:prstGeom>
        </p:spPr>
        <p:txBody>
          <a:bodyPr spcFirstLastPara="1" wrap="square" lIns="91425" tIns="91425" rIns="91425" bIns="91425" anchor="t" anchorCtr="0">
            <a:noAutofit/>
          </a:bodyPr>
          <a:lstStyle/>
          <a:p>
            <a:pPr marL="0" lvl="0" indent="0" algn="just"/>
            <a:r>
              <a:rPr lang="es-CL" sz="1200" dirty="0"/>
              <a:t>Chile. (2017). Creando valor a través del Diseño de Servicios. Facultad de Arquitectura, Diseño y Estudios Urbanos. http://fadeu.uc.cl/noticias/1545-creando-valor-a-traves-del-diseno-de-servicios Pontificia Universidad Católica de Chile. (s. f.). Entrevista en profundidad. Innovación y Emprendimiento Ingeniería Comercial. Consultado el 16 de diciembre del 2021. http://programainnovacionyemprendimiento.uc.cl/herramientas/entrevista-en-profundidad/ </a:t>
            </a:r>
          </a:p>
          <a:p>
            <a:pPr marL="0" lvl="0" indent="0" algn="just"/>
            <a:endParaRPr lang="es-CL" sz="1200" dirty="0"/>
          </a:p>
          <a:p>
            <a:pPr marL="0" lvl="0" indent="0" algn="just"/>
            <a:r>
              <a:rPr lang="es-CL" sz="1200" dirty="0"/>
              <a:t>Robles, Bernardo. (2011). La entrevista en profundidad: una técnica útil dentro del campo </a:t>
            </a:r>
            <a:r>
              <a:rPr lang="es-CL" sz="1200" dirty="0" err="1"/>
              <a:t>antropofísico</a:t>
            </a:r>
            <a:r>
              <a:rPr lang="es-CL" sz="1200" dirty="0"/>
              <a:t>. Cuicuilco, 18 (52), 39-49. http://www.scielo.org.mx/scielo.php?script=sci_arttext&amp;pid=S0185-16592011000300004</a:t>
            </a:r>
            <a:endParaRPr sz="1200" dirty="0"/>
          </a:p>
        </p:txBody>
      </p:sp>
      <p:grpSp>
        <p:nvGrpSpPr>
          <p:cNvPr id="1699" name="Google Shape;1699;p63"/>
          <p:cNvGrpSpPr/>
          <p:nvPr/>
        </p:nvGrpSpPr>
        <p:grpSpPr>
          <a:xfrm>
            <a:off x="250758" y="2896199"/>
            <a:ext cx="1906816" cy="1971177"/>
            <a:chOff x="717375" y="1534150"/>
            <a:chExt cx="3846031" cy="2948202"/>
          </a:xfrm>
        </p:grpSpPr>
        <p:sp>
          <p:nvSpPr>
            <p:cNvPr id="1700" name="Google Shape;1700;p63"/>
            <p:cNvSpPr/>
            <p:nvPr/>
          </p:nvSpPr>
          <p:spPr>
            <a:xfrm flipH="1">
              <a:off x="1596889" y="2260618"/>
              <a:ext cx="2966517" cy="1690250"/>
            </a:xfrm>
            <a:custGeom>
              <a:avLst/>
              <a:gdLst/>
              <a:ahLst/>
              <a:cxnLst/>
              <a:rect l="l" t="t" r="r" b="b"/>
              <a:pathLst>
                <a:path w="76674" h="43687" extrusionOk="0">
                  <a:moveTo>
                    <a:pt x="1" y="0"/>
                  </a:moveTo>
                  <a:lnTo>
                    <a:pt x="1" y="43687"/>
                  </a:lnTo>
                  <a:lnTo>
                    <a:pt x="76674" y="43687"/>
                  </a:lnTo>
                  <a:lnTo>
                    <a:pt x="7667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63"/>
            <p:cNvSpPr/>
            <p:nvPr/>
          </p:nvSpPr>
          <p:spPr>
            <a:xfrm flipH="1">
              <a:off x="1797649" y="3119752"/>
              <a:ext cx="797826" cy="176852"/>
            </a:xfrm>
            <a:custGeom>
              <a:avLst/>
              <a:gdLst/>
              <a:ahLst/>
              <a:cxnLst/>
              <a:rect l="l" t="t" r="r" b="b"/>
              <a:pathLst>
                <a:path w="20621" h="4571" extrusionOk="0">
                  <a:moveTo>
                    <a:pt x="0" y="0"/>
                  </a:moveTo>
                  <a:lnTo>
                    <a:pt x="0" y="4571"/>
                  </a:lnTo>
                  <a:lnTo>
                    <a:pt x="20620" y="4571"/>
                  </a:lnTo>
                  <a:lnTo>
                    <a:pt x="206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63"/>
            <p:cNvSpPr/>
            <p:nvPr/>
          </p:nvSpPr>
          <p:spPr>
            <a:xfrm flipH="1">
              <a:off x="1834057" y="3377694"/>
              <a:ext cx="725012" cy="29172"/>
            </a:xfrm>
            <a:custGeom>
              <a:avLst/>
              <a:gdLst/>
              <a:ahLst/>
              <a:cxnLst/>
              <a:rect l="l" t="t" r="r" b="b"/>
              <a:pathLst>
                <a:path w="18739" h="754" extrusionOk="0">
                  <a:moveTo>
                    <a:pt x="0" y="1"/>
                  </a:moveTo>
                  <a:lnTo>
                    <a:pt x="0" y="753"/>
                  </a:lnTo>
                  <a:lnTo>
                    <a:pt x="18738" y="753"/>
                  </a:lnTo>
                  <a:lnTo>
                    <a:pt x="187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63"/>
            <p:cNvSpPr/>
            <p:nvPr/>
          </p:nvSpPr>
          <p:spPr>
            <a:xfrm flipH="1">
              <a:off x="1834057" y="3463004"/>
              <a:ext cx="725012" cy="29134"/>
            </a:xfrm>
            <a:custGeom>
              <a:avLst/>
              <a:gdLst/>
              <a:ahLst/>
              <a:cxnLst/>
              <a:rect l="l" t="t" r="r" b="b"/>
              <a:pathLst>
                <a:path w="18739" h="753" extrusionOk="0">
                  <a:moveTo>
                    <a:pt x="0" y="0"/>
                  </a:moveTo>
                  <a:lnTo>
                    <a:pt x="0" y="753"/>
                  </a:lnTo>
                  <a:lnTo>
                    <a:pt x="18738" y="753"/>
                  </a:lnTo>
                  <a:lnTo>
                    <a:pt x="1873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63"/>
            <p:cNvSpPr/>
            <p:nvPr/>
          </p:nvSpPr>
          <p:spPr>
            <a:xfrm flipH="1">
              <a:off x="1834057" y="3547230"/>
              <a:ext cx="725012" cy="30217"/>
            </a:xfrm>
            <a:custGeom>
              <a:avLst/>
              <a:gdLst/>
              <a:ahLst/>
              <a:cxnLst/>
              <a:rect l="l" t="t" r="r" b="b"/>
              <a:pathLst>
                <a:path w="18739" h="781" extrusionOk="0">
                  <a:moveTo>
                    <a:pt x="0" y="1"/>
                  </a:moveTo>
                  <a:lnTo>
                    <a:pt x="0" y="780"/>
                  </a:lnTo>
                  <a:lnTo>
                    <a:pt x="18738" y="780"/>
                  </a:lnTo>
                  <a:lnTo>
                    <a:pt x="187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63"/>
            <p:cNvSpPr/>
            <p:nvPr/>
          </p:nvSpPr>
          <p:spPr>
            <a:xfrm flipH="1">
              <a:off x="1596889" y="3658539"/>
              <a:ext cx="2966517" cy="292303"/>
            </a:xfrm>
            <a:custGeom>
              <a:avLst/>
              <a:gdLst/>
              <a:ahLst/>
              <a:cxnLst/>
              <a:rect l="l" t="t" r="r" b="b"/>
              <a:pathLst>
                <a:path w="76674" h="7555" extrusionOk="0">
                  <a:moveTo>
                    <a:pt x="1" y="0"/>
                  </a:moveTo>
                  <a:lnTo>
                    <a:pt x="1" y="7555"/>
                  </a:lnTo>
                  <a:lnTo>
                    <a:pt x="76674" y="7555"/>
                  </a:lnTo>
                  <a:lnTo>
                    <a:pt x="76674"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63"/>
            <p:cNvSpPr/>
            <p:nvPr/>
          </p:nvSpPr>
          <p:spPr>
            <a:xfrm flipH="1">
              <a:off x="3004225" y="3728219"/>
              <a:ext cx="152942" cy="152942"/>
            </a:xfrm>
            <a:custGeom>
              <a:avLst/>
              <a:gdLst/>
              <a:ahLst/>
              <a:cxnLst/>
              <a:rect l="l" t="t" r="r" b="b"/>
              <a:pathLst>
                <a:path w="3953" h="3953" extrusionOk="0">
                  <a:moveTo>
                    <a:pt x="1990" y="1"/>
                  </a:moveTo>
                  <a:cubicBezTo>
                    <a:pt x="888" y="1"/>
                    <a:pt x="1" y="888"/>
                    <a:pt x="1" y="1990"/>
                  </a:cubicBezTo>
                  <a:cubicBezTo>
                    <a:pt x="1" y="3065"/>
                    <a:pt x="888" y="3953"/>
                    <a:pt x="1990" y="3953"/>
                  </a:cubicBezTo>
                  <a:cubicBezTo>
                    <a:pt x="3066" y="3953"/>
                    <a:pt x="3953" y="3065"/>
                    <a:pt x="3953" y="1990"/>
                  </a:cubicBezTo>
                  <a:cubicBezTo>
                    <a:pt x="3953" y="888"/>
                    <a:pt x="3066" y="1"/>
                    <a:pt x="199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63"/>
            <p:cNvSpPr/>
            <p:nvPr/>
          </p:nvSpPr>
          <p:spPr>
            <a:xfrm flipH="1">
              <a:off x="2456055" y="4373091"/>
              <a:ext cx="1249223" cy="109261"/>
            </a:xfrm>
            <a:custGeom>
              <a:avLst/>
              <a:gdLst/>
              <a:ahLst/>
              <a:cxnLst/>
              <a:rect l="l" t="t" r="r" b="b"/>
              <a:pathLst>
                <a:path w="32288" h="2824" extrusionOk="0">
                  <a:moveTo>
                    <a:pt x="0" y="1"/>
                  </a:moveTo>
                  <a:lnTo>
                    <a:pt x="0" y="2823"/>
                  </a:lnTo>
                  <a:lnTo>
                    <a:pt x="32288" y="2823"/>
                  </a:lnTo>
                  <a:lnTo>
                    <a:pt x="3228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63"/>
            <p:cNvSpPr/>
            <p:nvPr/>
          </p:nvSpPr>
          <p:spPr>
            <a:xfrm flipH="1">
              <a:off x="2659917" y="3950798"/>
              <a:ext cx="840463" cy="422340"/>
            </a:xfrm>
            <a:custGeom>
              <a:avLst/>
              <a:gdLst/>
              <a:ahLst/>
              <a:cxnLst/>
              <a:rect l="l" t="t" r="r" b="b"/>
              <a:pathLst>
                <a:path w="21723" h="10916" extrusionOk="0">
                  <a:moveTo>
                    <a:pt x="3630" y="1"/>
                  </a:moveTo>
                  <a:cubicBezTo>
                    <a:pt x="3630" y="1"/>
                    <a:pt x="3871" y="6480"/>
                    <a:pt x="0" y="10916"/>
                  </a:cubicBezTo>
                  <a:lnTo>
                    <a:pt x="21722" y="10916"/>
                  </a:lnTo>
                  <a:cubicBezTo>
                    <a:pt x="17851" y="6480"/>
                    <a:pt x="18093" y="1"/>
                    <a:pt x="180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63"/>
            <p:cNvSpPr/>
            <p:nvPr/>
          </p:nvSpPr>
          <p:spPr>
            <a:xfrm flipH="1">
              <a:off x="2789956" y="3950798"/>
              <a:ext cx="580427" cy="125897"/>
            </a:xfrm>
            <a:custGeom>
              <a:avLst/>
              <a:gdLst/>
              <a:ahLst/>
              <a:cxnLst/>
              <a:rect l="l" t="t" r="r" b="b"/>
              <a:pathLst>
                <a:path w="15002" h="3254" extrusionOk="0">
                  <a:moveTo>
                    <a:pt x="270" y="1"/>
                  </a:moveTo>
                  <a:cubicBezTo>
                    <a:pt x="270" y="1"/>
                    <a:pt x="323" y="1345"/>
                    <a:pt x="1" y="3254"/>
                  </a:cubicBezTo>
                  <a:lnTo>
                    <a:pt x="15002" y="3254"/>
                  </a:lnTo>
                  <a:cubicBezTo>
                    <a:pt x="14679" y="1372"/>
                    <a:pt x="14733" y="1"/>
                    <a:pt x="147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63"/>
            <p:cNvSpPr/>
            <p:nvPr/>
          </p:nvSpPr>
          <p:spPr>
            <a:xfrm flipH="1">
              <a:off x="1870465" y="2390614"/>
              <a:ext cx="652197" cy="652236"/>
            </a:xfrm>
            <a:custGeom>
              <a:avLst/>
              <a:gdLst/>
              <a:ahLst/>
              <a:cxnLst/>
              <a:rect l="l" t="t" r="r" b="b"/>
              <a:pathLst>
                <a:path w="16857" h="16858" extrusionOk="0">
                  <a:moveTo>
                    <a:pt x="8442" y="1"/>
                  </a:moveTo>
                  <a:cubicBezTo>
                    <a:pt x="3791" y="1"/>
                    <a:pt x="0" y="3791"/>
                    <a:pt x="0" y="8442"/>
                  </a:cubicBezTo>
                  <a:cubicBezTo>
                    <a:pt x="0" y="13093"/>
                    <a:pt x="3791" y="16857"/>
                    <a:pt x="8442" y="16857"/>
                  </a:cubicBezTo>
                  <a:cubicBezTo>
                    <a:pt x="13093" y="16857"/>
                    <a:pt x="16856" y="13093"/>
                    <a:pt x="16856" y="8442"/>
                  </a:cubicBezTo>
                  <a:cubicBezTo>
                    <a:pt x="16856" y="7797"/>
                    <a:pt x="16776" y="7152"/>
                    <a:pt x="16641" y="6561"/>
                  </a:cubicBezTo>
                  <a:lnTo>
                    <a:pt x="8442" y="8442"/>
                  </a:lnTo>
                  <a:lnTo>
                    <a:pt x="11937" y="780"/>
                  </a:lnTo>
                  <a:cubicBezTo>
                    <a:pt x="10861" y="297"/>
                    <a:pt x="9678" y="1"/>
                    <a:pt x="8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63"/>
            <p:cNvSpPr/>
            <p:nvPr/>
          </p:nvSpPr>
          <p:spPr>
            <a:xfrm flipH="1">
              <a:off x="1788295" y="2337571"/>
              <a:ext cx="327704" cy="304800"/>
            </a:xfrm>
            <a:custGeom>
              <a:avLst/>
              <a:gdLst/>
              <a:ahLst/>
              <a:cxnLst/>
              <a:rect l="l" t="t" r="r" b="b"/>
              <a:pathLst>
                <a:path w="8470" h="7878" extrusionOk="0">
                  <a:moveTo>
                    <a:pt x="3630" y="1"/>
                  </a:moveTo>
                  <a:lnTo>
                    <a:pt x="1" y="7878"/>
                  </a:lnTo>
                  <a:lnTo>
                    <a:pt x="1" y="7878"/>
                  </a:lnTo>
                  <a:lnTo>
                    <a:pt x="8469" y="5942"/>
                  </a:lnTo>
                  <a:cubicBezTo>
                    <a:pt x="7878" y="3307"/>
                    <a:pt x="6050" y="1103"/>
                    <a:pt x="36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63"/>
            <p:cNvSpPr/>
            <p:nvPr/>
          </p:nvSpPr>
          <p:spPr>
            <a:xfrm flipH="1">
              <a:off x="1870468" y="2643371"/>
              <a:ext cx="489931" cy="399474"/>
            </a:xfrm>
            <a:custGeom>
              <a:avLst/>
              <a:gdLst/>
              <a:ahLst/>
              <a:cxnLst/>
              <a:rect l="l" t="t" r="r" b="b"/>
              <a:pathLst>
                <a:path w="12663" h="10325" extrusionOk="0">
                  <a:moveTo>
                    <a:pt x="12447" y="1"/>
                  </a:moveTo>
                  <a:lnTo>
                    <a:pt x="4248" y="1882"/>
                  </a:lnTo>
                  <a:lnTo>
                    <a:pt x="0" y="9168"/>
                  </a:lnTo>
                  <a:cubicBezTo>
                    <a:pt x="1237" y="9894"/>
                    <a:pt x="2688" y="10324"/>
                    <a:pt x="4248" y="10324"/>
                  </a:cubicBezTo>
                  <a:cubicBezTo>
                    <a:pt x="8899" y="10324"/>
                    <a:pt x="12662" y="6560"/>
                    <a:pt x="12662" y="1909"/>
                  </a:cubicBezTo>
                  <a:cubicBezTo>
                    <a:pt x="12662" y="1237"/>
                    <a:pt x="12582" y="619"/>
                    <a:pt x="124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63"/>
            <p:cNvSpPr/>
            <p:nvPr/>
          </p:nvSpPr>
          <p:spPr>
            <a:xfrm flipH="1">
              <a:off x="2786832" y="2370883"/>
              <a:ext cx="23949" cy="1205542"/>
            </a:xfrm>
            <a:custGeom>
              <a:avLst/>
              <a:gdLst/>
              <a:ahLst/>
              <a:cxnLst/>
              <a:rect l="l" t="t" r="r" b="b"/>
              <a:pathLst>
                <a:path w="619" h="31159" extrusionOk="0">
                  <a:moveTo>
                    <a:pt x="0" y="0"/>
                  </a:moveTo>
                  <a:lnTo>
                    <a:pt x="0" y="31159"/>
                  </a:lnTo>
                  <a:lnTo>
                    <a:pt x="619" y="31159"/>
                  </a:lnTo>
                  <a:lnTo>
                    <a:pt x="6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63"/>
            <p:cNvSpPr/>
            <p:nvPr/>
          </p:nvSpPr>
          <p:spPr>
            <a:xfrm flipH="1">
              <a:off x="4417740" y="3016762"/>
              <a:ext cx="85311" cy="73898"/>
            </a:xfrm>
            <a:custGeom>
              <a:avLst/>
              <a:gdLst/>
              <a:ahLst/>
              <a:cxnLst/>
              <a:rect l="l" t="t" r="r" b="b"/>
              <a:pathLst>
                <a:path w="2205" h="1910" extrusionOk="0">
                  <a:moveTo>
                    <a:pt x="0" y="1"/>
                  </a:moveTo>
                  <a:lnTo>
                    <a:pt x="0" y="1910"/>
                  </a:lnTo>
                  <a:lnTo>
                    <a:pt x="2205" y="1910"/>
                  </a:lnTo>
                  <a:lnTo>
                    <a:pt x="2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63"/>
            <p:cNvSpPr/>
            <p:nvPr/>
          </p:nvSpPr>
          <p:spPr>
            <a:xfrm flipH="1">
              <a:off x="3857133" y="2325114"/>
              <a:ext cx="39" cy="39"/>
            </a:xfrm>
            <a:custGeom>
              <a:avLst/>
              <a:gdLst/>
              <a:ahLst/>
              <a:cxnLst/>
              <a:rect l="l" t="t" r="r" b="b"/>
              <a:pathLst>
                <a:path w="1" h="1" extrusionOk="0">
                  <a:moveTo>
                    <a:pt x="1" y="0"/>
                  </a:moveTo>
                  <a:lnTo>
                    <a:pt x="1" y="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63"/>
            <p:cNvSpPr/>
            <p:nvPr/>
          </p:nvSpPr>
          <p:spPr>
            <a:xfrm flipH="1">
              <a:off x="3379690" y="2325114"/>
              <a:ext cx="932003" cy="1333490"/>
            </a:xfrm>
            <a:custGeom>
              <a:avLst/>
              <a:gdLst/>
              <a:ahLst/>
              <a:cxnLst/>
              <a:rect l="l" t="t" r="r" b="b"/>
              <a:pathLst>
                <a:path w="24089" h="34466" extrusionOk="0">
                  <a:moveTo>
                    <a:pt x="11749" y="0"/>
                  </a:moveTo>
                  <a:cubicBezTo>
                    <a:pt x="11507" y="0"/>
                    <a:pt x="5162" y="135"/>
                    <a:pt x="3200" y="4839"/>
                  </a:cubicBezTo>
                  <a:cubicBezTo>
                    <a:pt x="1184" y="9651"/>
                    <a:pt x="1452" y="12851"/>
                    <a:pt x="296" y="14786"/>
                  </a:cubicBezTo>
                  <a:cubicBezTo>
                    <a:pt x="296" y="14786"/>
                    <a:pt x="1" y="15216"/>
                    <a:pt x="619" y="15566"/>
                  </a:cubicBezTo>
                  <a:cubicBezTo>
                    <a:pt x="1237" y="15915"/>
                    <a:pt x="2474" y="16104"/>
                    <a:pt x="2528" y="16614"/>
                  </a:cubicBezTo>
                  <a:cubicBezTo>
                    <a:pt x="2608" y="17125"/>
                    <a:pt x="2232" y="18926"/>
                    <a:pt x="1963" y="19437"/>
                  </a:cubicBezTo>
                  <a:cubicBezTo>
                    <a:pt x="1694" y="19921"/>
                    <a:pt x="2393" y="20244"/>
                    <a:pt x="2151" y="20755"/>
                  </a:cubicBezTo>
                  <a:cubicBezTo>
                    <a:pt x="1936" y="21238"/>
                    <a:pt x="1614" y="21561"/>
                    <a:pt x="1856" y="21830"/>
                  </a:cubicBezTo>
                  <a:cubicBezTo>
                    <a:pt x="2071" y="22099"/>
                    <a:pt x="2393" y="22610"/>
                    <a:pt x="2313" y="23524"/>
                  </a:cubicBezTo>
                  <a:cubicBezTo>
                    <a:pt x="2072" y="26368"/>
                    <a:pt x="3984" y="26814"/>
                    <a:pt x="5935" y="26814"/>
                  </a:cubicBezTo>
                  <a:cubicBezTo>
                    <a:pt x="6827" y="26814"/>
                    <a:pt x="7727" y="26721"/>
                    <a:pt x="8433" y="26721"/>
                  </a:cubicBezTo>
                  <a:cubicBezTo>
                    <a:pt x="9118" y="26721"/>
                    <a:pt x="9622" y="26808"/>
                    <a:pt x="9760" y="27153"/>
                  </a:cubicBezTo>
                  <a:cubicBezTo>
                    <a:pt x="10324" y="28632"/>
                    <a:pt x="9410" y="34465"/>
                    <a:pt x="9410" y="34465"/>
                  </a:cubicBezTo>
                  <a:lnTo>
                    <a:pt x="22637" y="34465"/>
                  </a:lnTo>
                  <a:cubicBezTo>
                    <a:pt x="22637" y="34465"/>
                    <a:pt x="20056" y="28121"/>
                    <a:pt x="20755" y="26911"/>
                  </a:cubicBezTo>
                  <a:cubicBezTo>
                    <a:pt x="21454" y="25728"/>
                    <a:pt x="24089" y="24169"/>
                    <a:pt x="23927" y="19222"/>
                  </a:cubicBezTo>
                  <a:lnTo>
                    <a:pt x="23901" y="19115"/>
                  </a:lnTo>
                  <a:cubicBezTo>
                    <a:pt x="22529" y="19679"/>
                    <a:pt x="21051" y="19975"/>
                    <a:pt x="19518" y="19975"/>
                  </a:cubicBezTo>
                  <a:cubicBezTo>
                    <a:pt x="13147" y="19975"/>
                    <a:pt x="8012" y="14840"/>
                    <a:pt x="8012" y="8469"/>
                  </a:cubicBezTo>
                  <a:cubicBezTo>
                    <a:pt x="8012" y="5108"/>
                    <a:pt x="9464" y="2097"/>
                    <a:pt x="11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63"/>
            <p:cNvSpPr/>
            <p:nvPr/>
          </p:nvSpPr>
          <p:spPr>
            <a:xfrm flipH="1">
              <a:off x="3360971" y="2370883"/>
              <a:ext cx="567969" cy="581472"/>
            </a:xfrm>
            <a:custGeom>
              <a:avLst/>
              <a:gdLst/>
              <a:ahLst/>
              <a:cxnLst/>
              <a:rect l="l" t="t" r="r" b="b"/>
              <a:pathLst>
                <a:path w="14680" h="15029" extrusionOk="0">
                  <a:moveTo>
                    <a:pt x="7340" y="4758"/>
                  </a:moveTo>
                  <a:cubicBezTo>
                    <a:pt x="8873" y="4758"/>
                    <a:pt x="10082" y="5995"/>
                    <a:pt x="10082" y="7501"/>
                  </a:cubicBezTo>
                  <a:cubicBezTo>
                    <a:pt x="10082" y="9033"/>
                    <a:pt x="8873" y="10243"/>
                    <a:pt x="7340" y="10243"/>
                  </a:cubicBezTo>
                  <a:cubicBezTo>
                    <a:pt x="5835" y="10243"/>
                    <a:pt x="4598" y="9033"/>
                    <a:pt x="4598" y="7501"/>
                  </a:cubicBezTo>
                  <a:cubicBezTo>
                    <a:pt x="4598" y="5995"/>
                    <a:pt x="5835" y="4758"/>
                    <a:pt x="7340" y="4758"/>
                  </a:cubicBezTo>
                  <a:close/>
                  <a:moveTo>
                    <a:pt x="6722" y="0"/>
                  </a:moveTo>
                  <a:lnTo>
                    <a:pt x="6507" y="1640"/>
                  </a:lnTo>
                  <a:cubicBezTo>
                    <a:pt x="5808" y="1721"/>
                    <a:pt x="5163" y="1936"/>
                    <a:pt x="4571" y="2258"/>
                  </a:cubicBezTo>
                  <a:lnTo>
                    <a:pt x="3442" y="1048"/>
                  </a:lnTo>
                  <a:lnTo>
                    <a:pt x="2421" y="1801"/>
                  </a:lnTo>
                  <a:lnTo>
                    <a:pt x="3200" y="3253"/>
                  </a:lnTo>
                  <a:cubicBezTo>
                    <a:pt x="2716" y="3710"/>
                    <a:pt x="2313" y="4275"/>
                    <a:pt x="2017" y="4893"/>
                  </a:cubicBezTo>
                  <a:lnTo>
                    <a:pt x="404" y="4597"/>
                  </a:lnTo>
                  <a:lnTo>
                    <a:pt x="1" y="5780"/>
                  </a:lnTo>
                  <a:lnTo>
                    <a:pt x="1506" y="6506"/>
                  </a:lnTo>
                  <a:cubicBezTo>
                    <a:pt x="1426" y="6829"/>
                    <a:pt x="1399" y="7178"/>
                    <a:pt x="1399" y="7501"/>
                  </a:cubicBezTo>
                  <a:cubicBezTo>
                    <a:pt x="1399" y="7850"/>
                    <a:pt x="1453" y="8173"/>
                    <a:pt x="1506" y="8522"/>
                  </a:cubicBezTo>
                  <a:lnTo>
                    <a:pt x="1" y="9221"/>
                  </a:lnTo>
                  <a:lnTo>
                    <a:pt x="404" y="10431"/>
                  </a:lnTo>
                  <a:lnTo>
                    <a:pt x="2017" y="10135"/>
                  </a:lnTo>
                  <a:cubicBezTo>
                    <a:pt x="2313" y="10754"/>
                    <a:pt x="2716" y="11291"/>
                    <a:pt x="3200" y="11775"/>
                  </a:cubicBezTo>
                  <a:lnTo>
                    <a:pt x="2421" y="13200"/>
                  </a:lnTo>
                  <a:lnTo>
                    <a:pt x="3442" y="13953"/>
                  </a:lnTo>
                  <a:lnTo>
                    <a:pt x="4571" y="12770"/>
                  </a:lnTo>
                  <a:cubicBezTo>
                    <a:pt x="5163" y="13066"/>
                    <a:pt x="5808" y="13281"/>
                    <a:pt x="6507" y="13388"/>
                  </a:cubicBezTo>
                  <a:lnTo>
                    <a:pt x="6722" y="15028"/>
                  </a:lnTo>
                  <a:lnTo>
                    <a:pt x="7986" y="15028"/>
                  </a:lnTo>
                  <a:lnTo>
                    <a:pt x="8201" y="13388"/>
                  </a:lnTo>
                  <a:cubicBezTo>
                    <a:pt x="8873" y="13281"/>
                    <a:pt x="9518" y="13066"/>
                    <a:pt x="10109" y="12770"/>
                  </a:cubicBezTo>
                  <a:lnTo>
                    <a:pt x="11239" y="13953"/>
                  </a:lnTo>
                  <a:lnTo>
                    <a:pt x="12287" y="13200"/>
                  </a:lnTo>
                  <a:lnTo>
                    <a:pt x="11480" y="11775"/>
                  </a:lnTo>
                  <a:cubicBezTo>
                    <a:pt x="11964" y="11291"/>
                    <a:pt x="12368" y="10754"/>
                    <a:pt x="12663" y="10135"/>
                  </a:cubicBezTo>
                  <a:lnTo>
                    <a:pt x="14303" y="10431"/>
                  </a:lnTo>
                  <a:lnTo>
                    <a:pt x="14680" y="9221"/>
                  </a:lnTo>
                  <a:lnTo>
                    <a:pt x="13201" y="8522"/>
                  </a:lnTo>
                  <a:cubicBezTo>
                    <a:pt x="13255" y="8200"/>
                    <a:pt x="13282" y="7850"/>
                    <a:pt x="13282" y="7501"/>
                  </a:cubicBezTo>
                  <a:cubicBezTo>
                    <a:pt x="13282" y="7151"/>
                    <a:pt x="13255" y="6829"/>
                    <a:pt x="13201" y="6506"/>
                  </a:cubicBezTo>
                  <a:lnTo>
                    <a:pt x="14680" y="5780"/>
                  </a:lnTo>
                  <a:lnTo>
                    <a:pt x="14303" y="4597"/>
                  </a:lnTo>
                  <a:lnTo>
                    <a:pt x="12663" y="4893"/>
                  </a:lnTo>
                  <a:cubicBezTo>
                    <a:pt x="12368" y="4275"/>
                    <a:pt x="11964" y="3737"/>
                    <a:pt x="11480" y="3253"/>
                  </a:cubicBezTo>
                  <a:lnTo>
                    <a:pt x="12287" y="1801"/>
                  </a:lnTo>
                  <a:lnTo>
                    <a:pt x="11239" y="1048"/>
                  </a:lnTo>
                  <a:lnTo>
                    <a:pt x="10109" y="2258"/>
                  </a:lnTo>
                  <a:cubicBezTo>
                    <a:pt x="9518" y="1936"/>
                    <a:pt x="8873" y="1721"/>
                    <a:pt x="8201" y="1640"/>
                  </a:cubicBezTo>
                  <a:lnTo>
                    <a:pt x="79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63"/>
            <p:cNvSpPr/>
            <p:nvPr/>
          </p:nvSpPr>
          <p:spPr>
            <a:xfrm flipH="1">
              <a:off x="2988591" y="2717229"/>
              <a:ext cx="358888" cy="359933"/>
            </a:xfrm>
            <a:custGeom>
              <a:avLst/>
              <a:gdLst/>
              <a:ahLst/>
              <a:cxnLst/>
              <a:rect l="l" t="t" r="r" b="b"/>
              <a:pathLst>
                <a:path w="9276" h="9303" extrusionOk="0">
                  <a:moveTo>
                    <a:pt x="4624" y="2796"/>
                  </a:moveTo>
                  <a:cubicBezTo>
                    <a:pt x="5646" y="2796"/>
                    <a:pt x="6479" y="3630"/>
                    <a:pt x="6479" y="4651"/>
                  </a:cubicBezTo>
                  <a:cubicBezTo>
                    <a:pt x="6479" y="5673"/>
                    <a:pt x="5646" y="6479"/>
                    <a:pt x="4624" y="6479"/>
                  </a:cubicBezTo>
                  <a:cubicBezTo>
                    <a:pt x="3603" y="6479"/>
                    <a:pt x="2796" y="5673"/>
                    <a:pt x="2796" y="4651"/>
                  </a:cubicBezTo>
                  <a:cubicBezTo>
                    <a:pt x="2796" y="3630"/>
                    <a:pt x="3603" y="2796"/>
                    <a:pt x="4624" y="2796"/>
                  </a:cubicBezTo>
                  <a:close/>
                  <a:moveTo>
                    <a:pt x="4087" y="0"/>
                  </a:moveTo>
                  <a:lnTo>
                    <a:pt x="4087" y="1103"/>
                  </a:lnTo>
                  <a:cubicBezTo>
                    <a:pt x="3818" y="1130"/>
                    <a:pt x="3576" y="1210"/>
                    <a:pt x="3334" y="1291"/>
                  </a:cubicBezTo>
                  <a:lnTo>
                    <a:pt x="2796" y="350"/>
                  </a:lnTo>
                  <a:lnTo>
                    <a:pt x="1828" y="888"/>
                  </a:lnTo>
                  <a:lnTo>
                    <a:pt x="2393" y="1828"/>
                  </a:lnTo>
                  <a:cubicBezTo>
                    <a:pt x="2178" y="2017"/>
                    <a:pt x="1990" y="2178"/>
                    <a:pt x="1828" y="2393"/>
                  </a:cubicBezTo>
                  <a:lnTo>
                    <a:pt x="887" y="1855"/>
                  </a:lnTo>
                  <a:lnTo>
                    <a:pt x="350" y="2796"/>
                  </a:lnTo>
                  <a:lnTo>
                    <a:pt x="1291" y="3334"/>
                  </a:lnTo>
                  <a:cubicBezTo>
                    <a:pt x="1183" y="3576"/>
                    <a:pt x="1129" y="3845"/>
                    <a:pt x="1076" y="4087"/>
                  </a:cubicBezTo>
                  <a:lnTo>
                    <a:pt x="0" y="4087"/>
                  </a:lnTo>
                  <a:lnTo>
                    <a:pt x="0" y="5189"/>
                  </a:lnTo>
                  <a:lnTo>
                    <a:pt x="1076" y="5189"/>
                  </a:lnTo>
                  <a:cubicBezTo>
                    <a:pt x="1129" y="5458"/>
                    <a:pt x="1183" y="5700"/>
                    <a:pt x="1291" y="5942"/>
                  </a:cubicBezTo>
                  <a:lnTo>
                    <a:pt x="350" y="6506"/>
                  </a:lnTo>
                  <a:lnTo>
                    <a:pt x="887" y="7447"/>
                  </a:lnTo>
                  <a:lnTo>
                    <a:pt x="1828" y="6883"/>
                  </a:lnTo>
                  <a:cubicBezTo>
                    <a:pt x="1990" y="7098"/>
                    <a:pt x="2178" y="7286"/>
                    <a:pt x="2393" y="7447"/>
                  </a:cubicBezTo>
                  <a:lnTo>
                    <a:pt x="1828" y="8388"/>
                  </a:lnTo>
                  <a:lnTo>
                    <a:pt x="2796" y="8953"/>
                  </a:lnTo>
                  <a:lnTo>
                    <a:pt x="3334" y="7985"/>
                  </a:lnTo>
                  <a:cubicBezTo>
                    <a:pt x="3576" y="8092"/>
                    <a:pt x="3818" y="8146"/>
                    <a:pt x="4087" y="8200"/>
                  </a:cubicBezTo>
                  <a:lnTo>
                    <a:pt x="4087" y="9302"/>
                  </a:lnTo>
                  <a:lnTo>
                    <a:pt x="5189" y="9302"/>
                  </a:lnTo>
                  <a:lnTo>
                    <a:pt x="5189" y="8200"/>
                  </a:lnTo>
                  <a:cubicBezTo>
                    <a:pt x="5458" y="8146"/>
                    <a:pt x="5700" y="8092"/>
                    <a:pt x="5942" y="7985"/>
                  </a:cubicBezTo>
                  <a:lnTo>
                    <a:pt x="6479" y="8953"/>
                  </a:lnTo>
                  <a:lnTo>
                    <a:pt x="7447" y="8388"/>
                  </a:lnTo>
                  <a:lnTo>
                    <a:pt x="6882" y="7447"/>
                  </a:lnTo>
                  <a:cubicBezTo>
                    <a:pt x="7098" y="7286"/>
                    <a:pt x="7286" y="7098"/>
                    <a:pt x="7447" y="6883"/>
                  </a:cubicBezTo>
                  <a:lnTo>
                    <a:pt x="8388" y="7447"/>
                  </a:lnTo>
                  <a:lnTo>
                    <a:pt x="8926" y="6506"/>
                  </a:lnTo>
                  <a:lnTo>
                    <a:pt x="7985" y="5942"/>
                  </a:lnTo>
                  <a:cubicBezTo>
                    <a:pt x="8092" y="5700"/>
                    <a:pt x="8146" y="5458"/>
                    <a:pt x="8200" y="5189"/>
                  </a:cubicBezTo>
                  <a:lnTo>
                    <a:pt x="9275" y="5189"/>
                  </a:lnTo>
                  <a:lnTo>
                    <a:pt x="9275" y="4087"/>
                  </a:lnTo>
                  <a:lnTo>
                    <a:pt x="8200" y="4087"/>
                  </a:lnTo>
                  <a:cubicBezTo>
                    <a:pt x="8146" y="3845"/>
                    <a:pt x="8092" y="3576"/>
                    <a:pt x="7985" y="3334"/>
                  </a:cubicBezTo>
                  <a:lnTo>
                    <a:pt x="8926" y="2796"/>
                  </a:lnTo>
                  <a:lnTo>
                    <a:pt x="8388" y="1855"/>
                  </a:lnTo>
                  <a:lnTo>
                    <a:pt x="7447" y="2393"/>
                  </a:lnTo>
                  <a:cubicBezTo>
                    <a:pt x="7286" y="2178"/>
                    <a:pt x="7098" y="1990"/>
                    <a:pt x="6882" y="1828"/>
                  </a:cubicBezTo>
                  <a:lnTo>
                    <a:pt x="7447" y="888"/>
                  </a:lnTo>
                  <a:lnTo>
                    <a:pt x="6479" y="350"/>
                  </a:lnTo>
                  <a:lnTo>
                    <a:pt x="5942" y="1291"/>
                  </a:lnTo>
                  <a:cubicBezTo>
                    <a:pt x="5700" y="1210"/>
                    <a:pt x="5458" y="1130"/>
                    <a:pt x="5189" y="1103"/>
                  </a:cubicBezTo>
                  <a:lnTo>
                    <a:pt x="51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63"/>
            <p:cNvSpPr/>
            <p:nvPr/>
          </p:nvSpPr>
          <p:spPr>
            <a:xfrm flipH="1">
              <a:off x="2934503" y="2302209"/>
              <a:ext cx="376570" cy="371385"/>
            </a:xfrm>
            <a:custGeom>
              <a:avLst/>
              <a:gdLst/>
              <a:ahLst/>
              <a:cxnLst/>
              <a:rect l="l" t="t" r="r" b="b"/>
              <a:pathLst>
                <a:path w="9733" h="9599" extrusionOk="0">
                  <a:moveTo>
                    <a:pt x="4866" y="2743"/>
                  </a:moveTo>
                  <a:cubicBezTo>
                    <a:pt x="6022" y="2743"/>
                    <a:pt x="6963" y="3684"/>
                    <a:pt x="6963" y="4840"/>
                  </a:cubicBezTo>
                  <a:cubicBezTo>
                    <a:pt x="6963" y="6023"/>
                    <a:pt x="6049" y="6964"/>
                    <a:pt x="4866" y="6964"/>
                  </a:cubicBezTo>
                  <a:cubicBezTo>
                    <a:pt x="3710" y="6964"/>
                    <a:pt x="2769" y="6023"/>
                    <a:pt x="2769" y="4840"/>
                  </a:cubicBezTo>
                  <a:cubicBezTo>
                    <a:pt x="2769" y="3684"/>
                    <a:pt x="3710" y="2743"/>
                    <a:pt x="4866" y="2743"/>
                  </a:cubicBezTo>
                  <a:close/>
                  <a:moveTo>
                    <a:pt x="4328" y="1"/>
                  </a:moveTo>
                  <a:lnTo>
                    <a:pt x="4086" y="1264"/>
                  </a:lnTo>
                  <a:cubicBezTo>
                    <a:pt x="3764" y="1345"/>
                    <a:pt x="3468" y="1452"/>
                    <a:pt x="3172" y="1587"/>
                  </a:cubicBezTo>
                  <a:lnTo>
                    <a:pt x="2178" y="807"/>
                  </a:lnTo>
                  <a:lnTo>
                    <a:pt x="1344" y="1479"/>
                  </a:lnTo>
                  <a:lnTo>
                    <a:pt x="1963" y="2608"/>
                  </a:lnTo>
                  <a:cubicBezTo>
                    <a:pt x="1774" y="2877"/>
                    <a:pt x="1613" y="3146"/>
                    <a:pt x="1479" y="3442"/>
                  </a:cubicBezTo>
                  <a:lnTo>
                    <a:pt x="188" y="3469"/>
                  </a:lnTo>
                  <a:lnTo>
                    <a:pt x="0" y="4544"/>
                  </a:lnTo>
                  <a:lnTo>
                    <a:pt x="1210" y="5028"/>
                  </a:lnTo>
                  <a:cubicBezTo>
                    <a:pt x="1210" y="5351"/>
                    <a:pt x="1264" y="5673"/>
                    <a:pt x="1371" y="5969"/>
                  </a:cubicBezTo>
                  <a:lnTo>
                    <a:pt x="403" y="6802"/>
                  </a:lnTo>
                  <a:lnTo>
                    <a:pt x="941" y="7743"/>
                  </a:lnTo>
                  <a:lnTo>
                    <a:pt x="2178" y="7340"/>
                  </a:lnTo>
                  <a:cubicBezTo>
                    <a:pt x="2393" y="7582"/>
                    <a:pt x="2635" y="7770"/>
                    <a:pt x="2904" y="7958"/>
                  </a:cubicBezTo>
                  <a:lnTo>
                    <a:pt x="2715" y="9222"/>
                  </a:lnTo>
                  <a:lnTo>
                    <a:pt x="3737" y="9598"/>
                  </a:lnTo>
                  <a:lnTo>
                    <a:pt x="4409" y="8496"/>
                  </a:lnTo>
                  <a:cubicBezTo>
                    <a:pt x="4543" y="8523"/>
                    <a:pt x="4705" y="8550"/>
                    <a:pt x="4866" y="8550"/>
                  </a:cubicBezTo>
                  <a:cubicBezTo>
                    <a:pt x="5027" y="8550"/>
                    <a:pt x="5189" y="8523"/>
                    <a:pt x="5350" y="8496"/>
                  </a:cubicBezTo>
                  <a:lnTo>
                    <a:pt x="6022" y="9598"/>
                  </a:lnTo>
                  <a:lnTo>
                    <a:pt x="7044" y="9222"/>
                  </a:lnTo>
                  <a:lnTo>
                    <a:pt x="6856" y="7958"/>
                  </a:lnTo>
                  <a:cubicBezTo>
                    <a:pt x="7124" y="7797"/>
                    <a:pt x="7366" y="7582"/>
                    <a:pt x="7581" y="7340"/>
                  </a:cubicBezTo>
                  <a:lnTo>
                    <a:pt x="8791" y="7743"/>
                  </a:lnTo>
                  <a:lnTo>
                    <a:pt x="9329" y="6802"/>
                  </a:lnTo>
                  <a:lnTo>
                    <a:pt x="8388" y="5969"/>
                  </a:lnTo>
                  <a:cubicBezTo>
                    <a:pt x="8495" y="5673"/>
                    <a:pt x="8522" y="5351"/>
                    <a:pt x="8549" y="5028"/>
                  </a:cubicBezTo>
                  <a:lnTo>
                    <a:pt x="9732" y="4544"/>
                  </a:lnTo>
                  <a:lnTo>
                    <a:pt x="9544" y="3469"/>
                  </a:lnTo>
                  <a:lnTo>
                    <a:pt x="8280" y="3442"/>
                  </a:lnTo>
                  <a:cubicBezTo>
                    <a:pt x="8146" y="3146"/>
                    <a:pt x="7985" y="2877"/>
                    <a:pt x="7796" y="2608"/>
                  </a:cubicBezTo>
                  <a:lnTo>
                    <a:pt x="8415" y="1479"/>
                  </a:lnTo>
                  <a:lnTo>
                    <a:pt x="7581" y="807"/>
                  </a:lnTo>
                  <a:lnTo>
                    <a:pt x="6587" y="1587"/>
                  </a:lnTo>
                  <a:cubicBezTo>
                    <a:pt x="6291" y="1452"/>
                    <a:pt x="5995" y="1345"/>
                    <a:pt x="5673" y="1264"/>
                  </a:cubicBezTo>
                  <a:lnTo>
                    <a:pt x="54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63"/>
            <p:cNvSpPr/>
            <p:nvPr/>
          </p:nvSpPr>
          <p:spPr>
            <a:xfrm flipH="1">
              <a:off x="4417740" y="2561195"/>
              <a:ext cx="85311" cy="73898"/>
            </a:xfrm>
            <a:custGeom>
              <a:avLst/>
              <a:gdLst/>
              <a:ahLst/>
              <a:cxnLst/>
              <a:rect l="l" t="t" r="r" b="b"/>
              <a:pathLst>
                <a:path w="2205" h="1910" extrusionOk="0">
                  <a:moveTo>
                    <a:pt x="0" y="1"/>
                  </a:moveTo>
                  <a:lnTo>
                    <a:pt x="0" y="1910"/>
                  </a:lnTo>
                  <a:lnTo>
                    <a:pt x="2205" y="1910"/>
                  </a:lnTo>
                  <a:lnTo>
                    <a:pt x="2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63"/>
            <p:cNvSpPr/>
            <p:nvPr/>
          </p:nvSpPr>
          <p:spPr>
            <a:xfrm flipH="1">
              <a:off x="4066164" y="2594507"/>
              <a:ext cx="395296" cy="7312"/>
            </a:xfrm>
            <a:custGeom>
              <a:avLst/>
              <a:gdLst/>
              <a:ahLst/>
              <a:cxnLst/>
              <a:rect l="l" t="t" r="r" b="b"/>
              <a:pathLst>
                <a:path w="10217" h="189" extrusionOk="0">
                  <a:moveTo>
                    <a:pt x="0" y="0"/>
                  </a:moveTo>
                  <a:lnTo>
                    <a:pt x="0" y="188"/>
                  </a:lnTo>
                  <a:lnTo>
                    <a:pt x="10216" y="188"/>
                  </a:lnTo>
                  <a:lnTo>
                    <a:pt x="102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63"/>
            <p:cNvSpPr/>
            <p:nvPr/>
          </p:nvSpPr>
          <p:spPr>
            <a:xfrm flipH="1">
              <a:off x="4066164" y="3050073"/>
              <a:ext cx="395296" cy="7312"/>
            </a:xfrm>
            <a:custGeom>
              <a:avLst/>
              <a:gdLst/>
              <a:ahLst/>
              <a:cxnLst/>
              <a:rect l="l" t="t" r="r" b="b"/>
              <a:pathLst>
                <a:path w="10217" h="189" extrusionOk="0">
                  <a:moveTo>
                    <a:pt x="0" y="0"/>
                  </a:moveTo>
                  <a:lnTo>
                    <a:pt x="0" y="188"/>
                  </a:lnTo>
                  <a:lnTo>
                    <a:pt x="10216" y="188"/>
                  </a:lnTo>
                  <a:lnTo>
                    <a:pt x="102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63"/>
            <p:cNvSpPr/>
            <p:nvPr/>
          </p:nvSpPr>
          <p:spPr>
            <a:xfrm flipH="1">
              <a:off x="3857122" y="3505639"/>
              <a:ext cx="604338" cy="7312"/>
            </a:xfrm>
            <a:custGeom>
              <a:avLst/>
              <a:gdLst/>
              <a:ahLst/>
              <a:cxnLst/>
              <a:rect l="l" t="t" r="r" b="b"/>
              <a:pathLst>
                <a:path w="15620" h="189" extrusionOk="0">
                  <a:moveTo>
                    <a:pt x="0" y="0"/>
                  </a:moveTo>
                  <a:lnTo>
                    <a:pt x="0" y="189"/>
                  </a:lnTo>
                  <a:lnTo>
                    <a:pt x="15620" y="189"/>
                  </a:lnTo>
                  <a:lnTo>
                    <a:pt x="156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63"/>
            <p:cNvSpPr/>
            <p:nvPr/>
          </p:nvSpPr>
          <p:spPr>
            <a:xfrm flipH="1">
              <a:off x="4417740" y="3471322"/>
              <a:ext cx="85311" cy="74904"/>
            </a:xfrm>
            <a:custGeom>
              <a:avLst/>
              <a:gdLst/>
              <a:ahLst/>
              <a:cxnLst/>
              <a:rect l="l" t="t" r="r" b="b"/>
              <a:pathLst>
                <a:path w="2205" h="1936" extrusionOk="0">
                  <a:moveTo>
                    <a:pt x="0" y="0"/>
                  </a:moveTo>
                  <a:lnTo>
                    <a:pt x="0" y="1936"/>
                  </a:lnTo>
                  <a:lnTo>
                    <a:pt x="2205" y="1936"/>
                  </a:lnTo>
                  <a:lnTo>
                    <a:pt x="220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63"/>
            <p:cNvSpPr/>
            <p:nvPr/>
          </p:nvSpPr>
          <p:spPr>
            <a:xfrm flipH="1">
              <a:off x="1460020" y="4225415"/>
              <a:ext cx="104076" cy="196623"/>
            </a:xfrm>
            <a:custGeom>
              <a:avLst/>
              <a:gdLst/>
              <a:ahLst/>
              <a:cxnLst/>
              <a:rect l="l" t="t" r="r" b="b"/>
              <a:pathLst>
                <a:path w="2690" h="5082" extrusionOk="0">
                  <a:moveTo>
                    <a:pt x="1" y="0"/>
                  </a:moveTo>
                  <a:lnTo>
                    <a:pt x="1" y="5081"/>
                  </a:lnTo>
                  <a:lnTo>
                    <a:pt x="2286" y="5081"/>
                  </a:lnTo>
                  <a:lnTo>
                    <a:pt x="2689" y="0"/>
                  </a:lnTo>
                  <a:close/>
                </a:path>
              </a:pathLst>
            </a:custGeom>
            <a:solidFill>
              <a:srgbClr val="DA7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63"/>
            <p:cNvSpPr/>
            <p:nvPr/>
          </p:nvSpPr>
          <p:spPr>
            <a:xfrm flipH="1">
              <a:off x="1215656" y="1534150"/>
              <a:ext cx="251678" cy="220069"/>
            </a:xfrm>
            <a:custGeom>
              <a:avLst/>
              <a:gdLst/>
              <a:ahLst/>
              <a:cxnLst/>
              <a:rect l="l" t="t" r="r" b="b"/>
              <a:pathLst>
                <a:path w="6505" h="5688" extrusionOk="0">
                  <a:moveTo>
                    <a:pt x="3082" y="0"/>
                  </a:moveTo>
                  <a:cubicBezTo>
                    <a:pt x="2607" y="0"/>
                    <a:pt x="2017" y="112"/>
                    <a:pt x="1667" y="389"/>
                  </a:cubicBezTo>
                  <a:cubicBezTo>
                    <a:pt x="1156" y="792"/>
                    <a:pt x="1075" y="1195"/>
                    <a:pt x="726" y="1276"/>
                  </a:cubicBezTo>
                  <a:cubicBezTo>
                    <a:pt x="350" y="1357"/>
                    <a:pt x="269" y="1303"/>
                    <a:pt x="215" y="1410"/>
                  </a:cubicBezTo>
                  <a:cubicBezTo>
                    <a:pt x="161" y="1518"/>
                    <a:pt x="161" y="1867"/>
                    <a:pt x="161" y="2136"/>
                  </a:cubicBezTo>
                  <a:cubicBezTo>
                    <a:pt x="135" y="2432"/>
                    <a:pt x="108" y="2754"/>
                    <a:pt x="54" y="3319"/>
                  </a:cubicBezTo>
                  <a:cubicBezTo>
                    <a:pt x="0" y="3857"/>
                    <a:pt x="323" y="5067"/>
                    <a:pt x="726" y="5255"/>
                  </a:cubicBezTo>
                  <a:cubicBezTo>
                    <a:pt x="1129" y="5443"/>
                    <a:pt x="5027" y="5604"/>
                    <a:pt x="5027" y="5604"/>
                  </a:cubicBezTo>
                  <a:cubicBezTo>
                    <a:pt x="5027" y="5604"/>
                    <a:pt x="5111" y="5688"/>
                    <a:pt x="5254" y="5688"/>
                  </a:cubicBezTo>
                  <a:cubicBezTo>
                    <a:pt x="5326" y="5688"/>
                    <a:pt x="5413" y="5667"/>
                    <a:pt x="5511" y="5604"/>
                  </a:cubicBezTo>
                  <a:cubicBezTo>
                    <a:pt x="5807" y="5443"/>
                    <a:pt x="6345" y="4932"/>
                    <a:pt x="6372" y="4099"/>
                  </a:cubicBezTo>
                  <a:cubicBezTo>
                    <a:pt x="6425" y="3292"/>
                    <a:pt x="6264" y="3023"/>
                    <a:pt x="6372" y="2459"/>
                  </a:cubicBezTo>
                  <a:cubicBezTo>
                    <a:pt x="6505" y="1873"/>
                    <a:pt x="5794" y="523"/>
                    <a:pt x="4840" y="523"/>
                  </a:cubicBezTo>
                  <a:cubicBezTo>
                    <a:pt x="4831" y="523"/>
                    <a:pt x="4822" y="523"/>
                    <a:pt x="4812" y="523"/>
                  </a:cubicBezTo>
                  <a:cubicBezTo>
                    <a:pt x="4749" y="527"/>
                    <a:pt x="4690" y="528"/>
                    <a:pt x="4636" y="528"/>
                  </a:cubicBezTo>
                  <a:cubicBezTo>
                    <a:pt x="3867" y="528"/>
                    <a:pt x="4006" y="192"/>
                    <a:pt x="3629" y="66"/>
                  </a:cubicBezTo>
                  <a:cubicBezTo>
                    <a:pt x="3494" y="24"/>
                    <a:pt x="3300" y="0"/>
                    <a:pt x="30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63"/>
            <p:cNvSpPr/>
            <p:nvPr/>
          </p:nvSpPr>
          <p:spPr>
            <a:xfrm flipH="1">
              <a:off x="775644" y="4064196"/>
              <a:ext cx="161260" cy="221578"/>
            </a:xfrm>
            <a:custGeom>
              <a:avLst/>
              <a:gdLst/>
              <a:ahLst/>
              <a:cxnLst/>
              <a:rect l="l" t="t" r="r" b="b"/>
              <a:pathLst>
                <a:path w="4168" h="5727" extrusionOk="0">
                  <a:moveTo>
                    <a:pt x="2447" y="0"/>
                  </a:moveTo>
                  <a:lnTo>
                    <a:pt x="1" y="1102"/>
                  </a:lnTo>
                  <a:lnTo>
                    <a:pt x="2098" y="5726"/>
                  </a:lnTo>
                  <a:lnTo>
                    <a:pt x="4168" y="4812"/>
                  </a:lnTo>
                  <a:lnTo>
                    <a:pt x="2447" y="0"/>
                  </a:lnTo>
                  <a:close/>
                </a:path>
              </a:pathLst>
            </a:custGeom>
            <a:solidFill>
              <a:srgbClr val="DA7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63"/>
            <p:cNvSpPr/>
            <p:nvPr/>
          </p:nvSpPr>
          <p:spPr>
            <a:xfrm flipH="1">
              <a:off x="725693" y="4213924"/>
              <a:ext cx="340162" cy="233069"/>
            </a:xfrm>
            <a:custGeom>
              <a:avLst/>
              <a:gdLst/>
              <a:ahLst/>
              <a:cxnLst/>
              <a:rect l="l" t="t" r="r" b="b"/>
              <a:pathLst>
                <a:path w="8792" h="6024" extrusionOk="0">
                  <a:moveTo>
                    <a:pt x="7285" y="0"/>
                  </a:moveTo>
                  <a:cubicBezTo>
                    <a:pt x="7276" y="0"/>
                    <a:pt x="7268" y="1"/>
                    <a:pt x="7259" y="1"/>
                  </a:cubicBezTo>
                  <a:cubicBezTo>
                    <a:pt x="6936" y="1"/>
                    <a:pt x="6748" y="163"/>
                    <a:pt x="6560" y="485"/>
                  </a:cubicBezTo>
                  <a:cubicBezTo>
                    <a:pt x="6447" y="654"/>
                    <a:pt x="6239" y="691"/>
                    <a:pt x="6042" y="691"/>
                  </a:cubicBezTo>
                  <a:cubicBezTo>
                    <a:pt x="5895" y="691"/>
                    <a:pt x="5756" y="670"/>
                    <a:pt x="5668" y="670"/>
                  </a:cubicBezTo>
                  <a:cubicBezTo>
                    <a:pt x="5649" y="670"/>
                    <a:pt x="5633" y="671"/>
                    <a:pt x="5619" y="673"/>
                  </a:cubicBezTo>
                  <a:cubicBezTo>
                    <a:pt x="5458" y="700"/>
                    <a:pt x="5135" y="808"/>
                    <a:pt x="4866" y="1399"/>
                  </a:cubicBezTo>
                  <a:cubicBezTo>
                    <a:pt x="4597" y="1964"/>
                    <a:pt x="3092" y="3389"/>
                    <a:pt x="2097" y="4034"/>
                  </a:cubicBezTo>
                  <a:cubicBezTo>
                    <a:pt x="1129" y="4679"/>
                    <a:pt x="0" y="5029"/>
                    <a:pt x="27" y="6023"/>
                  </a:cubicBezTo>
                  <a:lnTo>
                    <a:pt x="8791" y="2071"/>
                  </a:lnTo>
                  <a:cubicBezTo>
                    <a:pt x="8791" y="2071"/>
                    <a:pt x="8630" y="1131"/>
                    <a:pt x="8092" y="754"/>
                  </a:cubicBezTo>
                  <a:cubicBezTo>
                    <a:pt x="7571" y="415"/>
                    <a:pt x="7555" y="0"/>
                    <a:pt x="72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63"/>
            <p:cNvSpPr/>
            <p:nvPr/>
          </p:nvSpPr>
          <p:spPr>
            <a:xfrm flipH="1">
              <a:off x="810995" y="2560151"/>
              <a:ext cx="780145" cy="1732732"/>
            </a:xfrm>
            <a:custGeom>
              <a:avLst/>
              <a:gdLst/>
              <a:ahLst/>
              <a:cxnLst/>
              <a:rect l="l" t="t" r="r" b="b"/>
              <a:pathLst>
                <a:path w="20164" h="44785" extrusionOk="0">
                  <a:moveTo>
                    <a:pt x="5018" y="1"/>
                  </a:moveTo>
                  <a:cubicBezTo>
                    <a:pt x="3445" y="1"/>
                    <a:pt x="2196" y="270"/>
                    <a:pt x="1990" y="1076"/>
                  </a:cubicBezTo>
                  <a:cubicBezTo>
                    <a:pt x="1372" y="3496"/>
                    <a:pt x="539" y="14787"/>
                    <a:pt x="592" y="18739"/>
                  </a:cubicBezTo>
                  <a:cubicBezTo>
                    <a:pt x="646" y="22691"/>
                    <a:pt x="1" y="44252"/>
                    <a:pt x="1" y="44252"/>
                  </a:cubicBezTo>
                  <a:cubicBezTo>
                    <a:pt x="721" y="44684"/>
                    <a:pt x="1742" y="44784"/>
                    <a:pt x="2535" y="44784"/>
                  </a:cubicBezTo>
                  <a:cubicBezTo>
                    <a:pt x="3222" y="44784"/>
                    <a:pt x="3738" y="44709"/>
                    <a:pt x="3738" y="44709"/>
                  </a:cubicBezTo>
                  <a:cubicBezTo>
                    <a:pt x="3738" y="44709"/>
                    <a:pt x="5136" y="23040"/>
                    <a:pt x="5297" y="20728"/>
                  </a:cubicBezTo>
                  <a:cubicBezTo>
                    <a:pt x="5485" y="18417"/>
                    <a:pt x="6534" y="13551"/>
                    <a:pt x="6534" y="13550"/>
                  </a:cubicBezTo>
                  <a:lnTo>
                    <a:pt x="6534" y="13550"/>
                  </a:lnTo>
                  <a:cubicBezTo>
                    <a:pt x="6534" y="13551"/>
                    <a:pt x="6507" y="16938"/>
                    <a:pt x="6722" y="17744"/>
                  </a:cubicBezTo>
                  <a:cubicBezTo>
                    <a:pt x="6964" y="18551"/>
                    <a:pt x="8201" y="21723"/>
                    <a:pt x="10996" y="27476"/>
                  </a:cubicBezTo>
                  <a:cubicBezTo>
                    <a:pt x="13792" y="33203"/>
                    <a:pt x="16884" y="40945"/>
                    <a:pt x="16884" y="40945"/>
                  </a:cubicBezTo>
                  <a:cubicBezTo>
                    <a:pt x="17825" y="40703"/>
                    <a:pt x="20164" y="39682"/>
                    <a:pt x="20164" y="39682"/>
                  </a:cubicBezTo>
                  <a:cubicBezTo>
                    <a:pt x="18632" y="35783"/>
                    <a:pt x="12421" y="18174"/>
                    <a:pt x="12233" y="17717"/>
                  </a:cubicBezTo>
                  <a:cubicBezTo>
                    <a:pt x="12045" y="17234"/>
                    <a:pt x="12152" y="17260"/>
                    <a:pt x="12609" y="11642"/>
                  </a:cubicBezTo>
                  <a:cubicBezTo>
                    <a:pt x="13067" y="6023"/>
                    <a:pt x="12609" y="1076"/>
                    <a:pt x="12609" y="1076"/>
                  </a:cubicBezTo>
                  <a:cubicBezTo>
                    <a:pt x="12609" y="1076"/>
                    <a:pt x="8165" y="1"/>
                    <a:pt x="5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63"/>
            <p:cNvSpPr/>
            <p:nvPr/>
          </p:nvSpPr>
          <p:spPr>
            <a:xfrm flipH="1">
              <a:off x="1981126" y="1741525"/>
              <a:ext cx="133171" cy="230206"/>
            </a:xfrm>
            <a:custGeom>
              <a:avLst/>
              <a:gdLst/>
              <a:ahLst/>
              <a:cxnLst/>
              <a:rect l="l" t="t" r="r" b="b"/>
              <a:pathLst>
                <a:path w="3442" h="5950" extrusionOk="0">
                  <a:moveTo>
                    <a:pt x="418" y="0"/>
                  </a:moveTo>
                  <a:cubicBezTo>
                    <a:pt x="194" y="0"/>
                    <a:pt x="244" y="226"/>
                    <a:pt x="269" y="379"/>
                  </a:cubicBezTo>
                  <a:cubicBezTo>
                    <a:pt x="296" y="540"/>
                    <a:pt x="1049" y="2529"/>
                    <a:pt x="1049" y="2529"/>
                  </a:cubicBezTo>
                  <a:cubicBezTo>
                    <a:pt x="1049" y="2529"/>
                    <a:pt x="975" y="2509"/>
                    <a:pt x="887" y="2509"/>
                  </a:cubicBezTo>
                  <a:cubicBezTo>
                    <a:pt x="800" y="2509"/>
                    <a:pt x="699" y="2529"/>
                    <a:pt x="645" y="2610"/>
                  </a:cubicBezTo>
                  <a:lnTo>
                    <a:pt x="565" y="2771"/>
                  </a:lnTo>
                  <a:cubicBezTo>
                    <a:pt x="565" y="2771"/>
                    <a:pt x="296" y="2798"/>
                    <a:pt x="242" y="2986"/>
                  </a:cubicBezTo>
                  <a:cubicBezTo>
                    <a:pt x="188" y="3175"/>
                    <a:pt x="242" y="3336"/>
                    <a:pt x="242" y="3336"/>
                  </a:cubicBezTo>
                  <a:cubicBezTo>
                    <a:pt x="242" y="3336"/>
                    <a:pt x="234" y="3323"/>
                    <a:pt x="216" y="3323"/>
                  </a:cubicBezTo>
                  <a:cubicBezTo>
                    <a:pt x="191" y="3323"/>
                    <a:pt x="145" y="3352"/>
                    <a:pt x="81" y="3497"/>
                  </a:cubicBezTo>
                  <a:cubicBezTo>
                    <a:pt x="0" y="3766"/>
                    <a:pt x="296" y="4384"/>
                    <a:pt x="672" y="4653"/>
                  </a:cubicBezTo>
                  <a:cubicBezTo>
                    <a:pt x="1049" y="4922"/>
                    <a:pt x="1560" y="4976"/>
                    <a:pt x="2097" y="5702"/>
                  </a:cubicBezTo>
                  <a:cubicBezTo>
                    <a:pt x="2224" y="5881"/>
                    <a:pt x="2370" y="5949"/>
                    <a:pt x="2519" y="5949"/>
                  </a:cubicBezTo>
                  <a:cubicBezTo>
                    <a:pt x="2970" y="5949"/>
                    <a:pt x="3441" y="5325"/>
                    <a:pt x="3441" y="5325"/>
                  </a:cubicBezTo>
                  <a:lnTo>
                    <a:pt x="3334" y="4814"/>
                  </a:lnTo>
                  <a:cubicBezTo>
                    <a:pt x="3334" y="4814"/>
                    <a:pt x="2716" y="4035"/>
                    <a:pt x="2581" y="3497"/>
                  </a:cubicBezTo>
                  <a:cubicBezTo>
                    <a:pt x="2420" y="2959"/>
                    <a:pt x="2474" y="2395"/>
                    <a:pt x="2339" y="2287"/>
                  </a:cubicBezTo>
                  <a:cubicBezTo>
                    <a:pt x="2279" y="2251"/>
                    <a:pt x="2224" y="2226"/>
                    <a:pt x="2175" y="2226"/>
                  </a:cubicBezTo>
                  <a:cubicBezTo>
                    <a:pt x="2114" y="2226"/>
                    <a:pt x="2061" y="2264"/>
                    <a:pt x="2017" y="2368"/>
                  </a:cubicBezTo>
                  <a:cubicBezTo>
                    <a:pt x="1922" y="2534"/>
                    <a:pt x="1994" y="2722"/>
                    <a:pt x="2013" y="2763"/>
                  </a:cubicBezTo>
                  <a:lnTo>
                    <a:pt x="2013" y="2763"/>
                  </a:lnTo>
                  <a:cubicBezTo>
                    <a:pt x="1936" y="2597"/>
                    <a:pt x="743" y="28"/>
                    <a:pt x="457" y="2"/>
                  </a:cubicBezTo>
                  <a:cubicBezTo>
                    <a:pt x="443" y="1"/>
                    <a:pt x="430" y="0"/>
                    <a:pt x="418" y="0"/>
                  </a:cubicBezTo>
                  <a:close/>
                </a:path>
              </a:pathLst>
            </a:custGeom>
            <a:solidFill>
              <a:srgbClr val="DA7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63"/>
            <p:cNvSpPr/>
            <p:nvPr/>
          </p:nvSpPr>
          <p:spPr>
            <a:xfrm flipH="1">
              <a:off x="1055392" y="1879916"/>
              <a:ext cx="981952" cy="761264"/>
            </a:xfrm>
            <a:custGeom>
              <a:avLst/>
              <a:gdLst/>
              <a:ahLst/>
              <a:cxnLst/>
              <a:rect l="l" t="t" r="r" b="b"/>
              <a:pathLst>
                <a:path w="25380" h="19676" extrusionOk="0">
                  <a:moveTo>
                    <a:pt x="19868" y="1"/>
                  </a:moveTo>
                  <a:lnTo>
                    <a:pt x="15593" y="162"/>
                  </a:lnTo>
                  <a:cubicBezTo>
                    <a:pt x="15593" y="162"/>
                    <a:pt x="14088" y="323"/>
                    <a:pt x="12609" y="942"/>
                  </a:cubicBezTo>
                  <a:cubicBezTo>
                    <a:pt x="11104" y="1533"/>
                    <a:pt x="6507" y="7044"/>
                    <a:pt x="6507" y="7044"/>
                  </a:cubicBezTo>
                  <a:cubicBezTo>
                    <a:pt x="5593" y="5485"/>
                    <a:pt x="1426" y="1103"/>
                    <a:pt x="1426" y="1103"/>
                  </a:cubicBezTo>
                  <a:cubicBezTo>
                    <a:pt x="888" y="1291"/>
                    <a:pt x="1" y="2205"/>
                    <a:pt x="1" y="2205"/>
                  </a:cubicBezTo>
                  <a:cubicBezTo>
                    <a:pt x="1" y="2205"/>
                    <a:pt x="4812" y="10199"/>
                    <a:pt x="6696" y="10199"/>
                  </a:cubicBezTo>
                  <a:cubicBezTo>
                    <a:pt x="6733" y="10199"/>
                    <a:pt x="6768" y="10196"/>
                    <a:pt x="6802" y="10190"/>
                  </a:cubicBezTo>
                  <a:cubicBezTo>
                    <a:pt x="8872" y="9840"/>
                    <a:pt x="12421" y="5431"/>
                    <a:pt x="12421" y="5431"/>
                  </a:cubicBezTo>
                  <a:cubicBezTo>
                    <a:pt x="12448" y="6964"/>
                    <a:pt x="12824" y="9840"/>
                    <a:pt x="13093" y="12179"/>
                  </a:cubicBezTo>
                  <a:cubicBezTo>
                    <a:pt x="13335" y="14491"/>
                    <a:pt x="12717" y="19411"/>
                    <a:pt x="12717" y="19411"/>
                  </a:cubicBezTo>
                  <a:cubicBezTo>
                    <a:pt x="13107" y="19606"/>
                    <a:pt x="13998" y="19675"/>
                    <a:pt x="14874" y="19675"/>
                  </a:cubicBezTo>
                  <a:cubicBezTo>
                    <a:pt x="15568" y="19675"/>
                    <a:pt x="16253" y="19632"/>
                    <a:pt x="16669" y="19572"/>
                  </a:cubicBezTo>
                  <a:cubicBezTo>
                    <a:pt x="17583" y="19465"/>
                    <a:pt x="18658" y="19492"/>
                    <a:pt x="20809" y="19357"/>
                  </a:cubicBezTo>
                  <a:cubicBezTo>
                    <a:pt x="22960" y="19196"/>
                    <a:pt x="24600" y="18497"/>
                    <a:pt x="24600" y="18497"/>
                  </a:cubicBezTo>
                  <a:cubicBezTo>
                    <a:pt x="24196" y="17475"/>
                    <a:pt x="23497" y="13281"/>
                    <a:pt x="23497" y="13281"/>
                  </a:cubicBezTo>
                  <a:cubicBezTo>
                    <a:pt x="23497" y="13281"/>
                    <a:pt x="24680" y="12582"/>
                    <a:pt x="25030" y="12260"/>
                  </a:cubicBezTo>
                  <a:cubicBezTo>
                    <a:pt x="25379" y="11937"/>
                    <a:pt x="25083" y="7528"/>
                    <a:pt x="25030" y="6050"/>
                  </a:cubicBezTo>
                  <a:cubicBezTo>
                    <a:pt x="24976" y="4544"/>
                    <a:pt x="24600" y="2797"/>
                    <a:pt x="24600" y="2797"/>
                  </a:cubicBezTo>
                  <a:cubicBezTo>
                    <a:pt x="23228" y="727"/>
                    <a:pt x="19868" y="1"/>
                    <a:pt x="198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63"/>
            <p:cNvSpPr/>
            <p:nvPr/>
          </p:nvSpPr>
          <p:spPr>
            <a:xfrm flipH="1">
              <a:off x="1269668" y="1759283"/>
              <a:ext cx="164394" cy="240304"/>
            </a:xfrm>
            <a:custGeom>
              <a:avLst/>
              <a:gdLst/>
              <a:ahLst/>
              <a:cxnLst/>
              <a:rect l="l" t="t" r="r" b="b"/>
              <a:pathLst>
                <a:path w="4249" h="6211" extrusionOk="0">
                  <a:moveTo>
                    <a:pt x="864" y="1"/>
                  </a:moveTo>
                  <a:cubicBezTo>
                    <a:pt x="640" y="1"/>
                    <a:pt x="510" y="39"/>
                    <a:pt x="538" y="135"/>
                  </a:cubicBezTo>
                  <a:cubicBezTo>
                    <a:pt x="672" y="592"/>
                    <a:pt x="565" y="2769"/>
                    <a:pt x="538" y="2957"/>
                  </a:cubicBezTo>
                  <a:cubicBezTo>
                    <a:pt x="484" y="3173"/>
                    <a:pt x="0" y="3253"/>
                    <a:pt x="0" y="3253"/>
                  </a:cubicBezTo>
                  <a:cubicBezTo>
                    <a:pt x="162" y="4920"/>
                    <a:pt x="2205" y="6210"/>
                    <a:pt x="2205" y="6210"/>
                  </a:cubicBezTo>
                  <a:cubicBezTo>
                    <a:pt x="3791" y="5565"/>
                    <a:pt x="4248" y="3119"/>
                    <a:pt x="4248" y="3119"/>
                  </a:cubicBezTo>
                  <a:cubicBezTo>
                    <a:pt x="3549" y="2662"/>
                    <a:pt x="3872" y="538"/>
                    <a:pt x="3872" y="538"/>
                  </a:cubicBezTo>
                  <a:cubicBezTo>
                    <a:pt x="3872" y="538"/>
                    <a:pt x="1707" y="1"/>
                    <a:pt x="864" y="1"/>
                  </a:cubicBezTo>
                  <a:close/>
                </a:path>
              </a:pathLst>
            </a:custGeom>
            <a:solidFill>
              <a:srgbClr val="DA7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63"/>
            <p:cNvSpPr/>
            <p:nvPr/>
          </p:nvSpPr>
          <p:spPr>
            <a:xfrm flipH="1">
              <a:off x="1245873" y="1642209"/>
              <a:ext cx="204825" cy="190239"/>
            </a:xfrm>
            <a:custGeom>
              <a:avLst/>
              <a:gdLst/>
              <a:ahLst/>
              <a:cxnLst/>
              <a:rect l="l" t="t" r="r" b="b"/>
              <a:pathLst>
                <a:path w="5294" h="4917" extrusionOk="0">
                  <a:moveTo>
                    <a:pt x="1653" y="1"/>
                  </a:moveTo>
                  <a:cubicBezTo>
                    <a:pt x="1621" y="1"/>
                    <a:pt x="1590" y="5"/>
                    <a:pt x="1560" y="15"/>
                  </a:cubicBezTo>
                  <a:cubicBezTo>
                    <a:pt x="1425" y="42"/>
                    <a:pt x="1318" y="150"/>
                    <a:pt x="1210" y="230"/>
                  </a:cubicBezTo>
                  <a:cubicBezTo>
                    <a:pt x="1102" y="311"/>
                    <a:pt x="995" y="365"/>
                    <a:pt x="887" y="392"/>
                  </a:cubicBezTo>
                  <a:cubicBezTo>
                    <a:pt x="619" y="526"/>
                    <a:pt x="323" y="741"/>
                    <a:pt x="0" y="741"/>
                  </a:cubicBezTo>
                  <a:cubicBezTo>
                    <a:pt x="0" y="741"/>
                    <a:pt x="81" y="2596"/>
                    <a:pt x="807" y="3537"/>
                  </a:cubicBezTo>
                  <a:cubicBezTo>
                    <a:pt x="1418" y="4360"/>
                    <a:pt x="2236" y="4916"/>
                    <a:pt x="2845" y="4916"/>
                  </a:cubicBezTo>
                  <a:cubicBezTo>
                    <a:pt x="2932" y="4916"/>
                    <a:pt x="3015" y="4905"/>
                    <a:pt x="3092" y="4881"/>
                  </a:cubicBezTo>
                  <a:cubicBezTo>
                    <a:pt x="3683" y="4720"/>
                    <a:pt x="4651" y="3322"/>
                    <a:pt x="4732" y="2085"/>
                  </a:cubicBezTo>
                  <a:cubicBezTo>
                    <a:pt x="4732" y="2085"/>
                    <a:pt x="5243" y="2032"/>
                    <a:pt x="5270" y="1252"/>
                  </a:cubicBezTo>
                  <a:cubicBezTo>
                    <a:pt x="5293" y="590"/>
                    <a:pt x="5151" y="323"/>
                    <a:pt x="4988" y="323"/>
                  </a:cubicBezTo>
                  <a:cubicBezTo>
                    <a:pt x="4965" y="323"/>
                    <a:pt x="4943" y="328"/>
                    <a:pt x="4920" y="338"/>
                  </a:cubicBezTo>
                  <a:cubicBezTo>
                    <a:pt x="4759" y="392"/>
                    <a:pt x="4624" y="580"/>
                    <a:pt x="4651" y="822"/>
                  </a:cubicBezTo>
                  <a:cubicBezTo>
                    <a:pt x="4676" y="1019"/>
                    <a:pt x="4655" y="1396"/>
                    <a:pt x="4528" y="1396"/>
                  </a:cubicBezTo>
                  <a:cubicBezTo>
                    <a:pt x="4516" y="1396"/>
                    <a:pt x="4503" y="1393"/>
                    <a:pt x="4490" y="1386"/>
                  </a:cubicBezTo>
                  <a:cubicBezTo>
                    <a:pt x="4329" y="1306"/>
                    <a:pt x="4302" y="741"/>
                    <a:pt x="4302" y="499"/>
                  </a:cubicBezTo>
                  <a:cubicBezTo>
                    <a:pt x="4113" y="445"/>
                    <a:pt x="3872" y="311"/>
                    <a:pt x="3764" y="150"/>
                  </a:cubicBezTo>
                  <a:cubicBezTo>
                    <a:pt x="3737" y="123"/>
                    <a:pt x="3710" y="123"/>
                    <a:pt x="3683" y="96"/>
                  </a:cubicBezTo>
                  <a:cubicBezTo>
                    <a:pt x="3656" y="96"/>
                    <a:pt x="3656" y="123"/>
                    <a:pt x="3630" y="123"/>
                  </a:cubicBezTo>
                  <a:cubicBezTo>
                    <a:pt x="3408" y="253"/>
                    <a:pt x="3154" y="308"/>
                    <a:pt x="2897" y="308"/>
                  </a:cubicBezTo>
                  <a:cubicBezTo>
                    <a:pt x="2624" y="308"/>
                    <a:pt x="2346" y="247"/>
                    <a:pt x="2097" y="150"/>
                  </a:cubicBezTo>
                  <a:cubicBezTo>
                    <a:pt x="1944" y="84"/>
                    <a:pt x="1791" y="1"/>
                    <a:pt x="1653" y="1"/>
                  </a:cubicBezTo>
                  <a:close/>
                </a:path>
              </a:pathLst>
            </a:custGeom>
            <a:solidFill>
              <a:srgbClr val="DA7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63"/>
            <p:cNvSpPr/>
            <p:nvPr/>
          </p:nvSpPr>
          <p:spPr>
            <a:xfrm flipH="1">
              <a:off x="717375" y="4294049"/>
              <a:ext cx="347436" cy="167489"/>
            </a:xfrm>
            <a:custGeom>
              <a:avLst/>
              <a:gdLst/>
              <a:ahLst/>
              <a:cxnLst/>
              <a:rect l="l" t="t" r="r" b="b"/>
              <a:pathLst>
                <a:path w="8980" h="4329" extrusionOk="0">
                  <a:moveTo>
                    <a:pt x="8764" y="0"/>
                  </a:moveTo>
                  <a:lnTo>
                    <a:pt x="0" y="3952"/>
                  </a:lnTo>
                  <a:lnTo>
                    <a:pt x="188" y="4329"/>
                  </a:lnTo>
                  <a:lnTo>
                    <a:pt x="8979" y="404"/>
                  </a:lnTo>
                  <a:lnTo>
                    <a:pt x="876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63"/>
            <p:cNvSpPr/>
            <p:nvPr/>
          </p:nvSpPr>
          <p:spPr>
            <a:xfrm flipH="1">
              <a:off x="1448602" y="4464630"/>
              <a:ext cx="372391" cy="17720"/>
            </a:xfrm>
            <a:custGeom>
              <a:avLst/>
              <a:gdLst/>
              <a:ahLst/>
              <a:cxnLst/>
              <a:rect l="l" t="t" r="r" b="b"/>
              <a:pathLst>
                <a:path w="9625" h="458" extrusionOk="0">
                  <a:moveTo>
                    <a:pt x="1" y="0"/>
                  </a:moveTo>
                  <a:lnTo>
                    <a:pt x="1" y="457"/>
                  </a:lnTo>
                  <a:lnTo>
                    <a:pt x="9625" y="457"/>
                  </a:lnTo>
                  <a:lnTo>
                    <a:pt x="96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63"/>
            <p:cNvSpPr/>
            <p:nvPr/>
          </p:nvSpPr>
          <p:spPr>
            <a:xfrm flipH="1">
              <a:off x="1439239" y="4363651"/>
              <a:ext cx="381754" cy="101020"/>
            </a:xfrm>
            <a:custGeom>
              <a:avLst/>
              <a:gdLst/>
              <a:ahLst/>
              <a:cxnLst/>
              <a:rect l="l" t="t" r="r" b="b"/>
              <a:pathLst>
                <a:path w="9867" h="2611" extrusionOk="0">
                  <a:moveTo>
                    <a:pt x="7112" y="0"/>
                  </a:moveTo>
                  <a:cubicBezTo>
                    <a:pt x="6933" y="0"/>
                    <a:pt x="6659" y="76"/>
                    <a:pt x="6318" y="379"/>
                  </a:cubicBezTo>
                  <a:cubicBezTo>
                    <a:pt x="5834" y="809"/>
                    <a:pt x="3872" y="1481"/>
                    <a:pt x="2716" y="1669"/>
                  </a:cubicBezTo>
                  <a:cubicBezTo>
                    <a:pt x="1560" y="1858"/>
                    <a:pt x="377" y="1723"/>
                    <a:pt x="1" y="2610"/>
                  </a:cubicBezTo>
                  <a:lnTo>
                    <a:pt x="9625" y="2610"/>
                  </a:lnTo>
                  <a:cubicBezTo>
                    <a:pt x="9625" y="2610"/>
                    <a:pt x="9867" y="1669"/>
                    <a:pt x="9517" y="1132"/>
                  </a:cubicBezTo>
                  <a:cubicBezTo>
                    <a:pt x="9168" y="567"/>
                    <a:pt x="9356" y="191"/>
                    <a:pt x="9060" y="83"/>
                  </a:cubicBezTo>
                  <a:cubicBezTo>
                    <a:pt x="8971" y="47"/>
                    <a:pt x="8884" y="30"/>
                    <a:pt x="8797" y="30"/>
                  </a:cubicBezTo>
                  <a:cubicBezTo>
                    <a:pt x="8621" y="30"/>
                    <a:pt x="8442" y="101"/>
                    <a:pt x="8227" y="245"/>
                  </a:cubicBezTo>
                  <a:cubicBezTo>
                    <a:pt x="8156" y="292"/>
                    <a:pt x="8079" y="310"/>
                    <a:pt x="8000" y="310"/>
                  </a:cubicBezTo>
                  <a:cubicBezTo>
                    <a:pt x="7719" y="310"/>
                    <a:pt x="7412" y="72"/>
                    <a:pt x="7286" y="30"/>
                  </a:cubicBezTo>
                  <a:cubicBezTo>
                    <a:pt x="7246" y="14"/>
                    <a:pt x="7187" y="0"/>
                    <a:pt x="71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63"/>
            <p:cNvSpPr/>
            <p:nvPr/>
          </p:nvSpPr>
          <p:spPr>
            <a:xfrm flipH="1">
              <a:off x="1395524" y="2481109"/>
              <a:ext cx="195617" cy="144236"/>
            </a:xfrm>
            <a:custGeom>
              <a:avLst/>
              <a:gdLst/>
              <a:ahLst/>
              <a:cxnLst/>
              <a:rect l="l" t="t" r="r" b="b"/>
              <a:pathLst>
                <a:path w="5056" h="3728" extrusionOk="0">
                  <a:moveTo>
                    <a:pt x="4060" y="1"/>
                  </a:moveTo>
                  <a:cubicBezTo>
                    <a:pt x="4060" y="1"/>
                    <a:pt x="3980" y="216"/>
                    <a:pt x="3415" y="216"/>
                  </a:cubicBezTo>
                  <a:cubicBezTo>
                    <a:pt x="2851" y="270"/>
                    <a:pt x="2420" y="243"/>
                    <a:pt x="2313" y="377"/>
                  </a:cubicBezTo>
                  <a:cubicBezTo>
                    <a:pt x="2232" y="512"/>
                    <a:pt x="2609" y="700"/>
                    <a:pt x="2609" y="700"/>
                  </a:cubicBezTo>
                  <a:cubicBezTo>
                    <a:pt x="2609" y="700"/>
                    <a:pt x="1587" y="1372"/>
                    <a:pt x="861" y="1748"/>
                  </a:cubicBezTo>
                  <a:cubicBezTo>
                    <a:pt x="135" y="2125"/>
                    <a:pt x="1" y="2205"/>
                    <a:pt x="82" y="2313"/>
                  </a:cubicBezTo>
                  <a:cubicBezTo>
                    <a:pt x="107" y="2353"/>
                    <a:pt x="165" y="2370"/>
                    <a:pt x="246" y="2370"/>
                  </a:cubicBezTo>
                  <a:cubicBezTo>
                    <a:pt x="713" y="2370"/>
                    <a:pt x="1948" y="1787"/>
                    <a:pt x="2130" y="1683"/>
                  </a:cubicBezTo>
                  <a:lnTo>
                    <a:pt x="2130" y="1683"/>
                  </a:lnTo>
                  <a:cubicBezTo>
                    <a:pt x="1924" y="1829"/>
                    <a:pt x="320" y="2912"/>
                    <a:pt x="270" y="3039"/>
                  </a:cubicBezTo>
                  <a:cubicBezTo>
                    <a:pt x="252" y="3110"/>
                    <a:pt x="341" y="3182"/>
                    <a:pt x="483" y="3182"/>
                  </a:cubicBezTo>
                  <a:cubicBezTo>
                    <a:pt x="554" y="3182"/>
                    <a:pt x="637" y="3164"/>
                    <a:pt x="727" y="3119"/>
                  </a:cubicBezTo>
                  <a:cubicBezTo>
                    <a:pt x="996" y="3012"/>
                    <a:pt x="2501" y="2232"/>
                    <a:pt x="2501" y="2232"/>
                  </a:cubicBezTo>
                  <a:lnTo>
                    <a:pt x="2501" y="2232"/>
                  </a:lnTo>
                  <a:cubicBezTo>
                    <a:pt x="2501" y="2232"/>
                    <a:pt x="1049" y="3388"/>
                    <a:pt x="996" y="3576"/>
                  </a:cubicBezTo>
                  <a:cubicBezTo>
                    <a:pt x="968" y="3674"/>
                    <a:pt x="1041" y="3728"/>
                    <a:pt x="1162" y="3728"/>
                  </a:cubicBezTo>
                  <a:cubicBezTo>
                    <a:pt x="1275" y="3728"/>
                    <a:pt x="1431" y="3680"/>
                    <a:pt x="1587" y="3576"/>
                  </a:cubicBezTo>
                  <a:cubicBezTo>
                    <a:pt x="1937" y="3388"/>
                    <a:pt x="3119" y="2555"/>
                    <a:pt x="3119" y="2555"/>
                  </a:cubicBezTo>
                  <a:lnTo>
                    <a:pt x="3119" y="2555"/>
                  </a:lnTo>
                  <a:cubicBezTo>
                    <a:pt x="3119" y="2555"/>
                    <a:pt x="3012" y="2877"/>
                    <a:pt x="3227" y="2877"/>
                  </a:cubicBezTo>
                  <a:cubicBezTo>
                    <a:pt x="3442" y="2850"/>
                    <a:pt x="4141" y="2420"/>
                    <a:pt x="4410" y="1936"/>
                  </a:cubicBezTo>
                  <a:cubicBezTo>
                    <a:pt x="4652" y="1479"/>
                    <a:pt x="5055" y="1184"/>
                    <a:pt x="5055" y="1184"/>
                  </a:cubicBezTo>
                  <a:lnTo>
                    <a:pt x="4060" y="1"/>
                  </a:lnTo>
                  <a:close/>
                </a:path>
              </a:pathLst>
            </a:custGeom>
            <a:solidFill>
              <a:srgbClr val="DA7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roup 14">
            <a:extLst>
              <a:ext uri="{FF2B5EF4-FFF2-40B4-BE49-F238E27FC236}">
                <a16:creationId xmlns:a16="http://schemas.microsoft.com/office/drawing/2014/main" id="{CF0E6B2F-6D25-C509-A951-35AE4043B191}"/>
              </a:ext>
            </a:extLst>
          </p:cNvPr>
          <p:cNvGrpSpPr/>
          <p:nvPr/>
        </p:nvGrpSpPr>
        <p:grpSpPr>
          <a:xfrm>
            <a:off x="-1601721" y="4482077"/>
            <a:ext cx="18288000" cy="856676"/>
            <a:chOff x="0" y="0"/>
            <a:chExt cx="4816593" cy="225627"/>
          </a:xfrm>
        </p:grpSpPr>
        <p:sp>
          <p:nvSpPr>
            <p:cNvPr id="48" name="Freeform 15">
              <a:extLst>
                <a:ext uri="{FF2B5EF4-FFF2-40B4-BE49-F238E27FC236}">
                  <a16:creationId xmlns:a16="http://schemas.microsoft.com/office/drawing/2014/main" id="{83B25B75-2284-9555-12B5-D3E594263FFE}"/>
                </a:ext>
              </a:extLst>
            </p:cNvPr>
            <p:cNvSpPr/>
            <p:nvPr/>
          </p:nvSpPr>
          <p:spPr>
            <a:xfrm>
              <a:off x="0" y="0"/>
              <a:ext cx="4816592" cy="225627"/>
            </a:xfrm>
            <a:custGeom>
              <a:avLst/>
              <a:gdLst/>
              <a:ahLst/>
              <a:cxnLst/>
              <a:rect l="l" t="t" r="r" b="b"/>
              <a:pathLst>
                <a:path w="4816592" h="225627">
                  <a:moveTo>
                    <a:pt x="0" y="0"/>
                  </a:moveTo>
                  <a:lnTo>
                    <a:pt x="4816592" y="0"/>
                  </a:lnTo>
                  <a:lnTo>
                    <a:pt x="4816592" y="225627"/>
                  </a:lnTo>
                  <a:lnTo>
                    <a:pt x="0" y="225627"/>
                  </a:lnTo>
                  <a:close/>
                </a:path>
              </a:pathLst>
            </a:custGeom>
            <a:solidFill>
              <a:srgbClr val="FFFFFF"/>
            </a:solidFill>
          </p:spPr>
          <p:txBody>
            <a:bodyPr/>
            <a:lstStyle/>
            <a:p>
              <a:endParaRPr lang="es-CL"/>
            </a:p>
          </p:txBody>
        </p:sp>
        <p:sp>
          <p:nvSpPr>
            <p:cNvPr id="49" name="TextBox 16">
              <a:extLst>
                <a:ext uri="{FF2B5EF4-FFF2-40B4-BE49-F238E27FC236}">
                  <a16:creationId xmlns:a16="http://schemas.microsoft.com/office/drawing/2014/main" id="{4C800803-DE69-7218-A820-7B08F5C72CC4}"/>
                </a:ext>
              </a:extLst>
            </p:cNvPr>
            <p:cNvSpPr txBox="1"/>
            <p:nvPr/>
          </p:nvSpPr>
          <p:spPr>
            <a:xfrm>
              <a:off x="0" y="-28575"/>
              <a:ext cx="4816593" cy="254202"/>
            </a:xfrm>
            <a:prstGeom prst="rect">
              <a:avLst/>
            </a:prstGeom>
          </p:spPr>
          <p:txBody>
            <a:bodyPr lIns="50800" tIns="50800" rIns="50800" bIns="50800" rtlCol="0" anchor="ctr"/>
            <a:lstStyle/>
            <a:p>
              <a:pPr algn="ctr">
                <a:lnSpc>
                  <a:spcPts val="2659"/>
                </a:lnSpc>
              </a:pPr>
              <a:endParaRPr/>
            </a:p>
          </p:txBody>
        </p:sp>
      </p:grpSp>
      <p:sp>
        <p:nvSpPr>
          <p:cNvPr id="50" name="Freeform 17">
            <a:extLst>
              <a:ext uri="{FF2B5EF4-FFF2-40B4-BE49-F238E27FC236}">
                <a16:creationId xmlns:a16="http://schemas.microsoft.com/office/drawing/2014/main" id="{90049126-6A02-EBBD-9152-DA20BA14A260}"/>
              </a:ext>
            </a:extLst>
          </p:cNvPr>
          <p:cNvSpPr/>
          <p:nvPr/>
        </p:nvSpPr>
        <p:spPr>
          <a:xfrm>
            <a:off x="3220602" y="4482077"/>
            <a:ext cx="2702796" cy="647086"/>
          </a:xfrm>
          <a:custGeom>
            <a:avLst/>
            <a:gdLst/>
            <a:ahLst/>
            <a:cxnLst/>
            <a:rect l="l" t="t" r="r" b="b"/>
            <a:pathLst>
              <a:path w="2702796" h="647086">
                <a:moveTo>
                  <a:pt x="0" y="0"/>
                </a:moveTo>
                <a:lnTo>
                  <a:pt x="2702796" y="0"/>
                </a:lnTo>
                <a:lnTo>
                  <a:pt x="2702796" y="647087"/>
                </a:lnTo>
                <a:lnTo>
                  <a:pt x="0" y="647087"/>
                </a:lnTo>
                <a:lnTo>
                  <a:pt x="0" y="0"/>
                </a:lnTo>
                <a:close/>
              </a:path>
            </a:pathLst>
          </a:custGeom>
          <a:blipFill>
            <a:blip r:embed="rId3"/>
            <a:stretch>
              <a:fillRect/>
            </a:stretch>
          </a:blipFill>
        </p:spPr>
        <p:txBody>
          <a:bodyPr/>
          <a:lstStyle/>
          <a:p>
            <a:endParaRPr lang="es-CL"/>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8"/>
        <p:cNvGrpSpPr/>
        <p:nvPr/>
      </p:nvGrpSpPr>
      <p:grpSpPr>
        <a:xfrm>
          <a:off x="0" y="0"/>
          <a:ext cx="0" cy="0"/>
          <a:chOff x="0" y="0"/>
          <a:chExt cx="0" cy="0"/>
        </a:xfrm>
      </p:grpSpPr>
      <p:sp>
        <p:nvSpPr>
          <p:cNvPr id="1759" name="Google Shape;1759;p65"/>
          <p:cNvSpPr txBox="1">
            <a:spLocks noGrp="1"/>
          </p:cNvSpPr>
          <p:nvPr>
            <p:ph type="title"/>
          </p:nvPr>
        </p:nvSpPr>
        <p:spPr>
          <a:xfrm>
            <a:off x="3824504" y="1372482"/>
            <a:ext cx="4611000" cy="1012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Muchas gracias</a:t>
            </a:r>
            <a:r>
              <a:rPr lang="en" dirty="0">
                <a:solidFill>
                  <a:schemeClr val="lt2"/>
                </a:solidFill>
              </a:rPr>
              <a:t>!</a:t>
            </a:r>
            <a:endParaRPr dirty="0">
              <a:solidFill>
                <a:schemeClr val="lt2"/>
              </a:solidFill>
            </a:endParaRPr>
          </a:p>
        </p:txBody>
      </p:sp>
      <p:grpSp>
        <p:nvGrpSpPr>
          <p:cNvPr id="1773" name="Google Shape;1773;p65"/>
          <p:cNvGrpSpPr/>
          <p:nvPr/>
        </p:nvGrpSpPr>
        <p:grpSpPr>
          <a:xfrm>
            <a:off x="867176" y="802175"/>
            <a:ext cx="2658279" cy="3810071"/>
            <a:chOff x="-347000" y="984725"/>
            <a:chExt cx="1321475" cy="1894050"/>
          </a:xfrm>
        </p:grpSpPr>
        <p:sp>
          <p:nvSpPr>
            <p:cNvPr id="1774" name="Google Shape;1774;p65"/>
            <p:cNvSpPr/>
            <p:nvPr/>
          </p:nvSpPr>
          <p:spPr>
            <a:xfrm>
              <a:off x="130200" y="1605175"/>
              <a:ext cx="231800" cy="47125"/>
            </a:xfrm>
            <a:custGeom>
              <a:avLst/>
              <a:gdLst/>
              <a:ahLst/>
              <a:cxnLst/>
              <a:rect l="l" t="t" r="r" b="b"/>
              <a:pathLst>
                <a:path w="9272" h="1885" extrusionOk="0">
                  <a:moveTo>
                    <a:pt x="1" y="0"/>
                  </a:moveTo>
                  <a:lnTo>
                    <a:pt x="1" y="1885"/>
                  </a:lnTo>
                  <a:lnTo>
                    <a:pt x="9271" y="1885"/>
                  </a:lnTo>
                  <a:lnTo>
                    <a:pt x="9271" y="0"/>
                  </a:lnTo>
                  <a:close/>
                </a:path>
              </a:pathLst>
            </a:custGeom>
            <a:solidFill>
              <a:srgbClr val="ADA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65"/>
            <p:cNvSpPr/>
            <p:nvPr/>
          </p:nvSpPr>
          <p:spPr>
            <a:xfrm>
              <a:off x="84625" y="984725"/>
              <a:ext cx="889850" cy="120075"/>
            </a:xfrm>
            <a:custGeom>
              <a:avLst/>
              <a:gdLst/>
              <a:ahLst/>
              <a:cxnLst/>
              <a:rect l="l" t="t" r="r" b="b"/>
              <a:pathLst>
                <a:path w="35594" h="4803" extrusionOk="0">
                  <a:moveTo>
                    <a:pt x="1520" y="0"/>
                  </a:moveTo>
                  <a:cubicBezTo>
                    <a:pt x="700" y="0"/>
                    <a:pt x="1" y="669"/>
                    <a:pt x="1" y="1520"/>
                  </a:cubicBezTo>
                  <a:lnTo>
                    <a:pt x="1" y="4803"/>
                  </a:lnTo>
                  <a:lnTo>
                    <a:pt x="35594" y="4803"/>
                  </a:lnTo>
                  <a:lnTo>
                    <a:pt x="35594" y="1520"/>
                  </a:lnTo>
                  <a:cubicBezTo>
                    <a:pt x="35594" y="669"/>
                    <a:pt x="34925" y="0"/>
                    <a:pt x="340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65"/>
            <p:cNvSpPr/>
            <p:nvPr/>
          </p:nvSpPr>
          <p:spPr>
            <a:xfrm>
              <a:off x="84625" y="1104775"/>
              <a:ext cx="889850" cy="769800"/>
            </a:xfrm>
            <a:custGeom>
              <a:avLst/>
              <a:gdLst/>
              <a:ahLst/>
              <a:cxnLst/>
              <a:rect l="l" t="t" r="r" b="b"/>
              <a:pathLst>
                <a:path w="35594" h="30792" extrusionOk="0">
                  <a:moveTo>
                    <a:pt x="1" y="1"/>
                  </a:moveTo>
                  <a:lnTo>
                    <a:pt x="1" y="29272"/>
                  </a:lnTo>
                  <a:cubicBezTo>
                    <a:pt x="1" y="30123"/>
                    <a:pt x="700" y="30792"/>
                    <a:pt x="1520" y="30792"/>
                  </a:cubicBezTo>
                  <a:lnTo>
                    <a:pt x="34074" y="30792"/>
                  </a:lnTo>
                  <a:cubicBezTo>
                    <a:pt x="34925" y="30792"/>
                    <a:pt x="35594" y="30123"/>
                    <a:pt x="35594" y="29272"/>
                  </a:cubicBezTo>
                  <a:lnTo>
                    <a:pt x="355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65"/>
            <p:cNvSpPr/>
            <p:nvPr/>
          </p:nvSpPr>
          <p:spPr>
            <a:xfrm>
              <a:off x="122625" y="1142775"/>
              <a:ext cx="813875" cy="693800"/>
            </a:xfrm>
            <a:custGeom>
              <a:avLst/>
              <a:gdLst/>
              <a:ahLst/>
              <a:cxnLst/>
              <a:rect l="l" t="t" r="r" b="b"/>
              <a:pathLst>
                <a:path w="32555" h="27752" extrusionOk="0">
                  <a:moveTo>
                    <a:pt x="0" y="1"/>
                  </a:moveTo>
                  <a:lnTo>
                    <a:pt x="0" y="27752"/>
                  </a:lnTo>
                  <a:lnTo>
                    <a:pt x="32554" y="27752"/>
                  </a:lnTo>
                  <a:lnTo>
                    <a:pt x="325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65"/>
            <p:cNvSpPr/>
            <p:nvPr/>
          </p:nvSpPr>
          <p:spPr>
            <a:xfrm>
              <a:off x="124150" y="1015125"/>
              <a:ext cx="54725" cy="54725"/>
            </a:xfrm>
            <a:custGeom>
              <a:avLst/>
              <a:gdLst/>
              <a:ahLst/>
              <a:cxnLst/>
              <a:rect l="l" t="t" r="r" b="b"/>
              <a:pathLst>
                <a:path w="2189" h="2189" extrusionOk="0">
                  <a:moveTo>
                    <a:pt x="1094" y="0"/>
                  </a:moveTo>
                  <a:cubicBezTo>
                    <a:pt x="486" y="0"/>
                    <a:pt x="0" y="487"/>
                    <a:pt x="0" y="1094"/>
                  </a:cubicBezTo>
                  <a:cubicBezTo>
                    <a:pt x="0" y="1702"/>
                    <a:pt x="486" y="2189"/>
                    <a:pt x="1094" y="2189"/>
                  </a:cubicBezTo>
                  <a:cubicBezTo>
                    <a:pt x="1702" y="2189"/>
                    <a:pt x="2189" y="1702"/>
                    <a:pt x="2189" y="1094"/>
                  </a:cubicBezTo>
                  <a:cubicBezTo>
                    <a:pt x="2189" y="487"/>
                    <a:pt x="1702" y="0"/>
                    <a:pt x="10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65"/>
            <p:cNvSpPr/>
            <p:nvPr/>
          </p:nvSpPr>
          <p:spPr>
            <a:xfrm>
              <a:off x="204700" y="1015125"/>
              <a:ext cx="54725" cy="54725"/>
            </a:xfrm>
            <a:custGeom>
              <a:avLst/>
              <a:gdLst/>
              <a:ahLst/>
              <a:cxnLst/>
              <a:rect l="l" t="t" r="r" b="b"/>
              <a:pathLst>
                <a:path w="2189" h="2189" extrusionOk="0">
                  <a:moveTo>
                    <a:pt x="1094" y="0"/>
                  </a:moveTo>
                  <a:cubicBezTo>
                    <a:pt x="486" y="0"/>
                    <a:pt x="0" y="487"/>
                    <a:pt x="0" y="1094"/>
                  </a:cubicBezTo>
                  <a:cubicBezTo>
                    <a:pt x="0" y="1702"/>
                    <a:pt x="486" y="2189"/>
                    <a:pt x="1094" y="2189"/>
                  </a:cubicBezTo>
                  <a:cubicBezTo>
                    <a:pt x="1702" y="2189"/>
                    <a:pt x="2189" y="1702"/>
                    <a:pt x="2189" y="1094"/>
                  </a:cubicBezTo>
                  <a:cubicBezTo>
                    <a:pt x="2189" y="487"/>
                    <a:pt x="1702" y="0"/>
                    <a:pt x="10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65"/>
            <p:cNvSpPr/>
            <p:nvPr/>
          </p:nvSpPr>
          <p:spPr>
            <a:xfrm>
              <a:off x="286000" y="1015125"/>
              <a:ext cx="53975" cy="54725"/>
            </a:xfrm>
            <a:custGeom>
              <a:avLst/>
              <a:gdLst/>
              <a:ahLst/>
              <a:cxnLst/>
              <a:rect l="l" t="t" r="r" b="b"/>
              <a:pathLst>
                <a:path w="2159" h="2189" extrusionOk="0">
                  <a:moveTo>
                    <a:pt x="1064" y="0"/>
                  </a:moveTo>
                  <a:cubicBezTo>
                    <a:pt x="487" y="0"/>
                    <a:pt x="0" y="487"/>
                    <a:pt x="0" y="1094"/>
                  </a:cubicBezTo>
                  <a:cubicBezTo>
                    <a:pt x="0" y="1702"/>
                    <a:pt x="487" y="2189"/>
                    <a:pt x="1064" y="2189"/>
                  </a:cubicBezTo>
                  <a:cubicBezTo>
                    <a:pt x="1672" y="2189"/>
                    <a:pt x="2159" y="1702"/>
                    <a:pt x="2159" y="1094"/>
                  </a:cubicBezTo>
                  <a:cubicBezTo>
                    <a:pt x="2159" y="487"/>
                    <a:pt x="1672" y="0"/>
                    <a:pt x="10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65"/>
            <p:cNvSpPr/>
            <p:nvPr/>
          </p:nvSpPr>
          <p:spPr>
            <a:xfrm>
              <a:off x="176575" y="1392025"/>
              <a:ext cx="64625" cy="100325"/>
            </a:xfrm>
            <a:custGeom>
              <a:avLst/>
              <a:gdLst/>
              <a:ahLst/>
              <a:cxnLst/>
              <a:rect l="l" t="t" r="r" b="b"/>
              <a:pathLst>
                <a:path w="2585" h="4013" extrusionOk="0">
                  <a:moveTo>
                    <a:pt x="0" y="0"/>
                  </a:moveTo>
                  <a:lnTo>
                    <a:pt x="0" y="4013"/>
                  </a:lnTo>
                  <a:lnTo>
                    <a:pt x="2584" y="4013"/>
                  </a:lnTo>
                  <a:lnTo>
                    <a:pt x="258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65"/>
            <p:cNvSpPr/>
            <p:nvPr/>
          </p:nvSpPr>
          <p:spPr>
            <a:xfrm>
              <a:off x="176575" y="1199000"/>
              <a:ext cx="64625" cy="192300"/>
            </a:xfrm>
            <a:custGeom>
              <a:avLst/>
              <a:gdLst/>
              <a:ahLst/>
              <a:cxnLst/>
              <a:rect l="l" t="t" r="r" b="b"/>
              <a:pathLst>
                <a:path w="2585" h="7692" extrusionOk="0">
                  <a:moveTo>
                    <a:pt x="0" y="1"/>
                  </a:moveTo>
                  <a:lnTo>
                    <a:pt x="0" y="7691"/>
                  </a:lnTo>
                  <a:lnTo>
                    <a:pt x="2584" y="7691"/>
                  </a:lnTo>
                  <a:lnTo>
                    <a:pt x="25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65"/>
            <p:cNvSpPr/>
            <p:nvPr/>
          </p:nvSpPr>
          <p:spPr>
            <a:xfrm>
              <a:off x="283725" y="1332000"/>
              <a:ext cx="63850" cy="160350"/>
            </a:xfrm>
            <a:custGeom>
              <a:avLst/>
              <a:gdLst/>
              <a:ahLst/>
              <a:cxnLst/>
              <a:rect l="l" t="t" r="r" b="b"/>
              <a:pathLst>
                <a:path w="2554" h="6414" extrusionOk="0">
                  <a:moveTo>
                    <a:pt x="0" y="0"/>
                  </a:moveTo>
                  <a:lnTo>
                    <a:pt x="0" y="6414"/>
                  </a:lnTo>
                  <a:lnTo>
                    <a:pt x="2553" y="6414"/>
                  </a:lnTo>
                  <a:lnTo>
                    <a:pt x="25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65"/>
            <p:cNvSpPr/>
            <p:nvPr/>
          </p:nvSpPr>
          <p:spPr>
            <a:xfrm>
              <a:off x="283725" y="1199000"/>
              <a:ext cx="63850" cy="133025"/>
            </a:xfrm>
            <a:custGeom>
              <a:avLst/>
              <a:gdLst/>
              <a:ahLst/>
              <a:cxnLst/>
              <a:rect l="l" t="t" r="r" b="b"/>
              <a:pathLst>
                <a:path w="2554" h="5321" extrusionOk="0">
                  <a:moveTo>
                    <a:pt x="0" y="1"/>
                  </a:moveTo>
                  <a:lnTo>
                    <a:pt x="0" y="5320"/>
                  </a:lnTo>
                  <a:lnTo>
                    <a:pt x="2553" y="5320"/>
                  </a:lnTo>
                  <a:lnTo>
                    <a:pt x="25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65"/>
            <p:cNvSpPr/>
            <p:nvPr/>
          </p:nvSpPr>
          <p:spPr>
            <a:xfrm>
              <a:off x="390875" y="1260575"/>
              <a:ext cx="63850" cy="232550"/>
            </a:xfrm>
            <a:custGeom>
              <a:avLst/>
              <a:gdLst/>
              <a:ahLst/>
              <a:cxnLst/>
              <a:rect l="l" t="t" r="r" b="b"/>
              <a:pathLst>
                <a:path w="2554" h="9302" extrusionOk="0">
                  <a:moveTo>
                    <a:pt x="0" y="0"/>
                  </a:moveTo>
                  <a:lnTo>
                    <a:pt x="0" y="9301"/>
                  </a:lnTo>
                  <a:lnTo>
                    <a:pt x="2553" y="9301"/>
                  </a:lnTo>
                  <a:lnTo>
                    <a:pt x="25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65"/>
            <p:cNvSpPr/>
            <p:nvPr/>
          </p:nvSpPr>
          <p:spPr>
            <a:xfrm>
              <a:off x="390875" y="1199000"/>
              <a:ext cx="63850" cy="61600"/>
            </a:xfrm>
            <a:custGeom>
              <a:avLst/>
              <a:gdLst/>
              <a:ahLst/>
              <a:cxnLst/>
              <a:rect l="l" t="t" r="r" b="b"/>
              <a:pathLst>
                <a:path w="2554" h="2464" extrusionOk="0">
                  <a:moveTo>
                    <a:pt x="0" y="1"/>
                  </a:moveTo>
                  <a:lnTo>
                    <a:pt x="0" y="2463"/>
                  </a:lnTo>
                  <a:lnTo>
                    <a:pt x="2553" y="2463"/>
                  </a:lnTo>
                  <a:lnTo>
                    <a:pt x="25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65"/>
            <p:cNvSpPr/>
            <p:nvPr/>
          </p:nvSpPr>
          <p:spPr>
            <a:xfrm>
              <a:off x="497250" y="1199000"/>
              <a:ext cx="64625" cy="104900"/>
            </a:xfrm>
            <a:custGeom>
              <a:avLst/>
              <a:gdLst/>
              <a:ahLst/>
              <a:cxnLst/>
              <a:rect l="l" t="t" r="r" b="b"/>
              <a:pathLst>
                <a:path w="2585" h="4196" extrusionOk="0">
                  <a:moveTo>
                    <a:pt x="0" y="1"/>
                  </a:moveTo>
                  <a:lnTo>
                    <a:pt x="0" y="4196"/>
                  </a:lnTo>
                  <a:lnTo>
                    <a:pt x="2584" y="4196"/>
                  </a:lnTo>
                  <a:lnTo>
                    <a:pt x="25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65"/>
            <p:cNvSpPr/>
            <p:nvPr/>
          </p:nvSpPr>
          <p:spPr>
            <a:xfrm>
              <a:off x="497250" y="1303875"/>
              <a:ext cx="64625" cy="188475"/>
            </a:xfrm>
            <a:custGeom>
              <a:avLst/>
              <a:gdLst/>
              <a:ahLst/>
              <a:cxnLst/>
              <a:rect l="l" t="t" r="r" b="b"/>
              <a:pathLst>
                <a:path w="2585" h="7539" extrusionOk="0">
                  <a:moveTo>
                    <a:pt x="0" y="1"/>
                  </a:moveTo>
                  <a:lnTo>
                    <a:pt x="0" y="7539"/>
                  </a:lnTo>
                  <a:lnTo>
                    <a:pt x="2584" y="7539"/>
                  </a:lnTo>
                  <a:lnTo>
                    <a:pt x="25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65"/>
            <p:cNvSpPr/>
            <p:nvPr/>
          </p:nvSpPr>
          <p:spPr>
            <a:xfrm>
              <a:off x="604400" y="1199000"/>
              <a:ext cx="63850" cy="44100"/>
            </a:xfrm>
            <a:custGeom>
              <a:avLst/>
              <a:gdLst/>
              <a:ahLst/>
              <a:cxnLst/>
              <a:rect l="l" t="t" r="r" b="b"/>
              <a:pathLst>
                <a:path w="2554" h="1764" extrusionOk="0">
                  <a:moveTo>
                    <a:pt x="0" y="1"/>
                  </a:moveTo>
                  <a:lnTo>
                    <a:pt x="0" y="1764"/>
                  </a:lnTo>
                  <a:lnTo>
                    <a:pt x="2553" y="1764"/>
                  </a:lnTo>
                  <a:lnTo>
                    <a:pt x="25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65"/>
            <p:cNvSpPr/>
            <p:nvPr/>
          </p:nvSpPr>
          <p:spPr>
            <a:xfrm>
              <a:off x="604400" y="1243075"/>
              <a:ext cx="63850" cy="249275"/>
            </a:xfrm>
            <a:custGeom>
              <a:avLst/>
              <a:gdLst/>
              <a:ahLst/>
              <a:cxnLst/>
              <a:rect l="l" t="t" r="r" b="b"/>
              <a:pathLst>
                <a:path w="2554" h="9971" extrusionOk="0">
                  <a:moveTo>
                    <a:pt x="0" y="1"/>
                  </a:moveTo>
                  <a:lnTo>
                    <a:pt x="0" y="9971"/>
                  </a:lnTo>
                  <a:lnTo>
                    <a:pt x="2553" y="9971"/>
                  </a:lnTo>
                  <a:lnTo>
                    <a:pt x="25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65"/>
            <p:cNvSpPr/>
            <p:nvPr/>
          </p:nvSpPr>
          <p:spPr>
            <a:xfrm>
              <a:off x="711550" y="1199000"/>
              <a:ext cx="63850" cy="145175"/>
            </a:xfrm>
            <a:custGeom>
              <a:avLst/>
              <a:gdLst/>
              <a:ahLst/>
              <a:cxnLst/>
              <a:rect l="l" t="t" r="r" b="b"/>
              <a:pathLst>
                <a:path w="2554" h="5807" extrusionOk="0">
                  <a:moveTo>
                    <a:pt x="0" y="1"/>
                  </a:moveTo>
                  <a:lnTo>
                    <a:pt x="0" y="5807"/>
                  </a:lnTo>
                  <a:lnTo>
                    <a:pt x="2553" y="5807"/>
                  </a:lnTo>
                  <a:lnTo>
                    <a:pt x="25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65"/>
            <p:cNvSpPr/>
            <p:nvPr/>
          </p:nvSpPr>
          <p:spPr>
            <a:xfrm>
              <a:off x="711550" y="1344150"/>
              <a:ext cx="63850" cy="148200"/>
            </a:xfrm>
            <a:custGeom>
              <a:avLst/>
              <a:gdLst/>
              <a:ahLst/>
              <a:cxnLst/>
              <a:rect l="l" t="t" r="r" b="b"/>
              <a:pathLst>
                <a:path w="2554" h="5928" extrusionOk="0">
                  <a:moveTo>
                    <a:pt x="0" y="1"/>
                  </a:moveTo>
                  <a:lnTo>
                    <a:pt x="0" y="5928"/>
                  </a:lnTo>
                  <a:lnTo>
                    <a:pt x="2553" y="5928"/>
                  </a:lnTo>
                  <a:lnTo>
                    <a:pt x="25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65"/>
            <p:cNvSpPr/>
            <p:nvPr/>
          </p:nvSpPr>
          <p:spPr>
            <a:xfrm>
              <a:off x="817925" y="1281850"/>
              <a:ext cx="64625" cy="211275"/>
            </a:xfrm>
            <a:custGeom>
              <a:avLst/>
              <a:gdLst/>
              <a:ahLst/>
              <a:cxnLst/>
              <a:rect l="l" t="t" r="r" b="b"/>
              <a:pathLst>
                <a:path w="2585" h="8451" extrusionOk="0">
                  <a:moveTo>
                    <a:pt x="0" y="0"/>
                  </a:moveTo>
                  <a:lnTo>
                    <a:pt x="0" y="8450"/>
                  </a:lnTo>
                  <a:lnTo>
                    <a:pt x="2584" y="8450"/>
                  </a:lnTo>
                  <a:lnTo>
                    <a:pt x="258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65"/>
            <p:cNvSpPr/>
            <p:nvPr/>
          </p:nvSpPr>
          <p:spPr>
            <a:xfrm>
              <a:off x="817925" y="1199000"/>
              <a:ext cx="64625" cy="82875"/>
            </a:xfrm>
            <a:custGeom>
              <a:avLst/>
              <a:gdLst/>
              <a:ahLst/>
              <a:cxnLst/>
              <a:rect l="l" t="t" r="r" b="b"/>
              <a:pathLst>
                <a:path w="2585" h="3315" extrusionOk="0">
                  <a:moveTo>
                    <a:pt x="0" y="1"/>
                  </a:moveTo>
                  <a:lnTo>
                    <a:pt x="0" y="3314"/>
                  </a:lnTo>
                  <a:lnTo>
                    <a:pt x="2584" y="3314"/>
                  </a:lnTo>
                  <a:lnTo>
                    <a:pt x="25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65"/>
            <p:cNvSpPr/>
            <p:nvPr/>
          </p:nvSpPr>
          <p:spPr>
            <a:xfrm>
              <a:off x="178850" y="1538675"/>
              <a:ext cx="400500" cy="39550"/>
            </a:xfrm>
            <a:custGeom>
              <a:avLst/>
              <a:gdLst/>
              <a:ahLst/>
              <a:cxnLst/>
              <a:rect l="l" t="t" r="r" b="b"/>
              <a:pathLst>
                <a:path w="16020" h="1582" extrusionOk="0">
                  <a:moveTo>
                    <a:pt x="1" y="1"/>
                  </a:moveTo>
                  <a:lnTo>
                    <a:pt x="1" y="1581"/>
                  </a:lnTo>
                  <a:lnTo>
                    <a:pt x="16019" y="1581"/>
                  </a:lnTo>
                  <a:lnTo>
                    <a:pt x="1601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65"/>
            <p:cNvSpPr/>
            <p:nvPr/>
          </p:nvSpPr>
          <p:spPr>
            <a:xfrm>
              <a:off x="283725" y="1613150"/>
              <a:ext cx="598825" cy="27375"/>
            </a:xfrm>
            <a:custGeom>
              <a:avLst/>
              <a:gdLst/>
              <a:ahLst/>
              <a:cxnLst/>
              <a:rect l="l" t="t" r="r" b="b"/>
              <a:pathLst>
                <a:path w="23953" h="1095" extrusionOk="0">
                  <a:moveTo>
                    <a:pt x="0" y="1"/>
                  </a:moveTo>
                  <a:lnTo>
                    <a:pt x="0" y="1095"/>
                  </a:lnTo>
                  <a:lnTo>
                    <a:pt x="23952" y="1095"/>
                  </a:lnTo>
                  <a:lnTo>
                    <a:pt x="2395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65"/>
            <p:cNvSpPr/>
            <p:nvPr/>
          </p:nvSpPr>
          <p:spPr>
            <a:xfrm>
              <a:off x="283725" y="1662550"/>
              <a:ext cx="212800" cy="27375"/>
            </a:xfrm>
            <a:custGeom>
              <a:avLst/>
              <a:gdLst/>
              <a:ahLst/>
              <a:cxnLst/>
              <a:rect l="l" t="t" r="r" b="b"/>
              <a:pathLst>
                <a:path w="8512" h="1095" extrusionOk="0">
                  <a:moveTo>
                    <a:pt x="0" y="0"/>
                  </a:moveTo>
                  <a:lnTo>
                    <a:pt x="0" y="1095"/>
                  </a:lnTo>
                  <a:lnTo>
                    <a:pt x="8511" y="1095"/>
                  </a:lnTo>
                  <a:lnTo>
                    <a:pt x="851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65"/>
            <p:cNvSpPr/>
            <p:nvPr/>
          </p:nvSpPr>
          <p:spPr>
            <a:xfrm>
              <a:off x="283725" y="1727125"/>
              <a:ext cx="598825" cy="27400"/>
            </a:xfrm>
            <a:custGeom>
              <a:avLst/>
              <a:gdLst/>
              <a:ahLst/>
              <a:cxnLst/>
              <a:rect l="l" t="t" r="r" b="b"/>
              <a:pathLst>
                <a:path w="23953" h="1096" extrusionOk="0">
                  <a:moveTo>
                    <a:pt x="0" y="1"/>
                  </a:moveTo>
                  <a:lnTo>
                    <a:pt x="0" y="1095"/>
                  </a:lnTo>
                  <a:lnTo>
                    <a:pt x="23952" y="1095"/>
                  </a:lnTo>
                  <a:lnTo>
                    <a:pt x="2395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65"/>
            <p:cNvSpPr/>
            <p:nvPr/>
          </p:nvSpPr>
          <p:spPr>
            <a:xfrm>
              <a:off x="283725" y="1776525"/>
              <a:ext cx="419475" cy="27375"/>
            </a:xfrm>
            <a:custGeom>
              <a:avLst/>
              <a:gdLst/>
              <a:ahLst/>
              <a:cxnLst/>
              <a:rect l="l" t="t" r="r" b="b"/>
              <a:pathLst>
                <a:path w="16779" h="1095" extrusionOk="0">
                  <a:moveTo>
                    <a:pt x="0" y="1"/>
                  </a:moveTo>
                  <a:lnTo>
                    <a:pt x="0" y="1095"/>
                  </a:lnTo>
                  <a:lnTo>
                    <a:pt x="16779" y="1095"/>
                  </a:lnTo>
                  <a:lnTo>
                    <a:pt x="167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65"/>
            <p:cNvSpPr/>
            <p:nvPr/>
          </p:nvSpPr>
          <p:spPr>
            <a:xfrm>
              <a:off x="178850" y="1613150"/>
              <a:ext cx="76775" cy="76775"/>
            </a:xfrm>
            <a:custGeom>
              <a:avLst/>
              <a:gdLst/>
              <a:ahLst/>
              <a:cxnLst/>
              <a:rect l="l" t="t" r="r" b="b"/>
              <a:pathLst>
                <a:path w="3071" h="3071" extrusionOk="0">
                  <a:moveTo>
                    <a:pt x="1" y="1"/>
                  </a:moveTo>
                  <a:lnTo>
                    <a:pt x="1" y="3071"/>
                  </a:lnTo>
                  <a:lnTo>
                    <a:pt x="3071" y="3071"/>
                  </a:lnTo>
                  <a:lnTo>
                    <a:pt x="3071" y="1"/>
                  </a:lnTo>
                  <a:close/>
                </a:path>
              </a:pathLst>
            </a:custGeom>
            <a:solidFill>
              <a:srgbClr val="ADA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65"/>
            <p:cNvSpPr/>
            <p:nvPr/>
          </p:nvSpPr>
          <p:spPr>
            <a:xfrm>
              <a:off x="178850" y="1727125"/>
              <a:ext cx="76775" cy="76775"/>
            </a:xfrm>
            <a:custGeom>
              <a:avLst/>
              <a:gdLst/>
              <a:ahLst/>
              <a:cxnLst/>
              <a:rect l="l" t="t" r="r" b="b"/>
              <a:pathLst>
                <a:path w="3071" h="3071" extrusionOk="0">
                  <a:moveTo>
                    <a:pt x="1" y="1"/>
                  </a:moveTo>
                  <a:lnTo>
                    <a:pt x="1" y="3071"/>
                  </a:lnTo>
                  <a:lnTo>
                    <a:pt x="3071" y="3071"/>
                  </a:lnTo>
                  <a:lnTo>
                    <a:pt x="30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65"/>
            <p:cNvSpPr/>
            <p:nvPr/>
          </p:nvSpPr>
          <p:spPr>
            <a:xfrm>
              <a:off x="-198075" y="1404550"/>
              <a:ext cx="120850" cy="88175"/>
            </a:xfrm>
            <a:custGeom>
              <a:avLst/>
              <a:gdLst/>
              <a:ahLst/>
              <a:cxnLst/>
              <a:rect l="l" t="t" r="r" b="b"/>
              <a:pathLst>
                <a:path w="4834" h="3527" extrusionOk="0">
                  <a:moveTo>
                    <a:pt x="1308" y="1"/>
                  </a:moveTo>
                  <a:lnTo>
                    <a:pt x="1" y="3527"/>
                  </a:lnTo>
                  <a:lnTo>
                    <a:pt x="4226" y="3527"/>
                  </a:lnTo>
                  <a:lnTo>
                    <a:pt x="4560" y="1551"/>
                  </a:lnTo>
                  <a:cubicBezTo>
                    <a:pt x="3891" y="1399"/>
                    <a:pt x="3253" y="973"/>
                    <a:pt x="2888" y="396"/>
                  </a:cubicBezTo>
                  <a:cubicBezTo>
                    <a:pt x="3496" y="396"/>
                    <a:pt x="4135" y="426"/>
                    <a:pt x="4773" y="457"/>
                  </a:cubicBezTo>
                  <a:lnTo>
                    <a:pt x="4834" y="1"/>
                  </a:lnTo>
                  <a:close/>
                </a:path>
              </a:pathLst>
            </a:custGeom>
            <a:solidFill>
              <a:srgbClr val="EAA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65"/>
            <p:cNvSpPr/>
            <p:nvPr/>
          </p:nvSpPr>
          <p:spPr>
            <a:xfrm>
              <a:off x="-125875" y="1414425"/>
              <a:ext cx="47125" cy="28900"/>
            </a:xfrm>
            <a:custGeom>
              <a:avLst/>
              <a:gdLst/>
              <a:ahLst/>
              <a:cxnLst/>
              <a:rect l="l" t="t" r="r" b="b"/>
              <a:pathLst>
                <a:path w="1885" h="1156" extrusionOk="0">
                  <a:moveTo>
                    <a:pt x="0" y="1"/>
                  </a:moveTo>
                  <a:cubicBezTo>
                    <a:pt x="365" y="578"/>
                    <a:pt x="1003" y="1004"/>
                    <a:pt x="1672" y="1156"/>
                  </a:cubicBezTo>
                  <a:lnTo>
                    <a:pt x="1885" y="62"/>
                  </a:lnTo>
                  <a:cubicBezTo>
                    <a:pt x="1247" y="31"/>
                    <a:pt x="608" y="1"/>
                    <a:pt x="0" y="1"/>
                  </a:cubicBezTo>
                  <a:close/>
                </a:path>
              </a:pathLst>
            </a:custGeom>
            <a:solidFill>
              <a:srgbClr val="1E19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65"/>
            <p:cNvSpPr/>
            <p:nvPr/>
          </p:nvSpPr>
          <p:spPr>
            <a:xfrm>
              <a:off x="-1250" y="1429625"/>
              <a:ext cx="332850" cy="309300"/>
            </a:xfrm>
            <a:custGeom>
              <a:avLst/>
              <a:gdLst/>
              <a:ahLst/>
              <a:cxnLst/>
              <a:rect l="l" t="t" r="r" b="b"/>
              <a:pathLst>
                <a:path w="13314" h="12372" extrusionOk="0">
                  <a:moveTo>
                    <a:pt x="4316" y="1"/>
                  </a:moveTo>
                  <a:cubicBezTo>
                    <a:pt x="4073" y="1"/>
                    <a:pt x="3830" y="153"/>
                    <a:pt x="3769" y="396"/>
                  </a:cubicBezTo>
                  <a:lnTo>
                    <a:pt x="61" y="12007"/>
                  </a:lnTo>
                  <a:cubicBezTo>
                    <a:pt x="0" y="12190"/>
                    <a:pt x="122" y="12372"/>
                    <a:pt x="335" y="12372"/>
                  </a:cubicBezTo>
                  <a:lnTo>
                    <a:pt x="8997" y="12372"/>
                  </a:lnTo>
                  <a:cubicBezTo>
                    <a:pt x="9241" y="12372"/>
                    <a:pt x="9453" y="12220"/>
                    <a:pt x="9545" y="11977"/>
                  </a:cubicBezTo>
                  <a:lnTo>
                    <a:pt x="13253" y="366"/>
                  </a:lnTo>
                  <a:cubicBezTo>
                    <a:pt x="13314" y="183"/>
                    <a:pt x="13162" y="1"/>
                    <a:pt x="129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65"/>
            <p:cNvSpPr/>
            <p:nvPr/>
          </p:nvSpPr>
          <p:spPr>
            <a:xfrm>
              <a:off x="39775" y="1438000"/>
              <a:ext cx="259900" cy="262175"/>
            </a:xfrm>
            <a:custGeom>
              <a:avLst/>
              <a:gdLst/>
              <a:ahLst/>
              <a:cxnLst/>
              <a:rect l="l" t="t" r="r" b="b"/>
              <a:pathLst>
                <a:path w="10396" h="10487" extrusionOk="0">
                  <a:moveTo>
                    <a:pt x="3344" y="0"/>
                  </a:moveTo>
                  <a:lnTo>
                    <a:pt x="1" y="10487"/>
                  </a:lnTo>
                  <a:lnTo>
                    <a:pt x="7052" y="10487"/>
                  </a:lnTo>
                  <a:lnTo>
                    <a:pt x="1039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65"/>
            <p:cNvSpPr/>
            <p:nvPr/>
          </p:nvSpPr>
          <p:spPr>
            <a:xfrm>
              <a:off x="167450" y="1417475"/>
              <a:ext cx="83600" cy="24350"/>
            </a:xfrm>
            <a:custGeom>
              <a:avLst/>
              <a:gdLst/>
              <a:ahLst/>
              <a:cxnLst/>
              <a:rect l="l" t="t" r="r" b="b"/>
              <a:pathLst>
                <a:path w="3344" h="974" extrusionOk="0">
                  <a:moveTo>
                    <a:pt x="304" y="1"/>
                  </a:moveTo>
                  <a:lnTo>
                    <a:pt x="0" y="973"/>
                  </a:lnTo>
                  <a:lnTo>
                    <a:pt x="3009" y="973"/>
                  </a:lnTo>
                  <a:lnTo>
                    <a:pt x="33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65"/>
            <p:cNvSpPr/>
            <p:nvPr/>
          </p:nvSpPr>
          <p:spPr>
            <a:xfrm>
              <a:off x="-302925" y="2028424"/>
              <a:ext cx="139825" cy="769821"/>
            </a:xfrm>
            <a:custGeom>
              <a:avLst/>
              <a:gdLst/>
              <a:ahLst/>
              <a:cxnLst/>
              <a:rect l="l" t="t" r="r" b="b"/>
              <a:pathLst>
                <a:path w="5593" h="19758" extrusionOk="0">
                  <a:moveTo>
                    <a:pt x="0" y="0"/>
                  </a:moveTo>
                  <a:lnTo>
                    <a:pt x="0" y="19757"/>
                  </a:lnTo>
                  <a:lnTo>
                    <a:pt x="4955" y="19757"/>
                  </a:lnTo>
                  <a:lnTo>
                    <a:pt x="55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65"/>
            <p:cNvSpPr/>
            <p:nvPr/>
          </p:nvSpPr>
          <p:spPr>
            <a:xfrm>
              <a:off x="-286975" y="2798200"/>
              <a:ext cx="221150" cy="66125"/>
            </a:xfrm>
            <a:custGeom>
              <a:avLst/>
              <a:gdLst/>
              <a:ahLst/>
              <a:cxnLst/>
              <a:rect l="l" t="t" r="r" b="b"/>
              <a:pathLst>
                <a:path w="8846" h="2645" extrusionOk="0">
                  <a:moveTo>
                    <a:pt x="548" y="0"/>
                  </a:moveTo>
                  <a:lnTo>
                    <a:pt x="0" y="2645"/>
                  </a:lnTo>
                  <a:lnTo>
                    <a:pt x="8846" y="2645"/>
                  </a:lnTo>
                  <a:cubicBezTo>
                    <a:pt x="8481" y="2098"/>
                    <a:pt x="7873" y="1763"/>
                    <a:pt x="7204" y="1763"/>
                  </a:cubicBezTo>
                  <a:cubicBezTo>
                    <a:pt x="6779" y="1763"/>
                    <a:pt x="6384" y="1611"/>
                    <a:pt x="6049" y="1338"/>
                  </a:cubicBezTo>
                  <a:lnTo>
                    <a:pt x="43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65"/>
            <p:cNvSpPr/>
            <p:nvPr/>
          </p:nvSpPr>
          <p:spPr>
            <a:xfrm>
              <a:off x="-290025" y="2864300"/>
              <a:ext cx="230275" cy="14475"/>
            </a:xfrm>
            <a:custGeom>
              <a:avLst/>
              <a:gdLst/>
              <a:ahLst/>
              <a:cxnLst/>
              <a:rect l="l" t="t" r="r" b="b"/>
              <a:pathLst>
                <a:path w="9211" h="579" extrusionOk="0">
                  <a:moveTo>
                    <a:pt x="122" y="1"/>
                  </a:moveTo>
                  <a:lnTo>
                    <a:pt x="1" y="578"/>
                  </a:lnTo>
                  <a:lnTo>
                    <a:pt x="9211" y="578"/>
                  </a:lnTo>
                  <a:lnTo>
                    <a:pt x="9120" y="335"/>
                  </a:lnTo>
                  <a:cubicBezTo>
                    <a:pt x="9089" y="213"/>
                    <a:pt x="9028" y="92"/>
                    <a:pt x="896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65"/>
            <p:cNvSpPr/>
            <p:nvPr/>
          </p:nvSpPr>
          <p:spPr>
            <a:xfrm>
              <a:off x="-313575" y="2757150"/>
              <a:ext cx="145175" cy="41075"/>
            </a:xfrm>
            <a:custGeom>
              <a:avLst/>
              <a:gdLst/>
              <a:ahLst/>
              <a:cxnLst/>
              <a:rect l="l" t="t" r="r" b="b"/>
              <a:pathLst>
                <a:path w="5807" h="1643" extrusionOk="0">
                  <a:moveTo>
                    <a:pt x="1" y="1"/>
                  </a:moveTo>
                  <a:lnTo>
                    <a:pt x="1" y="1642"/>
                  </a:lnTo>
                  <a:lnTo>
                    <a:pt x="5806" y="1642"/>
                  </a:lnTo>
                  <a:lnTo>
                    <a:pt x="5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65"/>
            <p:cNvSpPr/>
            <p:nvPr/>
          </p:nvSpPr>
          <p:spPr>
            <a:xfrm>
              <a:off x="-119800" y="2028424"/>
              <a:ext cx="139850" cy="769821"/>
            </a:xfrm>
            <a:custGeom>
              <a:avLst/>
              <a:gdLst/>
              <a:ahLst/>
              <a:cxnLst/>
              <a:rect l="l" t="t" r="r" b="b"/>
              <a:pathLst>
                <a:path w="5594" h="19758" extrusionOk="0">
                  <a:moveTo>
                    <a:pt x="1" y="0"/>
                  </a:moveTo>
                  <a:lnTo>
                    <a:pt x="1" y="19757"/>
                  </a:lnTo>
                  <a:lnTo>
                    <a:pt x="4985" y="19757"/>
                  </a:lnTo>
                  <a:lnTo>
                    <a:pt x="55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65"/>
            <p:cNvSpPr/>
            <p:nvPr/>
          </p:nvSpPr>
          <p:spPr>
            <a:xfrm>
              <a:off x="-103850" y="2798200"/>
              <a:ext cx="221150" cy="66125"/>
            </a:xfrm>
            <a:custGeom>
              <a:avLst/>
              <a:gdLst/>
              <a:ahLst/>
              <a:cxnLst/>
              <a:rect l="l" t="t" r="r" b="b"/>
              <a:pathLst>
                <a:path w="8846" h="2645" extrusionOk="0">
                  <a:moveTo>
                    <a:pt x="548" y="0"/>
                  </a:moveTo>
                  <a:lnTo>
                    <a:pt x="1" y="2645"/>
                  </a:lnTo>
                  <a:lnTo>
                    <a:pt x="8846" y="2645"/>
                  </a:lnTo>
                  <a:cubicBezTo>
                    <a:pt x="8512" y="2098"/>
                    <a:pt x="7904" y="1763"/>
                    <a:pt x="7235" y="1763"/>
                  </a:cubicBezTo>
                  <a:cubicBezTo>
                    <a:pt x="6809" y="1763"/>
                    <a:pt x="6384" y="1611"/>
                    <a:pt x="6050" y="1338"/>
                  </a:cubicBezTo>
                  <a:lnTo>
                    <a:pt x="43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65"/>
            <p:cNvSpPr/>
            <p:nvPr/>
          </p:nvSpPr>
          <p:spPr>
            <a:xfrm>
              <a:off x="-106125" y="2864300"/>
              <a:ext cx="230275" cy="14475"/>
            </a:xfrm>
            <a:custGeom>
              <a:avLst/>
              <a:gdLst/>
              <a:ahLst/>
              <a:cxnLst/>
              <a:rect l="l" t="t" r="r" b="b"/>
              <a:pathLst>
                <a:path w="9211" h="579" extrusionOk="0">
                  <a:moveTo>
                    <a:pt x="122" y="1"/>
                  </a:moveTo>
                  <a:lnTo>
                    <a:pt x="1" y="578"/>
                  </a:lnTo>
                  <a:lnTo>
                    <a:pt x="9211" y="578"/>
                  </a:lnTo>
                  <a:lnTo>
                    <a:pt x="9119" y="335"/>
                  </a:lnTo>
                  <a:cubicBezTo>
                    <a:pt x="9059" y="213"/>
                    <a:pt x="8998" y="92"/>
                    <a:pt x="89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65"/>
            <p:cNvSpPr/>
            <p:nvPr/>
          </p:nvSpPr>
          <p:spPr>
            <a:xfrm>
              <a:off x="-129675" y="2757150"/>
              <a:ext cx="144400" cy="41075"/>
            </a:xfrm>
            <a:custGeom>
              <a:avLst/>
              <a:gdLst/>
              <a:ahLst/>
              <a:cxnLst/>
              <a:rect l="l" t="t" r="r" b="b"/>
              <a:pathLst>
                <a:path w="5776" h="1643" extrusionOk="0">
                  <a:moveTo>
                    <a:pt x="0" y="1"/>
                  </a:moveTo>
                  <a:lnTo>
                    <a:pt x="0" y="1642"/>
                  </a:lnTo>
                  <a:lnTo>
                    <a:pt x="5776" y="1642"/>
                  </a:lnTo>
                  <a:lnTo>
                    <a:pt x="577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65"/>
            <p:cNvSpPr/>
            <p:nvPr/>
          </p:nvSpPr>
          <p:spPr>
            <a:xfrm>
              <a:off x="-334100" y="1457000"/>
              <a:ext cx="438500" cy="797900"/>
            </a:xfrm>
            <a:custGeom>
              <a:avLst/>
              <a:gdLst/>
              <a:ahLst/>
              <a:cxnLst/>
              <a:rect l="l" t="t" r="r" b="b"/>
              <a:pathLst>
                <a:path w="17540" h="31916" extrusionOk="0">
                  <a:moveTo>
                    <a:pt x="5533" y="0"/>
                  </a:moveTo>
                  <a:cubicBezTo>
                    <a:pt x="2463" y="0"/>
                    <a:pt x="1" y="2493"/>
                    <a:pt x="1" y="5563"/>
                  </a:cubicBezTo>
                  <a:lnTo>
                    <a:pt x="1" y="31915"/>
                  </a:lnTo>
                  <a:lnTo>
                    <a:pt x="2676" y="31915"/>
                  </a:lnTo>
                  <a:lnTo>
                    <a:pt x="3983" y="25928"/>
                  </a:lnTo>
                  <a:lnTo>
                    <a:pt x="5290" y="31915"/>
                  </a:lnTo>
                  <a:lnTo>
                    <a:pt x="17539" y="31915"/>
                  </a:lnTo>
                  <a:lnTo>
                    <a:pt x="16384" y="3617"/>
                  </a:lnTo>
                  <a:lnTo>
                    <a:pt x="1422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65"/>
            <p:cNvSpPr/>
            <p:nvPr/>
          </p:nvSpPr>
          <p:spPr>
            <a:xfrm>
              <a:off x="447075" y="1426600"/>
              <a:ext cx="122375" cy="132250"/>
            </a:xfrm>
            <a:custGeom>
              <a:avLst/>
              <a:gdLst/>
              <a:ahLst/>
              <a:cxnLst/>
              <a:rect l="l" t="t" r="r" b="b"/>
              <a:pathLst>
                <a:path w="4895" h="5290" extrusionOk="0">
                  <a:moveTo>
                    <a:pt x="4742" y="0"/>
                  </a:moveTo>
                  <a:lnTo>
                    <a:pt x="2068" y="1064"/>
                  </a:lnTo>
                  <a:cubicBezTo>
                    <a:pt x="1824" y="1186"/>
                    <a:pt x="1581" y="1338"/>
                    <a:pt x="1429" y="1581"/>
                  </a:cubicBezTo>
                  <a:lnTo>
                    <a:pt x="1" y="3496"/>
                  </a:lnTo>
                  <a:lnTo>
                    <a:pt x="1521" y="5289"/>
                  </a:lnTo>
                  <a:lnTo>
                    <a:pt x="3253" y="4499"/>
                  </a:lnTo>
                  <a:lnTo>
                    <a:pt x="4287" y="4803"/>
                  </a:lnTo>
                  <a:lnTo>
                    <a:pt x="4651" y="3283"/>
                  </a:lnTo>
                  <a:cubicBezTo>
                    <a:pt x="4712" y="3040"/>
                    <a:pt x="4651" y="2797"/>
                    <a:pt x="4469" y="2584"/>
                  </a:cubicBezTo>
                  <a:lnTo>
                    <a:pt x="3466" y="1459"/>
                  </a:lnTo>
                  <a:lnTo>
                    <a:pt x="4530" y="821"/>
                  </a:lnTo>
                  <a:cubicBezTo>
                    <a:pt x="4803" y="639"/>
                    <a:pt x="4894" y="274"/>
                    <a:pt x="4742" y="0"/>
                  </a:cubicBezTo>
                  <a:close/>
                </a:path>
              </a:pathLst>
            </a:custGeom>
            <a:solidFill>
              <a:srgbClr val="DA7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65"/>
            <p:cNvSpPr/>
            <p:nvPr/>
          </p:nvSpPr>
          <p:spPr>
            <a:xfrm>
              <a:off x="21550" y="1457000"/>
              <a:ext cx="472675" cy="273500"/>
            </a:xfrm>
            <a:custGeom>
              <a:avLst/>
              <a:gdLst/>
              <a:ahLst/>
              <a:cxnLst/>
              <a:rect l="l" t="t" r="r" b="b"/>
              <a:pathLst>
                <a:path w="18907" h="10940" extrusionOk="0">
                  <a:moveTo>
                    <a:pt x="0" y="0"/>
                  </a:moveTo>
                  <a:lnTo>
                    <a:pt x="486" y="4681"/>
                  </a:lnTo>
                  <a:lnTo>
                    <a:pt x="7477" y="10304"/>
                  </a:lnTo>
                  <a:cubicBezTo>
                    <a:pt x="7993" y="10726"/>
                    <a:pt x="8621" y="10939"/>
                    <a:pt x="9251" y="10939"/>
                  </a:cubicBezTo>
                  <a:cubicBezTo>
                    <a:pt x="9845" y="10939"/>
                    <a:pt x="10440" y="10749"/>
                    <a:pt x="10943" y="10365"/>
                  </a:cubicBezTo>
                  <a:lnTo>
                    <a:pt x="18906" y="4499"/>
                  </a:lnTo>
                  <a:lnTo>
                    <a:pt x="18845" y="4073"/>
                  </a:lnTo>
                  <a:cubicBezTo>
                    <a:pt x="18724" y="3040"/>
                    <a:pt x="17964" y="2158"/>
                    <a:pt x="16961" y="1885"/>
                  </a:cubicBezTo>
                  <a:lnTo>
                    <a:pt x="9180" y="7325"/>
                  </a:lnTo>
                  <a:lnTo>
                    <a:pt x="3374" y="1429"/>
                  </a:lnTo>
                  <a:cubicBezTo>
                    <a:pt x="2493" y="517"/>
                    <a:pt x="1277"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65"/>
            <p:cNvSpPr/>
            <p:nvPr/>
          </p:nvSpPr>
          <p:spPr>
            <a:xfrm>
              <a:off x="-234550" y="1184200"/>
              <a:ext cx="247000" cy="246975"/>
            </a:xfrm>
            <a:custGeom>
              <a:avLst/>
              <a:gdLst/>
              <a:ahLst/>
              <a:cxnLst/>
              <a:rect l="l" t="t" r="r" b="b"/>
              <a:pathLst>
                <a:path w="9880" h="9879" extrusionOk="0">
                  <a:moveTo>
                    <a:pt x="4925" y="0"/>
                  </a:moveTo>
                  <a:cubicBezTo>
                    <a:pt x="2189" y="0"/>
                    <a:pt x="1" y="2219"/>
                    <a:pt x="1" y="4924"/>
                  </a:cubicBezTo>
                  <a:cubicBezTo>
                    <a:pt x="1" y="7660"/>
                    <a:pt x="2189" y="9879"/>
                    <a:pt x="4925" y="9879"/>
                  </a:cubicBezTo>
                  <a:cubicBezTo>
                    <a:pt x="7661" y="9879"/>
                    <a:pt x="9879" y="7660"/>
                    <a:pt x="9879" y="4924"/>
                  </a:cubicBezTo>
                  <a:cubicBezTo>
                    <a:pt x="9879" y="2219"/>
                    <a:pt x="7661" y="0"/>
                    <a:pt x="4925" y="0"/>
                  </a:cubicBezTo>
                  <a:close/>
                </a:path>
              </a:pathLst>
            </a:custGeom>
            <a:solidFill>
              <a:srgbClr val="DA7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65"/>
            <p:cNvSpPr/>
            <p:nvPr/>
          </p:nvSpPr>
          <p:spPr>
            <a:xfrm>
              <a:off x="-347000" y="1140950"/>
              <a:ext cx="392875" cy="546600"/>
            </a:xfrm>
            <a:custGeom>
              <a:avLst/>
              <a:gdLst/>
              <a:ahLst/>
              <a:cxnLst/>
              <a:rect l="l" t="t" r="r" b="b"/>
              <a:pathLst>
                <a:path w="15715" h="21864" extrusionOk="0">
                  <a:moveTo>
                    <a:pt x="10136" y="0"/>
                  </a:moveTo>
                  <a:cubicBezTo>
                    <a:pt x="9959" y="0"/>
                    <a:pt x="9782" y="9"/>
                    <a:pt x="9605" y="28"/>
                  </a:cubicBezTo>
                  <a:cubicBezTo>
                    <a:pt x="8055" y="180"/>
                    <a:pt x="6596" y="1001"/>
                    <a:pt x="5684" y="2247"/>
                  </a:cubicBezTo>
                  <a:cubicBezTo>
                    <a:pt x="4316" y="4101"/>
                    <a:pt x="4256" y="6624"/>
                    <a:pt x="3253" y="8691"/>
                  </a:cubicBezTo>
                  <a:cubicBezTo>
                    <a:pt x="2523" y="10150"/>
                    <a:pt x="1338" y="11366"/>
                    <a:pt x="699" y="12885"/>
                  </a:cubicBezTo>
                  <a:cubicBezTo>
                    <a:pt x="61" y="14375"/>
                    <a:pt x="0" y="16138"/>
                    <a:pt x="547" y="17688"/>
                  </a:cubicBezTo>
                  <a:cubicBezTo>
                    <a:pt x="1307" y="19785"/>
                    <a:pt x="3222" y="21457"/>
                    <a:pt x="5441" y="21791"/>
                  </a:cubicBezTo>
                  <a:cubicBezTo>
                    <a:pt x="5744" y="21840"/>
                    <a:pt x="6051" y="21864"/>
                    <a:pt x="6358" y="21864"/>
                  </a:cubicBezTo>
                  <a:cubicBezTo>
                    <a:pt x="7596" y="21864"/>
                    <a:pt x="8838" y="21470"/>
                    <a:pt x="9788" y="20667"/>
                  </a:cubicBezTo>
                  <a:cubicBezTo>
                    <a:pt x="10973" y="19694"/>
                    <a:pt x="11642" y="18083"/>
                    <a:pt x="11459" y="16563"/>
                  </a:cubicBezTo>
                  <a:cubicBezTo>
                    <a:pt x="11277" y="15378"/>
                    <a:pt x="10639" y="14283"/>
                    <a:pt x="10608" y="13098"/>
                  </a:cubicBezTo>
                  <a:cubicBezTo>
                    <a:pt x="10548" y="11457"/>
                    <a:pt x="11672" y="10058"/>
                    <a:pt x="12675" y="8751"/>
                  </a:cubicBezTo>
                  <a:cubicBezTo>
                    <a:pt x="14438" y="6472"/>
                    <a:pt x="15715" y="3007"/>
                    <a:pt x="12888" y="879"/>
                  </a:cubicBezTo>
                  <a:cubicBezTo>
                    <a:pt x="12090" y="287"/>
                    <a:pt x="11117" y="0"/>
                    <a:pt x="10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1825;p66"/>
          <p:cNvGrpSpPr/>
          <p:nvPr/>
        </p:nvGrpSpPr>
        <p:grpSpPr>
          <a:xfrm>
            <a:off x="4931596" y="3097861"/>
            <a:ext cx="4212403" cy="1817637"/>
            <a:chOff x="918883" y="1762832"/>
            <a:chExt cx="3215239" cy="2156921"/>
          </a:xfrm>
        </p:grpSpPr>
        <p:sp>
          <p:nvSpPr>
            <p:cNvPr id="65" name="Google Shape;1826;p66"/>
            <p:cNvSpPr/>
            <p:nvPr/>
          </p:nvSpPr>
          <p:spPr>
            <a:xfrm>
              <a:off x="918883" y="1762832"/>
              <a:ext cx="2650994" cy="1601211"/>
            </a:xfrm>
            <a:custGeom>
              <a:avLst/>
              <a:gdLst/>
              <a:ahLst/>
              <a:cxnLst/>
              <a:rect l="l" t="t" r="r" b="b"/>
              <a:pathLst>
                <a:path w="94107" h="56841" extrusionOk="0">
                  <a:moveTo>
                    <a:pt x="92799" y="56841"/>
                  </a:moveTo>
                  <a:lnTo>
                    <a:pt x="1308" y="56841"/>
                  </a:lnTo>
                  <a:cubicBezTo>
                    <a:pt x="579" y="56841"/>
                    <a:pt x="1" y="56233"/>
                    <a:pt x="1" y="55503"/>
                  </a:cubicBezTo>
                  <a:lnTo>
                    <a:pt x="1" y="1338"/>
                  </a:lnTo>
                  <a:cubicBezTo>
                    <a:pt x="1" y="609"/>
                    <a:pt x="579" y="1"/>
                    <a:pt x="1308" y="1"/>
                  </a:cubicBezTo>
                  <a:lnTo>
                    <a:pt x="92799" y="1"/>
                  </a:lnTo>
                  <a:cubicBezTo>
                    <a:pt x="93529" y="1"/>
                    <a:pt x="94106" y="609"/>
                    <a:pt x="94106" y="1338"/>
                  </a:cubicBezTo>
                  <a:lnTo>
                    <a:pt x="94106" y="55503"/>
                  </a:lnTo>
                  <a:cubicBezTo>
                    <a:pt x="94106" y="56233"/>
                    <a:pt x="93529" y="56841"/>
                    <a:pt x="92799" y="5684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827;p66"/>
            <p:cNvSpPr/>
            <p:nvPr/>
          </p:nvSpPr>
          <p:spPr>
            <a:xfrm>
              <a:off x="990829" y="1835623"/>
              <a:ext cx="2507102" cy="59974"/>
            </a:xfrm>
            <a:custGeom>
              <a:avLst/>
              <a:gdLst/>
              <a:ahLst/>
              <a:cxnLst/>
              <a:rect l="l" t="t" r="r" b="b"/>
              <a:pathLst>
                <a:path w="88999" h="2129" extrusionOk="0">
                  <a:moveTo>
                    <a:pt x="0" y="0"/>
                  </a:moveTo>
                  <a:lnTo>
                    <a:pt x="88999" y="0"/>
                  </a:lnTo>
                  <a:lnTo>
                    <a:pt x="88999" y="2128"/>
                  </a:lnTo>
                  <a:lnTo>
                    <a:pt x="0" y="212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828;p66"/>
            <p:cNvSpPr/>
            <p:nvPr/>
          </p:nvSpPr>
          <p:spPr>
            <a:xfrm>
              <a:off x="2006330" y="3364015"/>
              <a:ext cx="476101" cy="362210"/>
            </a:xfrm>
            <a:custGeom>
              <a:avLst/>
              <a:gdLst/>
              <a:ahLst/>
              <a:cxnLst/>
              <a:rect l="l" t="t" r="r" b="b"/>
              <a:pathLst>
                <a:path w="16901" h="12858" extrusionOk="0">
                  <a:moveTo>
                    <a:pt x="1" y="1"/>
                  </a:moveTo>
                  <a:lnTo>
                    <a:pt x="1" y="12858"/>
                  </a:lnTo>
                  <a:lnTo>
                    <a:pt x="16901" y="12858"/>
                  </a:lnTo>
                  <a:lnTo>
                    <a:pt x="169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829;p66"/>
            <p:cNvSpPr/>
            <p:nvPr/>
          </p:nvSpPr>
          <p:spPr>
            <a:xfrm>
              <a:off x="1721193" y="3726197"/>
              <a:ext cx="1046375" cy="79665"/>
            </a:xfrm>
            <a:custGeom>
              <a:avLst/>
              <a:gdLst/>
              <a:ahLst/>
              <a:cxnLst/>
              <a:rect l="l" t="t" r="r" b="b"/>
              <a:pathLst>
                <a:path w="37145" h="2828" extrusionOk="0">
                  <a:moveTo>
                    <a:pt x="1" y="1"/>
                  </a:moveTo>
                  <a:lnTo>
                    <a:pt x="37144" y="1"/>
                  </a:lnTo>
                  <a:lnTo>
                    <a:pt x="37144" y="2828"/>
                  </a:lnTo>
                  <a:lnTo>
                    <a:pt x="1" y="2828"/>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830;p66"/>
            <p:cNvSpPr/>
            <p:nvPr/>
          </p:nvSpPr>
          <p:spPr>
            <a:xfrm>
              <a:off x="1085875" y="1967487"/>
              <a:ext cx="1423092" cy="857974"/>
            </a:xfrm>
            <a:custGeom>
              <a:avLst/>
              <a:gdLst/>
              <a:ahLst/>
              <a:cxnLst/>
              <a:rect l="l" t="t" r="r" b="b"/>
              <a:pathLst>
                <a:path w="50518" h="30457" extrusionOk="0">
                  <a:moveTo>
                    <a:pt x="49332" y="30457"/>
                  </a:moveTo>
                  <a:lnTo>
                    <a:pt x="1186" y="30457"/>
                  </a:lnTo>
                  <a:cubicBezTo>
                    <a:pt x="547" y="30457"/>
                    <a:pt x="0" y="29940"/>
                    <a:pt x="0" y="29271"/>
                  </a:cubicBezTo>
                  <a:lnTo>
                    <a:pt x="0" y="1186"/>
                  </a:lnTo>
                  <a:cubicBezTo>
                    <a:pt x="0" y="517"/>
                    <a:pt x="547" y="0"/>
                    <a:pt x="1186" y="0"/>
                  </a:cubicBezTo>
                  <a:lnTo>
                    <a:pt x="49332" y="0"/>
                  </a:lnTo>
                  <a:cubicBezTo>
                    <a:pt x="50001" y="0"/>
                    <a:pt x="50518" y="517"/>
                    <a:pt x="50518" y="1186"/>
                  </a:cubicBezTo>
                  <a:lnTo>
                    <a:pt x="50518" y="29271"/>
                  </a:lnTo>
                  <a:cubicBezTo>
                    <a:pt x="50518" y="29940"/>
                    <a:pt x="50001" y="30457"/>
                    <a:pt x="49332" y="3045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831;p66"/>
            <p:cNvSpPr/>
            <p:nvPr/>
          </p:nvSpPr>
          <p:spPr>
            <a:xfrm>
              <a:off x="1125257" y="1993178"/>
              <a:ext cx="25719" cy="26564"/>
            </a:xfrm>
            <a:custGeom>
              <a:avLst/>
              <a:gdLst/>
              <a:ahLst/>
              <a:cxnLst/>
              <a:rect l="l" t="t" r="r" b="b"/>
              <a:pathLst>
                <a:path w="913" h="943" extrusionOk="0">
                  <a:moveTo>
                    <a:pt x="456" y="0"/>
                  </a:moveTo>
                  <a:cubicBezTo>
                    <a:pt x="213" y="0"/>
                    <a:pt x="0" y="213"/>
                    <a:pt x="0" y="487"/>
                  </a:cubicBezTo>
                  <a:cubicBezTo>
                    <a:pt x="0" y="730"/>
                    <a:pt x="213" y="943"/>
                    <a:pt x="456" y="943"/>
                  </a:cubicBezTo>
                  <a:cubicBezTo>
                    <a:pt x="730" y="943"/>
                    <a:pt x="912" y="730"/>
                    <a:pt x="912" y="487"/>
                  </a:cubicBezTo>
                  <a:cubicBezTo>
                    <a:pt x="912" y="213"/>
                    <a:pt x="730" y="0"/>
                    <a:pt x="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832;p66"/>
            <p:cNvSpPr/>
            <p:nvPr/>
          </p:nvSpPr>
          <p:spPr>
            <a:xfrm>
              <a:off x="1181766" y="1993178"/>
              <a:ext cx="26564" cy="26564"/>
            </a:xfrm>
            <a:custGeom>
              <a:avLst/>
              <a:gdLst/>
              <a:ahLst/>
              <a:cxnLst/>
              <a:rect l="l" t="t" r="r" b="b"/>
              <a:pathLst>
                <a:path w="943" h="943" extrusionOk="0">
                  <a:moveTo>
                    <a:pt x="487" y="0"/>
                  </a:moveTo>
                  <a:cubicBezTo>
                    <a:pt x="213" y="0"/>
                    <a:pt x="0" y="213"/>
                    <a:pt x="0" y="487"/>
                  </a:cubicBezTo>
                  <a:cubicBezTo>
                    <a:pt x="0" y="730"/>
                    <a:pt x="213" y="943"/>
                    <a:pt x="487" y="943"/>
                  </a:cubicBezTo>
                  <a:cubicBezTo>
                    <a:pt x="730" y="943"/>
                    <a:pt x="943" y="730"/>
                    <a:pt x="943" y="487"/>
                  </a:cubicBezTo>
                  <a:cubicBezTo>
                    <a:pt x="943" y="213"/>
                    <a:pt x="730" y="0"/>
                    <a:pt x="4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833;p66"/>
            <p:cNvSpPr/>
            <p:nvPr/>
          </p:nvSpPr>
          <p:spPr>
            <a:xfrm>
              <a:off x="1239120" y="1993178"/>
              <a:ext cx="25719" cy="26564"/>
            </a:xfrm>
            <a:custGeom>
              <a:avLst/>
              <a:gdLst/>
              <a:ahLst/>
              <a:cxnLst/>
              <a:rect l="l" t="t" r="r" b="b"/>
              <a:pathLst>
                <a:path w="913" h="943" extrusionOk="0">
                  <a:moveTo>
                    <a:pt x="457" y="0"/>
                  </a:moveTo>
                  <a:cubicBezTo>
                    <a:pt x="214" y="0"/>
                    <a:pt x="1" y="213"/>
                    <a:pt x="1" y="487"/>
                  </a:cubicBezTo>
                  <a:cubicBezTo>
                    <a:pt x="1" y="730"/>
                    <a:pt x="214" y="943"/>
                    <a:pt x="457" y="943"/>
                  </a:cubicBezTo>
                  <a:cubicBezTo>
                    <a:pt x="730" y="943"/>
                    <a:pt x="913" y="730"/>
                    <a:pt x="913" y="487"/>
                  </a:cubicBezTo>
                  <a:cubicBezTo>
                    <a:pt x="913" y="213"/>
                    <a:pt x="730" y="0"/>
                    <a:pt x="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834;p66"/>
            <p:cNvSpPr/>
            <p:nvPr/>
          </p:nvSpPr>
          <p:spPr>
            <a:xfrm>
              <a:off x="1966948" y="2131887"/>
              <a:ext cx="441846" cy="25719"/>
            </a:xfrm>
            <a:custGeom>
              <a:avLst/>
              <a:gdLst/>
              <a:ahLst/>
              <a:cxnLst/>
              <a:rect l="l" t="t" r="r" b="b"/>
              <a:pathLst>
                <a:path w="15685" h="913" extrusionOk="0">
                  <a:moveTo>
                    <a:pt x="0" y="0"/>
                  </a:moveTo>
                  <a:lnTo>
                    <a:pt x="0" y="912"/>
                  </a:lnTo>
                  <a:lnTo>
                    <a:pt x="15685" y="912"/>
                  </a:lnTo>
                  <a:lnTo>
                    <a:pt x="156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835;p66"/>
            <p:cNvSpPr/>
            <p:nvPr/>
          </p:nvSpPr>
          <p:spPr>
            <a:xfrm>
              <a:off x="1966948" y="2197805"/>
              <a:ext cx="441846" cy="26592"/>
            </a:xfrm>
            <a:custGeom>
              <a:avLst/>
              <a:gdLst/>
              <a:ahLst/>
              <a:cxnLst/>
              <a:rect l="l" t="t" r="r" b="b"/>
              <a:pathLst>
                <a:path w="15685" h="944" extrusionOk="0">
                  <a:moveTo>
                    <a:pt x="0" y="1"/>
                  </a:moveTo>
                  <a:lnTo>
                    <a:pt x="0" y="943"/>
                  </a:lnTo>
                  <a:lnTo>
                    <a:pt x="15685" y="943"/>
                  </a:lnTo>
                  <a:lnTo>
                    <a:pt x="156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836;p66"/>
            <p:cNvSpPr/>
            <p:nvPr/>
          </p:nvSpPr>
          <p:spPr>
            <a:xfrm>
              <a:off x="1966948" y="2398178"/>
              <a:ext cx="441846" cy="26564"/>
            </a:xfrm>
            <a:custGeom>
              <a:avLst/>
              <a:gdLst/>
              <a:ahLst/>
              <a:cxnLst/>
              <a:rect l="l" t="t" r="r" b="b"/>
              <a:pathLst>
                <a:path w="15685" h="943" extrusionOk="0">
                  <a:moveTo>
                    <a:pt x="0" y="0"/>
                  </a:moveTo>
                  <a:lnTo>
                    <a:pt x="0" y="943"/>
                  </a:lnTo>
                  <a:lnTo>
                    <a:pt x="15685" y="943"/>
                  </a:lnTo>
                  <a:lnTo>
                    <a:pt x="156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837;p66"/>
            <p:cNvSpPr/>
            <p:nvPr/>
          </p:nvSpPr>
          <p:spPr>
            <a:xfrm>
              <a:off x="1966948" y="2264596"/>
              <a:ext cx="441846" cy="26564"/>
            </a:xfrm>
            <a:custGeom>
              <a:avLst/>
              <a:gdLst/>
              <a:ahLst/>
              <a:cxnLst/>
              <a:rect l="l" t="t" r="r" b="b"/>
              <a:pathLst>
                <a:path w="15685" h="943" extrusionOk="0">
                  <a:moveTo>
                    <a:pt x="0" y="1"/>
                  </a:moveTo>
                  <a:lnTo>
                    <a:pt x="0" y="943"/>
                  </a:lnTo>
                  <a:lnTo>
                    <a:pt x="15685" y="943"/>
                  </a:lnTo>
                  <a:lnTo>
                    <a:pt x="156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838;p66"/>
            <p:cNvSpPr/>
            <p:nvPr/>
          </p:nvSpPr>
          <p:spPr>
            <a:xfrm>
              <a:off x="1191175" y="2627651"/>
              <a:ext cx="1217620" cy="25719"/>
            </a:xfrm>
            <a:custGeom>
              <a:avLst/>
              <a:gdLst/>
              <a:ahLst/>
              <a:cxnLst/>
              <a:rect l="l" t="t" r="r" b="b"/>
              <a:pathLst>
                <a:path w="43224" h="913" extrusionOk="0">
                  <a:moveTo>
                    <a:pt x="1" y="0"/>
                  </a:moveTo>
                  <a:lnTo>
                    <a:pt x="1" y="912"/>
                  </a:lnTo>
                  <a:lnTo>
                    <a:pt x="43224" y="912"/>
                  </a:lnTo>
                  <a:lnTo>
                    <a:pt x="432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839;p66"/>
            <p:cNvSpPr/>
            <p:nvPr/>
          </p:nvSpPr>
          <p:spPr>
            <a:xfrm>
              <a:off x="1191175" y="2694442"/>
              <a:ext cx="1217620" cy="25719"/>
            </a:xfrm>
            <a:custGeom>
              <a:avLst/>
              <a:gdLst/>
              <a:ahLst/>
              <a:cxnLst/>
              <a:rect l="l" t="t" r="r" b="b"/>
              <a:pathLst>
                <a:path w="43224" h="913" extrusionOk="0">
                  <a:moveTo>
                    <a:pt x="1" y="0"/>
                  </a:moveTo>
                  <a:lnTo>
                    <a:pt x="1" y="912"/>
                  </a:lnTo>
                  <a:lnTo>
                    <a:pt x="43224" y="912"/>
                  </a:lnTo>
                  <a:lnTo>
                    <a:pt x="432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840;p66"/>
            <p:cNvSpPr/>
            <p:nvPr/>
          </p:nvSpPr>
          <p:spPr>
            <a:xfrm>
              <a:off x="1966948" y="2331387"/>
              <a:ext cx="441846" cy="26564"/>
            </a:xfrm>
            <a:custGeom>
              <a:avLst/>
              <a:gdLst/>
              <a:ahLst/>
              <a:cxnLst/>
              <a:rect l="l" t="t" r="r" b="b"/>
              <a:pathLst>
                <a:path w="15685" h="943" extrusionOk="0">
                  <a:moveTo>
                    <a:pt x="0" y="0"/>
                  </a:moveTo>
                  <a:lnTo>
                    <a:pt x="0" y="943"/>
                  </a:lnTo>
                  <a:lnTo>
                    <a:pt x="15685" y="943"/>
                  </a:lnTo>
                  <a:lnTo>
                    <a:pt x="156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841;p66"/>
            <p:cNvSpPr/>
            <p:nvPr/>
          </p:nvSpPr>
          <p:spPr>
            <a:xfrm>
              <a:off x="1966948" y="2464969"/>
              <a:ext cx="441846" cy="26564"/>
            </a:xfrm>
            <a:custGeom>
              <a:avLst/>
              <a:gdLst/>
              <a:ahLst/>
              <a:cxnLst/>
              <a:rect l="l" t="t" r="r" b="b"/>
              <a:pathLst>
                <a:path w="15685" h="943" extrusionOk="0">
                  <a:moveTo>
                    <a:pt x="0" y="0"/>
                  </a:moveTo>
                  <a:lnTo>
                    <a:pt x="0" y="942"/>
                  </a:lnTo>
                  <a:lnTo>
                    <a:pt x="15685" y="942"/>
                  </a:lnTo>
                  <a:lnTo>
                    <a:pt x="156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842;p66"/>
            <p:cNvSpPr/>
            <p:nvPr/>
          </p:nvSpPr>
          <p:spPr>
            <a:xfrm>
              <a:off x="1966948" y="2531760"/>
              <a:ext cx="264601" cy="26564"/>
            </a:xfrm>
            <a:custGeom>
              <a:avLst/>
              <a:gdLst/>
              <a:ahLst/>
              <a:cxnLst/>
              <a:rect l="l" t="t" r="r" b="b"/>
              <a:pathLst>
                <a:path w="9393" h="943" extrusionOk="0">
                  <a:moveTo>
                    <a:pt x="0" y="0"/>
                  </a:moveTo>
                  <a:lnTo>
                    <a:pt x="0" y="942"/>
                  </a:lnTo>
                  <a:lnTo>
                    <a:pt x="9393" y="942"/>
                  </a:lnTo>
                  <a:lnTo>
                    <a:pt x="93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843;p66"/>
            <p:cNvSpPr/>
            <p:nvPr/>
          </p:nvSpPr>
          <p:spPr>
            <a:xfrm>
              <a:off x="1017366" y="1852751"/>
              <a:ext cx="26564" cy="25719"/>
            </a:xfrm>
            <a:custGeom>
              <a:avLst/>
              <a:gdLst/>
              <a:ahLst/>
              <a:cxnLst/>
              <a:rect l="l" t="t" r="r" b="b"/>
              <a:pathLst>
                <a:path w="943" h="913" extrusionOk="0">
                  <a:moveTo>
                    <a:pt x="0" y="0"/>
                  </a:moveTo>
                  <a:lnTo>
                    <a:pt x="0" y="912"/>
                  </a:lnTo>
                  <a:lnTo>
                    <a:pt x="943" y="912"/>
                  </a:lnTo>
                  <a:lnTo>
                    <a:pt x="9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844;p66"/>
            <p:cNvSpPr/>
            <p:nvPr/>
          </p:nvSpPr>
          <p:spPr>
            <a:xfrm>
              <a:off x="1105566" y="1852751"/>
              <a:ext cx="159273" cy="25719"/>
            </a:xfrm>
            <a:custGeom>
              <a:avLst/>
              <a:gdLst/>
              <a:ahLst/>
              <a:cxnLst/>
              <a:rect l="l" t="t" r="r" b="b"/>
              <a:pathLst>
                <a:path w="5654" h="913" extrusionOk="0">
                  <a:moveTo>
                    <a:pt x="0" y="0"/>
                  </a:moveTo>
                  <a:lnTo>
                    <a:pt x="0" y="912"/>
                  </a:lnTo>
                  <a:lnTo>
                    <a:pt x="5654" y="912"/>
                  </a:lnTo>
                  <a:lnTo>
                    <a:pt x="56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845;p66"/>
            <p:cNvSpPr/>
            <p:nvPr/>
          </p:nvSpPr>
          <p:spPr>
            <a:xfrm>
              <a:off x="1405238" y="1852751"/>
              <a:ext cx="159301" cy="25719"/>
            </a:xfrm>
            <a:custGeom>
              <a:avLst/>
              <a:gdLst/>
              <a:ahLst/>
              <a:cxnLst/>
              <a:rect l="l" t="t" r="r" b="b"/>
              <a:pathLst>
                <a:path w="5655" h="913" extrusionOk="0">
                  <a:moveTo>
                    <a:pt x="1" y="0"/>
                  </a:moveTo>
                  <a:lnTo>
                    <a:pt x="1" y="912"/>
                  </a:lnTo>
                  <a:lnTo>
                    <a:pt x="5654" y="912"/>
                  </a:lnTo>
                  <a:lnTo>
                    <a:pt x="56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846;p66"/>
            <p:cNvSpPr/>
            <p:nvPr/>
          </p:nvSpPr>
          <p:spPr>
            <a:xfrm>
              <a:off x="1704939" y="1852751"/>
              <a:ext cx="160146" cy="25719"/>
            </a:xfrm>
            <a:custGeom>
              <a:avLst/>
              <a:gdLst/>
              <a:ahLst/>
              <a:cxnLst/>
              <a:rect l="l" t="t" r="r" b="b"/>
              <a:pathLst>
                <a:path w="5685" h="913" extrusionOk="0">
                  <a:moveTo>
                    <a:pt x="0" y="0"/>
                  </a:moveTo>
                  <a:lnTo>
                    <a:pt x="0" y="912"/>
                  </a:lnTo>
                  <a:lnTo>
                    <a:pt x="5684" y="912"/>
                  </a:lnTo>
                  <a:lnTo>
                    <a:pt x="56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847;p66"/>
            <p:cNvSpPr/>
            <p:nvPr/>
          </p:nvSpPr>
          <p:spPr>
            <a:xfrm>
              <a:off x="2004611" y="1852751"/>
              <a:ext cx="160146" cy="25719"/>
            </a:xfrm>
            <a:custGeom>
              <a:avLst/>
              <a:gdLst/>
              <a:ahLst/>
              <a:cxnLst/>
              <a:rect l="l" t="t" r="r" b="b"/>
              <a:pathLst>
                <a:path w="5685" h="913" extrusionOk="0">
                  <a:moveTo>
                    <a:pt x="1" y="0"/>
                  </a:moveTo>
                  <a:lnTo>
                    <a:pt x="1" y="912"/>
                  </a:lnTo>
                  <a:lnTo>
                    <a:pt x="5685" y="912"/>
                  </a:lnTo>
                  <a:lnTo>
                    <a:pt x="56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848;p66"/>
            <p:cNvSpPr/>
            <p:nvPr/>
          </p:nvSpPr>
          <p:spPr>
            <a:xfrm>
              <a:off x="980547" y="1824496"/>
              <a:ext cx="2527666" cy="1477911"/>
            </a:xfrm>
            <a:custGeom>
              <a:avLst/>
              <a:gdLst/>
              <a:ahLst/>
              <a:cxnLst/>
              <a:rect l="l" t="t" r="r" b="b"/>
              <a:pathLst>
                <a:path w="89729" h="52464" extrusionOk="0">
                  <a:moveTo>
                    <a:pt x="88969" y="760"/>
                  </a:moveTo>
                  <a:lnTo>
                    <a:pt x="88969" y="51703"/>
                  </a:lnTo>
                  <a:lnTo>
                    <a:pt x="760" y="51703"/>
                  </a:lnTo>
                  <a:lnTo>
                    <a:pt x="760" y="760"/>
                  </a:lnTo>
                  <a:close/>
                  <a:moveTo>
                    <a:pt x="0" y="0"/>
                  </a:moveTo>
                  <a:lnTo>
                    <a:pt x="0" y="52463"/>
                  </a:lnTo>
                  <a:lnTo>
                    <a:pt x="89729" y="52463"/>
                  </a:lnTo>
                  <a:lnTo>
                    <a:pt x="897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849;p66"/>
            <p:cNvSpPr/>
            <p:nvPr/>
          </p:nvSpPr>
          <p:spPr>
            <a:xfrm>
              <a:off x="2683621" y="3419679"/>
              <a:ext cx="808338" cy="107919"/>
            </a:xfrm>
            <a:custGeom>
              <a:avLst/>
              <a:gdLst/>
              <a:ahLst/>
              <a:cxnLst/>
              <a:rect l="l" t="t" r="r" b="b"/>
              <a:pathLst>
                <a:path w="28695" h="3831" extrusionOk="0">
                  <a:moveTo>
                    <a:pt x="28694" y="0"/>
                  </a:moveTo>
                  <a:lnTo>
                    <a:pt x="1" y="0"/>
                  </a:lnTo>
                  <a:lnTo>
                    <a:pt x="1" y="2584"/>
                  </a:lnTo>
                  <a:cubicBezTo>
                    <a:pt x="1" y="3253"/>
                    <a:pt x="578" y="3830"/>
                    <a:pt x="1247" y="3830"/>
                  </a:cubicBezTo>
                  <a:lnTo>
                    <a:pt x="27448" y="3830"/>
                  </a:lnTo>
                  <a:cubicBezTo>
                    <a:pt x="28117" y="3830"/>
                    <a:pt x="28694" y="3253"/>
                    <a:pt x="28694" y="2584"/>
                  </a:cubicBezTo>
                  <a:lnTo>
                    <a:pt x="2869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850;p66"/>
            <p:cNvSpPr/>
            <p:nvPr/>
          </p:nvSpPr>
          <p:spPr>
            <a:xfrm>
              <a:off x="2710157" y="3560951"/>
              <a:ext cx="337392" cy="193528"/>
            </a:xfrm>
            <a:custGeom>
              <a:avLst/>
              <a:gdLst/>
              <a:ahLst/>
              <a:cxnLst/>
              <a:rect l="l" t="t" r="r" b="b"/>
              <a:pathLst>
                <a:path w="11977" h="6870" extrusionOk="0">
                  <a:moveTo>
                    <a:pt x="1" y="6870"/>
                  </a:moveTo>
                  <a:lnTo>
                    <a:pt x="1" y="6019"/>
                  </a:lnTo>
                  <a:cubicBezTo>
                    <a:pt x="1" y="2706"/>
                    <a:pt x="2676" y="1"/>
                    <a:pt x="5989" y="1"/>
                  </a:cubicBezTo>
                  <a:cubicBezTo>
                    <a:pt x="6141" y="1"/>
                    <a:pt x="6293" y="1"/>
                    <a:pt x="6445" y="31"/>
                  </a:cubicBezTo>
                  <a:cubicBezTo>
                    <a:pt x="9545" y="244"/>
                    <a:pt x="11977" y="2858"/>
                    <a:pt x="11977" y="6019"/>
                  </a:cubicBezTo>
                  <a:lnTo>
                    <a:pt x="11977" y="6870"/>
                  </a:lnTo>
                  <a:lnTo>
                    <a:pt x="1" y="687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851;p66"/>
            <p:cNvSpPr/>
            <p:nvPr/>
          </p:nvSpPr>
          <p:spPr>
            <a:xfrm>
              <a:off x="2729003" y="3743324"/>
              <a:ext cx="299701" cy="171274"/>
            </a:xfrm>
            <a:custGeom>
              <a:avLst/>
              <a:gdLst/>
              <a:ahLst/>
              <a:cxnLst/>
              <a:rect l="l" t="t" r="r" b="b"/>
              <a:pathLst>
                <a:path w="10639" h="6080" extrusionOk="0">
                  <a:moveTo>
                    <a:pt x="10639" y="1"/>
                  </a:moveTo>
                  <a:lnTo>
                    <a:pt x="10639" y="761"/>
                  </a:lnTo>
                  <a:cubicBezTo>
                    <a:pt x="10639" y="3709"/>
                    <a:pt x="8268" y="6080"/>
                    <a:pt x="5320" y="6080"/>
                  </a:cubicBezTo>
                  <a:cubicBezTo>
                    <a:pt x="5168" y="6080"/>
                    <a:pt x="5046" y="6080"/>
                    <a:pt x="4925" y="6080"/>
                  </a:cubicBezTo>
                  <a:cubicBezTo>
                    <a:pt x="2159" y="5867"/>
                    <a:pt x="0" y="3557"/>
                    <a:pt x="0" y="76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852;p66"/>
            <p:cNvSpPr/>
            <p:nvPr/>
          </p:nvSpPr>
          <p:spPr>
            <a:xfrm>
              <a:off x="2693903" y="3706506"/>
              <a:ext cx="369928" cy="56537"/>
            </a:xfrm>
            <a:custGeom>
              <a:avLst/>
              <a:gdLst/>
              <a:ahLst/>
              <a:cxnLst/>
              <a:rect l="l" t="t" r="r" b="b"/>
              <a:pathLst>
                <a:path w="13132" h="2007" extrusionOk="0">
                  <a:moveTo>
                    <a:pt x="13131" y="1004"/>
                  </a:moveTo>
                  <a:cubicBezTo>
                    <a:pt x="13131" y="1095"/>
                    <a:pt x="13101" y="1186"/>
                    <a:pt x="13101" y="1247"/>
                  </a:cubicBezTo>
                  <a:cubicBezTo>
                    <a:pt x="13040" y="1429"/>
                    <a:pt x="12949" y="1581"/>
                    <a:pt x="12827" y="1733"/>
                  </a:cubicBezTo>
                  <a:cubicBezTo>
                    <a:pt x="12645" y="1916"/>
                    <a:pt x="12402" y="2007"/>
                    <a:pt x="12098" y="2007"/>
                  </a:cubicBezTo>
                  <a:lnTo>
                    <a:pt x="1003" y="2007"/>
                  </a:lnTo>
                  <a:cubicBezTo>
                    <a:pt x="547" y="2007"/>
                    <a:pt x="152" y="1703"/>
                    <a:pt x="31" y="1247"/>
                  </a:cubicBezTo>
                  <a:cubicBezTo>
                    <a:pt x="0" y="1186"/>
                    <a:pt x="0" y="1095"/>
                    <a:pt x="0" y="1004"/>
                  </a:cubicBezTo>
                  <a:cubicBezTo>
                    <a:pt x="0" y="852"/>
                    <a:pt x="31" y="700"/>
                    <a:pt x="91" y="578"/>
                  </a:cubicBezTo>
                  <a:cubicBezTo>
                    <a:pt x="152" y="487"/>
                    <a:pt x="213" y="366"/>
                    <a:pt x="304" y="305"/>
                  </a:cubicBezTo>
                  <a:cubicBezTo>
                    <a:pt x="487" y="122"/>
                    <a:pt x="730" y="1"/>
                    <a:pt x="1003" y="1"/>
                  </a:cubicBezTo>
                  <a:lnTo>
                    <a:pt x="12098" y="1"/>
                  </a:lnTo>
                  <a:cubicBezTo>
                    <a:pt x="12523" y="1"/>
                    <a:pt x="12858" y="244"/>
                    <a:pt x="13010" y="578"/>
                  </a:cubicBezTo>
                  <a:cubicBezTo>
                    <a:pt x="13101" y="700"/>
                    <a:pt x="13131" y="852"/>
                    <a:pt x="13131" y="100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853;p66"/>
            <p:cNvSpPr/>
            <p:nvPr/>
          </p:nvSpPr>
          <p:spPr>
            <a:xfrm>
              <a:off x="2773540" y="3531852"/>
              <a:ext cx="210655" cy="65946"/>
            </a:xfrm>
            <a:custGeom>
              <a:avLst/>
              <a:gdLst/>
              <a:ahLst/>
              <a:cxnLst/>
              <a:rect l="l" t="t" r="r" b="b"/>
              <a:pathLst>
                <a:path w="7478" h="2341" extrusionOk="0">
                  <a:moveTo>
                    <a:pt x="0" y="0"/>
                  </a:moveTo>
                  <a:lnTo>
                    <a:pt x="7477" y="0"/>
                  </a:lnTo>
                  <a:lnTo>
                    <a:pt x="7477" y="2341"/>
                  </a:lnTo>
                  <a:lnTo>
                    <a:pt x="0" y="234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854;p66"/>
            <p:cNvSpPr/>
            <p:nvPr/>
          </p:nvSpPr>
          <p:spPr>
            <a:xfrm>
              <a:off x="3128003" y="3560951"/>
              <a:ext cx="338265" cy="193528"/>
            </a:xfrm>
            <a:custGeom>
              <a:avLst/>
              <a:gdLst/>
              <a:ahLst/>
              <a:cxnLst/>
              <a:rect l="l" t="t" r="r" b="b"/>
              <a:pathLst>
                <a:path w="12008" h="6870" extrusionOk="0">
                  <a:moveTo>
                    <a:pt x="1" y="6870"/>
                  </a:moveTo>
                  <a:lnTo>
                    <a:pt x="1" y="6019"/>
                  </a:lnTo>
                  <a:cubicBezTo>
                    <a:pt x="1" y="2706"/>
                    <a:pt x="2676" y="1"/>
                    <a:pt x="5989" y="1"/>
                  </a:cubicBezTo>
                  <a:cubicBezTo>
                    <a:pt x="6141" y="1"/>
                    <a:pt x="6293" y="1"/>
                    <a:pt x="6445" y="31"/>
                  </a:cubicBezTo>
                  <a:cubicBezTo>
                    <a:pt x="9545" y="244"/>
                    <a:pt x="12007" y="2858"/>
                    <a:pt x="12007" y="6019"/>
                  </a:cubicBezTo>
                  <a:lnTo>
                    <a:pt x="12007" y="6870"/>
                  </a:lnTo>
                  <a:lnTo>
                    <a:pt x="1" y="687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855;p66"/>
            <p:cNvSpPr/>
            <p:nvPr/>
          </p:nvSpPr>
          <p:spPr>
            <a:xfrm>
              <a:off x="3146849" y="3743324"/>
              <a:ext cx="299729" cy="171274"/>
            </a:xfrm>
            <a:custGeom>
              <a:avLst/>
              <a:gdLst/>
              <a:ahLst/>
              <a:cxnLst/>
              <a:rect l="l" t="t" r="r" b="b"/>
              <a:pathLst>
                <a:path w="10640" h="6080" extrusionOk="0">
                  <a:moveTo>
                    <a:pt x="10639" y="1"/>
                  </a:moveTo>
                  <a:lnTo>
                    <a:pt x="10639" y="761"/>
                  </a:lnTo>
                  <a:cubicBezTo>
                    <a:pt x="10639" y="3709"/>
                    <a:pt x="8268" y="6080"/>
                    <a:pt x="5320" y="6080"/>
                  </a:cubicBezTo>
                  <a:cubicBezTo>
                    <a:pt x="5198" y="6080"/>
                    <a:pt x="5077" y="6080"/>
                    <a:pt x="4925" y="6080"/>
                  </a:cubicBezTo>
                  <a:cubicBezTo>
                    <a:pt x="2189" y="5867"/>
                    <a:pt x="1" y="3557"/>
                    <a:pt x="1" y="761"/>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856;p66"/>
            <p:cNvSpPr/>
            <p:nvPr/>
          </p:nvSpPr>
          <p:spPr>
            <a:xfrm>
              <a:off x="3111749" y="3706506"/>
              <a:ext cx="369928" cy="56537"/>
            </a:xfrm>
            <a:custGeom>
              <a:avLst/>
              <a:gdLst/>
              <a:ahLst/>
              <a:cxnLst/>
              <a:rect l="l" t="t" r="r" b="b"/>
              <a:pathLst>
                <a:path w="13132" h="2007" extrusionOk="0">
                  <a:moveTo>
                    <a:pt x="13131" y="1004"/>
                  </a:moveTo>
                  <a:cubicBezTo>
                    <a:pt x="13131" y="1095"/>
                    <a:pt x="13131" y="1186"/>
                    <a:pt x="13101" y="1247"/>
                  </a:cubicBezTo>
                  <a:cubicBezTo>
                    <a:pt x="13071" y="1429"/>
                    <a:pt x="12949" y="1581"/>
                    <a:pt x="12827" y="1733"/>
                  </a:cubicBezTo>
                  <a:cubicBezTo>
                    <a:pt x="12645" y="1916"/>
                    <a:pt x="12402" y="2007"/>
                    <a:pt x="12128" y="2007"/>
                  </a:cubicBezTo>
                  <a:lnTo>
                    <a:pt x="1034" y="2007"/>
                  </a:lnTo>
                  <a:cubicBezTo>
                    <a:pt x="548" y="2007"/>
                    <a:pt x="152" y="1703"/>
                    <a:pt x="31" y="1247"/>
                  </a:cubicBezTo>
                  <a:cubicBezTo>
                    <a:pt x="31" y="1186"/>
                    <a:pt x="0" y="1095"/>
                    <a:pt x="0" y="1004"/>
                  </a:cubicBezTo>
                  <a:cubicBezTo>
                    <a:pt x="0" y="852"/>
                    <a:pt x="31" y="700"/>
                    <a:pt x="92" y="578"/>
                  </a:cubicBezTo>
                  <a:cubicBezTo>
                    <a:pt x="152" y="487"/>
                    <a:pt x="213" y="366"/>
                    <a:pt x="304" y="305"/>
                  </a:cubicBezTo>
                  <a:cubicBezTo>
                    <a:pt x="487" y="122"/>
                    <a:pt x="730" y="1"/>
                    <a:pt x="1034" y="1"/>
                  </a:cubicBezTo>
                  <a:lnTo>
                    <a:pt x="12128" y="1"/>
                  </a:lnTo>
                  <a:cubicBezTo>
                    <a:pt x="12523" y="1"/>
                    <a:pt x="12888" y="244"/>
                    <a:pt x="13040" y="578"/>
                  </a:cubicBezTo>
                  <a:cubicBezTo>
                    <a:pt x="13101" y="700"/>
                    <a:pt x="13131" y="852"/>
                    <a:pt x="13131" y="100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857;p66"/>
            <p:cNvSpPr/>
            <p:nvPr/>
          </p:nvSpPr>
          <p:spPr>
            <a:xfrm>
              <a:off x="3192230" y="3531852"/>
              <a:ext cx="209810" cy="65946"/>
            </a:xfrm>
            <a:custGeom>
              <a:avLst/>
              <a:gdLst/>
              <a:ahLst/>
              <a:cxnLst/>
              <a:rect l="l" t="t" r="r" b="b"/>
              <a:pathLst>
                <a:path w="7448" h="2341" extrusionOk="0">
                  <a:moveTo>
                    <a:pt x="1" y="0"/>
                  </a:moveTo>
                  <a:lnTo>
                    <a:pt x="7448" y="0"/>
                  </a:lnTo>
                  <a:lnTo>
                    <a:pt x="7448" y="2341"/>
                  </a:lnTo>
                  <a:lnTo>
                    <a:pt x="1" y="234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858;p66"/>
            <p:cNvSpPr/>
            <p:nvPr/>
          </p:nvSpPr>
          <p:spPr>
            <a:xfrm>
              <a:off x="2561166" y="2728697"/>
              <a:ext cx="1053220" cy="535174"/>
            </a:xfrm>
            <a:custGeom>
              <a:avLst/>
              <a:gdLst/>
              <a:ahLst/>
              <a:cxnLst/>
              <a:rect l="l" t="t" r="r" b="b"/>
              <a:pathLst>
                <a:path w="37388" h="18998" extrusionOk="0">
                  <a:moveTo>
                    <a:pt x="37388" y="18724"/>
                  </a:moveTo>
                  <a:lnTo>
                    <a:pt x="37388" y="18997"/>
                  </a:lnTo>
                  <a:lnTo>
                    <a:pt x="1" y="18997"/>
                  </a:lnTo>
                  <a:lnTo>
                    <a:pt x="1" y="18724"/>
                  </a:lnTo>
                  <a:cubicBezTo>
                    <a:pt x="1" y="8724"/>
                    <a:pt x="7843" y="547"/>
                    <a:pt x="17722" y="61"/>
                  </a:cubicBezTo>
                  <a:cubicBezTo>
                    <a:pt x="17722" y="30"/>
                    <a:pt x="17752" y="61"/>
                    <a:pt x="17752" y="61"/>
                  </a:cubicBezTo>
                  <a:cubicBezTo>
                    <a:pt x="18056" y="30"/>
                    <a:pt x="18390" y="30"/>
                    <a:pt x="18694" y="30"/>
                  </a:cubicBezTo>
                  <a:cubicBezTo>
                    <a:pt x="29029" y="0"/>
                    <a:pt x="37388" y="8389"/>
                    <a:pt x="37388" y="1872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859;p66"/>
            <p:cNvSpPr/>
            <p:nvPr/>
          </p:nvSpPr>
          <p:spPr>
            <a:xfrm>
              <a:off x="2649366" y="2739824"/>
              <a:ext cx="422156" cy="524047"/>
            </a:xfrm>
            <a:custGeom>
              <a:avLst/>
              <a:gdLst/>
              <a:ahLst/>
              <a:cxnLst/>
              <a:rect l="l" t="t" r="r" b="b"/>
              <a:pathLst>
                <a:path w="14986" h="18603" extrusionOk="0">
                  <a:moveTo>
                    <a:pt x="14986" y="0"/>
                  </a:moveTo>
                  <a:cubicBezTo>
                    <a:pt x="14560" y="152"/>
                    <a:pt x="14135" y="335"/>
                    <a:pt x="13709" y="547"/>
                  </a:cubicBezTo>
                  <a:cubicBezTo>
                    <a:pt x="13436" y="669"/>
                    <a:pt x="13162" y="821"/>
                    <a:pt x="12888" y="942"/>
                  </a:cubicBezTo>
                  <a:cubicBezTo>
                    <a:pt x="12858" y="973"/>
                    <a:pt x="12858" y="973"/>
                    <a:pt x="12858" y="973"/>
                  </a:cubicBezTo>
                  <a:cubicBezTo>
                    <a:pt x="6262" y="4499"/>
                    <a:pt x="2615" y="11490"/>
                    <a:pt x="3040" y="18602"/>
                  </a:cubicBezTo>
                  <a:lnTo>
                    <a:pt x="1" y="18602"/>
                  </a:lnTo>
                  <a:lnTo>
                    <a:pt x="1" y="18329"/>
                  </a:lnTo>
                  <a:cubicBezTo>
                    <a:pt x="1" y="9271"/>
                    <a:pt x="6414" y="1733"/>
                    <a:pt x="149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860;p66"/>
            <p:cNvSpPr/>
            <p:nvPr/>
          </p:nvSpPr>
          <p:spPr>
            <a:xfrm>
              <a:off x="3135721" y="2738951"/>
              <a:ext cx="425592" cy="524920"/>
            </a:xfrm>
            <a:custGeom>
              <a:avLst/>
              <a:gdLst/>
              <a:ahLst/>
              <a:cxnLst/>
              <a:rect l="l" t="t" r="r" b="b"/>
              <a:pathLst>
                <a:path w="15108" h="18634" extrusionOk="0">
                  <a:moveTo>
                    <a:pt x="0" y="1"/>
                  </a:moveTo>
                  <a:lnTo>
                    <a:pt x="0" y="1"/>
                  </a:lnTo>
                  <a:cubicBezTo>
                    <a:pt x="1703" y="1855"/>
                    <a:pt x="3010" y="4104"/>
                    <a:pt x="3861" y="6627"/>
                  </a:cubicBezTo>
                  <a:cubicBezTo>
                    <a:pt x="3861" y="6627"/>
                    <a:pt x="3861" y="6627"/>
                    <a:pt x="3861" y="6657"/>
                  </a:cubicBezTo>
                  <a:cubicBezTo>
                    <a:pt x="4803" y="10822"/>
                    <a:pt x="4256" y="15016"/>
                    <a:pt x="2523" y="18633"/>
                  </a:cubicBezTo>
                  <a:lnTo>
                    <a:pt x="15107" y="18633"/>
                  </a:lnTo>
                  <a:lnTo>
                    <a:pt x="15107" y="18360"/>
                  </a:lnTo>
                  <a:cubicBezTo>
                    <a:pt x="15107" y="9241"/>
                    <a:pt x="8602" y="1673"/>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861;p66"/>
            <p:cNvSpPr/>
            <p:nvPr/>
          </p:nvSpPr>
          <p:spPr>
            <a:xfrm>
              <a:off x="2811203" y="2728697"/>
              <a:ext cx="553174" cy="84792"/>
            </a:xfrm>
            <a:custGeom>
              <a:avLst/>
              <a:gdLst/>
              <a:ahLst/>
              <a:cxnLst/>
              <a:rect l="l" t="t" r="r" b="b"/>
              <a:pathLst>
                <a:path w="19637" h="3010" extrusionOk="0">
                  <a:moveTo>
                    <a:pt x="9818" y="0"/>
                  </a:moveTo>
                  <a:cubicBezTo>
                    <a:pt x="9514" y="0"/>
                    <a:pt x="9210" y="30"/>
                    <a:pt x="8876" y="30"/>
                  </a:cubicBezTo>
                  <a:lnTo>
                    <a:pt x="8846" y="30"/>
                  </a:lnTo>
                  <a:cubicBezTo>
                    <a:pt x="5624" y="213"/>
                    <a:pt x="2615" y="1185"/>
                    <a:pt x="0" y="2796"/>
                  </a:cubicBezTo>
                  <a:cubicBezTo>
                    <a:pt x="244" y="2918"/>
                    <a:pt x="548" y="3009"/>
                    <a:pt x="821" y="3009"/>
                  </a:cubicBezTo>
                  <a:lnTo>
                    <a:pt x="18815" y="3009"/>
                  </a:lnTo>
                  <a:cubicBezTo>
                    <a:pt x="19119" y="3009"/>
                    <a:pt x="19393" y="2918"/>
                    <a:pt x="19636" y="2796"/>
                  </a:cubicBezTo>
                  <a:cubicBezTo>
                    <a:pt x="16779" y="1033"/>
                    <a:pt x="13435" y="0"/>
                    <a:pt x="98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862;p66"/>
            <p:cNvSpPr/>
            <p:nvPr/>
          </p:nvSpPr>
          <p:spPr>
            <a:xfrm>
              <a:off x="2500375" y="3260406"/>
              <a:ext cx="1174802" cy="104483"/>
            </a:xfrm>
            <a:custGeom>
              <a:avLst/>
              <a:gdLst/>
              <a:ahLst/>
              <a:cxnLst/>
              <a:rect l="l" t="t" r="r" b="b"/>
              <a:pathLst>
                <a:path w="41704" h="3709" extrusionOk="0">
                  <a:moveTo>
                    <a:pt x="41704" y="1855"/>
                  </a:moveTo>
                  <a:cubicBezTo>
                    <a:pt x="41704" y="2007"/>
                    <a:pt x="41673" y="2159"/>
                    <a:pt x="41643" y="2311"/>
                  </a:cubicBezTo>
                  <a:cubicBezTo>
                    <a:pt x="41552" y="2645"/>
                    <a:pt x="41400" y="2919"/>
                    <a:pt x="41157" y="3162"/>
                  </a:cubicBezTo>
                  <a:cubicBezTo>
                    <a:pt x="40822" y="3496"/>
                    <a:pt x="40366" y="3709"/>
                    <a:pt x="39880" y="3709"/>
                  </a:cubicBezTo>
                  <a:lnTo>
                    <a:pt x="1855" y="3709"/>
                  </a:lnTo>
                  <a:cubicBezTo>
                    <a:pt x="1004" y="3709"/>
                    <a:pt x="274" y="3101"/>
                    <a:pt x="62" y="2311"/>
                  </a:cubicBezTo>
                  <a:cubicBezTo>
                    <a:pt x="31" y="2159"/>
                    <a:pt x="1" y="2007"/>
                    <a:pt x="1" y="1855"/>
                  </a:cubicBezTo>
                  <a:cubicBezTo>
                    <a:pt x="1" y="1581"/>
                    <a:pt x="62" y="1308"/>
                    <a:pt x="183" y="1095"/>
                  </a:cubicBezTo>
                  <a:cubicBezTo>
                    <a:pt x="274" y="882"/>
                    <a:pt x="396" y="700"/>
                    <a:pt x="548" y="548"/>
                  </a:cubicBezTo>
                  <a:cubicBezTo>
                    <a:pt x="882" y="213"/>
                    <a:pt x="1338" y="1"/>
                    <a:pt x="1855" y="1"/>
                  </a:cubicBezTo>
                  <a:lnTo>
                    <a:pt x="39880" y="1"/>
                  </a:lnTo>
                  <a:cubicBezTo>
                    <a:pt x="40610" y="1"/>
                    <a:pt x="41248" y="457"/>
                    <a:pt x="41521" y="1095"/>
                  </a:cubicBezTo>
                  <a:cubicBezTo>
                    <a:pt x="41643" y="1308"/>
                    <a:pt x="41704" y="1581"/>
                    <a:pt x="41704" y="185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863;p66"/>
            <p:cNvSpPr/>
            <p:nvPr/>
          </p:nvSpPr>
          <p:spPr>
            <a:xfrm>
              <a:off x="2621985" y="3361451"/>
              <a:ext cx="931610" cy="103637"/>
            </a:xfrm>
            <a:custGeom>
              <a:avLst/>
              <a:gdLst/>
              <a:ahLst/>
              <a:cxnLst/>
              <a:rect l="l" t="t" r="r" b="b"/>
              <a:pathLst>
                <a:path w="33071" h="3679" extrusionOk="0">
                  <a:moveTo>
                    <a:pt x="33071" y="1824"/>
                  </a:moveTo>
                  <a:cubicBezTo>
                    <a:pt x="33071" y="2006"/>
                    <a:pt x="33040" y="2158"/>
                    <a:pt x="33010" y="2280"/>
                  </a:cubicBezTo>
                  <a:cubicBezTo>
                    <a:pt x="32919" y="2614"/>
                    <a:pt x="32767" y="2918"/>
                    <a:pt x="32523" y="3131"/>
                  </a:cubicBezTo>
                  <a:cubicBezTo>
                    <a:pt x="32189" y="3465"/>
                    <a:pt x="31733" y="3678"/>
                    <a:pt x="31216" y="3678"/>
                  </a:cubicBezTo>
                  <a:lnTo>
                    <a:pt x="1854" y="3678"/>
                  </a:lnTo>
                  <a:cubicBezTo>
                    <a:pt x="1003" y="3678"/>
                    <a:pt x="274" y="3101"/>
                    <a:pt x="61" y="2280"/>
                  </a:cubicBezTo>
                  <a:cubicBezTo>
                    <a:pt x="30" y="2158"/>
                    <a:pt x="0" y="1976"/>
                    <a:pt x="0" y="1824"/>
                  </a:cubicBezTo>
                  <a:cubicBezTo>
                    <a:pt x="0" y="1551"/>
                    <a:pt x="61" y="1307"/>
                    <a:pt x="182" y="1064"/>
                  </a:cubicBezTo>
                  <a:cubicBezTo>
                    <a:pt x="274" y="851"/>
                    <a:pt x="395" y="699"/>
                    <a:pt x="547" y="517"/>
                  </a:cubicBezTo>
                  <a:cubicBezTo>
                    <a:pt x="882" y="213"/>
                    <a:pt x="1337" y="0"/>
                    <a:pt x="1854" y="0"/>
                  </a:cubicBezTo>
                  <a:lnTo>
                    <a:pt x="31216" y="0"/>
                  </a:lnTo>
                  <a:cubicBezTo>
                    <a:pt x="31976" y="0"/>
                    <a:pt x="32615" y="426"/>
                    <a:pt x="32888" y="1064"/>
                  </a:cubicBezTo>
                  <a:cubicBezTo>
                    <a:pt x="33010" y="1307"/>
                    <a:pt x="33071" y="1551"/>
                    <a:pt x="33071" y="182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864;p66"/>
            <p:cNvSpPr/>
            <p:nvPr/>
          </p:nvSpPr>
          <p:spPr>
            <a:xfrm>
              <a:off x="2782949" y="2342514"/>
              <a:ext cx="609683" cy="436720"/>
            </a:xfrm>
            <a:custGeom>
              <a:avLst/>
              <a:gdLst/>
              <a:ahLst/>
              <a:cxnLst/>
              <a:rect l="l" t="t" r="r" b="b"/>
              <a:pathLst>
                <a:path w="21643" h="15503" extrusionOk="0">
                  <a:moveTo>
                    <a:pt x="19818" y="15502"/>
                  </a:moveTo>
                  <a:lnTo>
                    <a:pt x="1824" y="15502"/>
                  </a:lnTo>
                  <a:cubicBezTo>
                    <a:pt x="821" y="15502"/>
                    <a:pt x="0" y="14682"/>
                    <a:pt x="0" y="13679"/>
                  </a:cubicBezTo>
                  <a:lnTo>
                    <a:pt x="0" y="1824"/>
                  </a:lnTo>
                  <a:cubicBezTo>
                    <a:pt x="0" y="821"/>
                    <a:pt x="821" y="1"/>
                    <a:pt x="1824" y="1"/>
                  </a:cubicBezTo>
                  <a:lnTo>
                    <a:pt x="19818" y="1"/>
                  </a:lnTo>
                  <a:cubicBezTo>
                    <a:pt x="20821" y="1"/>
                    <a:pt x="21642" y="821"/>
                    <a:pt x="21642" y="1824"/>
                  </a:cubicBezTo>
                  <a:lnTo>
                    <a:pt x="21642" y="13679"/>
                  </a:lnTo>
                  <a:cubicBezTo>
                    <a:pt x="21642" y="14682"/>
                    <a:pt x="20821" y="15502"/>
                    <a:pt x="19818" y="1550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865;p66"/>
            <p:cNvSpPr/>
            <p:nvPr/>
          </p:nvSpPr>
          <p:spPr>
            <a:xfrm>
              <a:off x="2837739" y="2391333"/>
              <a:ext cx="500074" cy="339082"/>
            </a:xfrm>
            <a:custGeom>
              <a:avLst/>
              <a:gdLst/>
              <a:ahLst/>
              <a:cxnLst/>
              <a:rect l="l" t="t" r="r" b="b"/>
              <a:pathLst>
                <a:path w="17752" h="12037" extrusionOk="0">
                  <a:moveTo>
                    <a:pt x="366" y="12037"/>
                  </a:moveTo>
                  <a:cubicBezTo>
                    <a:pt x="183" y="12037"/>
                    <a:pt x="1" y="11885"/>
                    <a:pt x="1" y="11672"/>
                  </a:cubicBezTo>
                  <a:lnTo>
                    <a:pt x="1" y="365"/>
                  </a:lnTo>
                  <a:cubicBezTo>
                    <a:pt x="1" y="183"/>
                    <a:pt x="183" y="0"/>
                    <a:pt x="366" y="0"/>
                  </a:cubicBezTo>
                  <a:lnTo>
                    <a:pt x="17387" y="0"/>
                  </a:lnTo>
                  <a:cubicBezTo>
                    <a:pt x="17600" y="0"/>
                    <a:pt x="17752" y="183"/>
                    <a:pt x="17752" y="365"/>
                  </a:cubicBezTo>
                  <a:lnTo>
                    <a:pt x="17752" y="11672"/>
                  </a:lnTo>
                  <a:cubicBezTo>
                    <a:pt x="17752" y="11885"/>
                    <a:pt x="17600" y="12037"/>
                    <a:pt x="17387" y="1203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866;p66"/>
            <p:cNvSpPr/>
            <p:nvPr/>
          </p:nvSpPr>
          <p:spPr>
            <a:xfrm>
              <a:off x="2827485" y="2381051"/>
              <a:ext cx="521455" cy="360491"/>
            </a:xfrm>
            <a:custGeom>
              <a:avLst/>
              <a:gdLst/>
              <a:ahLst/>
              <a:cxnLst/>
              <a:rect l="l" t="t" r="r" b="b"/>
              <a:pathLst>
                <a:path w="18511" h="12797" extrusionOk="0">
                  <a:moveTo>
                    <a:pt x="17721" y="760"/>
                  </a:moveTo>
                  <a:lnTo>
                    <a:pt x="17721" y="12037"/>
                  </a:lnTo>
                  <a:lnTo>
                    <a:pt x="760" y="12037"/>
                  </a:lnTo>
                  <a:lnTo>
                    <a:pt x="760" y="760"/>
                  </a:lnTo>
                  <a:close/>
                  <a:moveTo>
                    <a:pt x="730" y="0"/>
                  </a:moveTo>
                  <a:cubicBezTo>
                    <a:pt x="334" y="0"/>
                    <a:pt x="0" y="304"/>
                    <a:pt x="0" y="730"/>
                  </a:cubicBezTo>
                  <a:lnTo>
                    <a:pt x="0" y="12037"/>
                  </a:lnTo>
                  <a:cubicBezTo>
                    <a:pt x="0" y="12463"/>
                    <a:pt x="334" y="12797"/>
                    <a:pt x="730" y="12797"/>
                  </a:cubicBezTo>
                  <a:lnTo>
                    <a:pt x="17751" y="12797"/>
                  </a:lnTo>
                  <a:cubicBezTo>
                    <a:pt x="18177" y="12797"/>
                    <a:pt x="18511" y="12463"/>
                    <a:pt x="18511" y="12037"/>
                  </a:cubicBezTo>
                  <a:lnTo>
                    <a:pt x="18511" y="730"/>
                  </a:lnTo>
                  <a:cubicBezTo>
                    <a:pt x="18481" y="335"/>
                    <a:pt x="18177" y="0"/>
                    <a:pt x="17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867;p66"/>
            <p:cNvSpPr/>
            <p:nvPr/>
          </p:nvSpPr>
          <p:spPr>
            <a:xfrm>
              <a:off x="3187104" y="2506914"/>
              <a:ext cx="61664" cy="107919"/>
            </a:xfrm>
            <a:custGeom>
              <a:avLst/>
              <a:gdLst/>
              <a:ahLst/>
              <a:cxnLst/>
              <a:rect l="l" t="t" r="r" b="b"/>
              <a:pathLst>
                <a:path w="2189" h="3831" extrusionOk="0">
                  <a:moveTo>
                    <a:pt x="942" y="1"/>
                  </a:moveTo>
                  <a:cubicBezTo>
                    <a:pt x="426" y="1"/>
                    <a:pt x="0" y="426"/>
                    <a:pt x="0" y="943"/>
                  </a:cubicBezTo>
                  <a:lnTo>
                    <a:pt x="0" y="2888"/>
                  </a:lnTo>
                  <a:cubicBezTo>
                    <a:pt x="0" y="3405"/>
                    <a:pt x="426" y="3830"/>
                    <a:pt x="942" y="3830"/>
                  </a:cubicBezTo>
                  <a:lnTo>
                    <a:pt x="1246" y="3830"/>
                  </a:lnTo>
                  <a:cubicBezTo>
                    <a:pt x="1763" y="3830"/>
                    <a:pt x="2189" y="3405"/>
                    <a:pt x="2189" y="2888"/>
                  </a:cubicBezTo>
                  <a:lnTo>
                    <a:pt x="2189" y="943"/>
                  </a:lnTo>
                  <a:cubicBezTo>
                    <a:pt x="2189" y="426"/>
                    <a:pt x="1763" y="1"/>
                    <a:pt x="12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868;p66"/>
            <p:cNvSpPr/>
            <p:nvPr/>
          </p:nvSpPr>
          <p:spPr>
            <a:xfrm>
              <a:off x="2926785" y="2506914"/>
              <a:ext cx="61692" cy="107919"/>
            </a:xfrm>
            <a:custGeom>
              <a:avLst/>
              <a:gdLst/>
              <a:ahLst/>
              <a:cxnLst/>
              <a:rect l="l" t="t" r="r" b="b"/>
              <a:pathLst>
                <a:path w="2190" h="3831" extrusionOk="0">
                  <a:moveTo>
                    <a:pt x="974" y="1"/>
                  </a:moveTo>
                  <a:cubicBezTo>
                    <a:pt x="426" y="1"/>
                    <a:pt x="1" y="426"/>
                    <a:pt x="1" y="943"/>
                  </a:cubicBezTo>
                  <a:lnTo>
                    <a:pt x="1" y="2888"/>
                  </a:lnTo>
                  <a:cubicBezTo>
                    <a:pt x="1" y="3405"/>
                    <a:pt x="426" y="3830"/>
                    <a:pt x="974" y="3830"/>
                  </a:cubicBezTo>
                  <a:lnTo>
                    <a:pt x="1247" y="3830"/>
                  </a:lnTo>
                  <a:cubicBezTo>
                    <a:pt x="1764" y="3830"/>
                    <a:pt x="2189" y="3405"/>
                    <a:pt x="2189" y="2888"/>
                  </a:cubicBezTo>
                  <a:lnTo>
                    <a:pt x="2189" y="943"/>
                  </a:lnTo>
                  <a:cubicBezTo>
                    <a:pt x="2189" y="426"/>
                    <a:pt x="1764" y="1"/>
                    <a:pt x="12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869;p66"/>
            <p:cNvSpPr/>
            <p:nvPr/>
          </p:nvSpPr>
          <p:spPr>
            <a:xfrm>
              <a:off x="3039831" y="2655314"/>
              <a:ext cx="95919" cy="36593"/>
            </a:xfrm>
            <a:custGeom>
              <a:avLst/>
              <a:gdLst/>
              <a:ahLst/>
              <a:cxnLst/>
              <a:rect l="l" t="t" r="r" b="b"/>
              <a:pathLst>
                <a:path w="3405" h="1299" extrusionOk="0">
                  <a:moveTo>
                    <a:pt x="337" y="1"/>
                  </a:moveTo>
                  <a:cubicBezTo>
                    <a:pt x="282" y="1"/>
                    <a:pt x="228" y="18"/>
                    <a:pt x="183" y="52"/>
                  </a:cubicBezTo>
                  <a:cubicBezTo>
                    <a:pt x="31" y="173"/>
                    <a:pt x="0" y="325"/>
                    <a:pt x="91" y="477"/>
                  </a:cubicBezTo>
                  <a:cubicBezTo>
                    <a:pt x="152" y="569"/>
                    <a:pt x="243" y="629"/>
                    <a:pt x="304" y="721"/>
                  </a:cubicBezTo>
                  <a:cubicBezTo>
                    <a:pt x="699" y="1085"/>
                    <a:pt x="1186" y="1298"/>
                    <a:pt x="1702" y="1298"/>
                  </a:cubicBezTo>
                  <a:cubicBezTo>
                    <a:pt x="2341" y="1298"/>
                    <a:pt x="2949" y="994"/>
                    <a:pt x="3313" y="477"/>
                  </a:cubicBezTo>
                  <a:cubicBezTo>
                    <a:pt x="3404" y="356"/>
                    <a:pt x="3374" y="173"/>
                    <a:pt x="3252" y="82"/>
                  </a:cubicBezTo>
                  <a:cubicBezTo>
                    <a:pt x="3205" y="46"/>
                    <a:pt x="3147" y="29"/>
                    <a:pt x="3090" y="29"/>
                  </a:cubicBezTo>
                  <a:cubicBezTo>
                    <a:pt x="3001" y="29"/>
                    <a:pt x="2913" y="69"/>
                    <a:pt x="2857" y="143"/>
                  </a:cubicBezTo>
                  <a:cubicBezTo>
                    <a:pt x="2584" y="508"/>
                    <a:pt x="2158" y="721"/>
                    <a:pt x="1702" y="721"/>
                  </a:cubicBezTo>
                  <a:cubicBezTo>
                    <a:pt x="1338" y="721"/>
                    <a:pt x="1003" y="569"/>
                    <a:pt x="730" y="295"/>
                  </a:cubicBezTo>
                  <a:cubicBezTo>
                    <a:pt x="669" y="265"/>
                    <a:pt x="638" y="204"/>
                    <a:pt x="578" y="143"/>
                  </a:cubicBezTo>
                  <a:cubicBezTo>
                    <a:pt x="521" y="48"/>
                    <a:pt x="428" y="1"/>
                    <a:pt x="3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870;p66"/>
            <p:cNvSpPr/>
            <p:nvPr/>
          </p:nvSpPr>
          <p:spPr>
            <a:xfrm>
              <a:off x="3487649" y="2355360"/>
              <a:ext cx="381901" cy="637065"/>
            </a:xfrm>
            <a:custGeom>
              <a:avLst/>
              <a:gdLst/>
              <a:ahLst/>
              <a:cxnLst/>
              <a:rect l="l" t="t" r="r" b="b"/>
              <a:pathLst>
                <a:path w="13557" h="22615" extrusionOk="0">
                  <a:moveTo>
                    <a:pt x="1307" y="22615"/>
                  </a:moveTo>
                  <a:cubicBezTo>
                    <a:pt x="942" y="22615"/>
                    <a:pt x="578" y="22433"/>
                    <a:pt x="365" y="22129"/>
                  </a:cubicBezTo>
                  <a:cubicBezTo>
                    <a:pt x="0" y="21581"/>
                    <a:pt x="122" y="20852"/>
                    <a:pt x="638" y="20487"/>
                  </a:cubicBezTo>
                  <a:lnTo>
                    <a:pt x="9362" y="14499"/>
                  </a:lnTo>
                  <a:lnTo>
                    <a:pt x="11155" y="1064"/>
                  </a:lnTo>
                  <a:cubicBezTo>
                    <a:pt x="11247" y="457"/>
                    <a:pt x="11824" y="1"/>
                    <a:pt x="12462" y="92"/>
                  </a:cubicBezTo>
                  <a:cubicBezTo>
                    <a:pt x="13101" y="153"/>
                    <a:pt x="13557" y="760"/>
                    <a:pt x="13465" y="1399"/>
                  </a:cubicBezTo>
                  <a:lnTo>
                    <a:pt x="11550" y="15837"/>
                  </a:lnTo>
                  <a:lnTo>
                    <a:pt x="1976" y="22402"/>
                  </a:lnTo>
                  <a:cubicBezTo>
                    <a:pt x="1763" y="22554"/>
                    <a:pt x="1550" y="22615"/>
                    <a:pt x="1307" y="226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871;p66"/>
            <p:cNvSpPr/>
            <p:nvPr/>
          </p:nvSpPr>
          <p:spPr>
            <a:xfrm>
              <a:off x="3740221" y="2346796"/>
              <a:ext cx="166992" cy="160146"/>
            </a:xfrm>
            <a:custGeom>
              <a:avLst/>
              <a:gdLst/>
              <a:ahLst/>
              <a:cxnLst/>
              <a:rect l="l" t="t" r="r" b="b"/>
              <a:pathLst>
                <a:path w="5928" h="5685" extrusionOk="0">
                  <a:moveTo>
                    <a:pt x="5685" y="2371"/>
                  </a:moveTo>
                  <a:cubicBezTo>
                    <a:pt x="5928" y="3861"/>
                    <a:pt x="4925" y="5289"/>
                    <a:pt x="3436" y="5533"/>
                  </a:cubicBezTo>
                  <a:cubicBezTo>
                    <a:pt x="2554" y="5685"/>
                    <a:pt x="1703" y="5411"/>
                    <a:pt x="1095" y="4864"/>
                  </a:cubicBezTo>
                  <a:cubicBezTo>
                    <a:pt x="639" y="4438"/>
                    <a:pt x="335" y="3891"/>
                    <a:pt x="244" y="3253"/>
                  </a:cubicBezTo>
                  <a:cubicBezTo>
                    <a:pt x="1" y="1764"/>
                    <a:pt x="1004" y="335"/>
                    <a:pt x="2524" y="92"/>
                  </a:cubicBezTo>
                  <a:cubicBezTo>
                    <a:pt x="3132" y="1"/>
                    <a:pt x="3739" y="92"/>
                    <a:pt x="4287" y="365"/>
                  </a:cubicBezTo>
                  <a:cubicBezTo>
                    <a:pt x="4986" y="761"/>
                    <a:pt x="5533" y="1490"/>
                    <a:pt x="5685" y="23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872;p66"/>
            <p:cNvSpPr/>
            <p:nvPr/>
          </p:nvSpPr>
          <p:spPr>
            <a:xfrm>
              <a:off x="3701713" y="2671315"/>
              <a:ext cx="167837" cy="160992"/>
            </a:xfrm>
            <a:custGeom>
              <a:avLst/>
              <a:gdLst/>
              <a:ahLst/>
              <a:cxnLst/>
              <a:rect l="l" t="t" r="r" b="b"/>
              <a:pathLst>
                <a:path w="5958" h="5715" extrusionOk="0">
                  <a:moveTo>
                    <a:pt x="5684" y="2371"/>
                  </a:moveTo>
                  <a:cubicBezTo>
                    <a:pt x="5958" y="3891"/>
                    <a:pt x="4924" y="5320"/>
                    <a:pt x="3435" y="5563"/>
                  </a:cubicBezTo>
                  <a:cubicBezTo>
                    <a:pt x="2553" y="5715"/>
                    <a:pt x="1702" y="5441"/>
                    <a:pt x="1094" y="4864"/>
                  </a:cubicBezTo>
                  <a:cubicBezTo>
                    <a:pt x="669" y="4469"/>
                    <a:pt x="334" y="3922"/>
                    <a:pt x="243" y="3283"/>
                  </a:cubicBezTo>
                  <a:cubicBezTo>
                    <a:pt x="0" y="1794"/>
                    <a:pt x="1003" y="365"/>
                    <a:pt x="2523" y="122"/>
                  </a:cubicBezTo>
                  <a:cubicBezTo>
                    <a:pt x="3131" y="1"/>
                    <a:pt x="3769" y="122"/>
                    <a:pt x="4286" y="396"/>
                  </a:cubicBezTo>
                  <a:cubicBezTo>
                    <a:pt x="5015" y="791"/>
                    <a:pt x="5562" y="1490"/>
                    <a:pt x="5684" y="23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873;p66"/>
            <p:cNvSpPr/>
            <p:nvPr/>
          </p:nvSpPr>
          <p:spPr>
            <a:xfrm>
              <a:off x="3428549" y="2896506"/>
              <a:ext cx="166992" cy="160992"/>
            </a:xfrm>
            <a:custGeom>
              <a:avLst/>
              <a:gdLst/>
              <a:ahLst/>
              <a:cxnLst/>
              <a:rect l="l" t="t" r="r" b="b"/>
              <a:pathLst>
                <a:path w="5928" h="5715" extrusionOk="0">
                  <a:moveTo>
                    <a:pt x="5685" y="2371"/>
                  </a:moveTo>
                  <a:cubicBezTo>
                    <a:pt x="5928" y="3891"/>
                    <a:pt x="4925" y="5320"/>
                    <a:pt x="3436" y="5563"/>
                  </a:cubicBezTo>
                  <a:cubicBezTo>
                    <a:pt x="2554" y="5715"/>
                    <a:pt x="1703" y="5411"/>
                    <a:pt x="1095" y="4864"/>
                  </a:cubicBezTo>
                  <a:cubicBezTo>
                    <a:pt x="639" y="4469"/>
                    <a:pt x="335" y="3922"/>
                    <a:pt x="244" y="3283"/>
                  </a:cubicBezTo>
                  <a:cubicBezTo>
                    <a:pt x="1" y="1794"/>
                    <a:pt x="1004" y="365"/>
                    <a:pt x="2524" y="122"/>
                  </a:cubicBezTo>
                  <a:cubicBezTo>
                    <a:pt x="3132" y="1"/>
                    <a:pt x="3739" y="122"/>
                    <a:pt x="4287" y="396"/>
                  </a:cubicBezTo>
                  <a:cubicBezTo>
                    <a:pt x="4986" y="791"/>
                    <a:pt x="5533" y="1490"/>
                    <a:pt x="5685" y="237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874;p66"/>
            <p:cNvSpPr/>
            <p:nvPr/>
          </p:nvSpPr>
          <p:spPr>
            <a:xfrm>
              <a:off x="3634922" y="2172987"/>
              <a:ext cx="375055" cy="239783"/>
            </a:xfrm>
            <a:custGeom>
              <a:avLst/>
              <a:gdLst/>
              <a:ahLst/>
              <a:cxnLst/>
              <a:rect l="l" t="t" r="r" b="b"/>
              <a:pathLst>
                <a:path w="13314" h="8512" extrusionOk="0">
                  <a:moveTo>
                    <a:pt x="6414" y="8511"/>
                  </a:moveTo>
                  <a:cubicBezTo>
                    <a:pt x="3344" y="8511"/>
                    <a:pt x="638" y="6292"/>
                    <a:pt x="122" y="3161"/>
                  </a:cubicBezTo>
                  <a:cubicBezTo>
                    <a:pt x="0" y="2523"/>
                    <a:pt x="426" y="1915"/>
                    <a:pt x="1064" y="1824"/>
                  </a:cubicBezTo>
                  <a:cubicBezTo>
                    <a:pt x="1702" y="1733"/>
                    <a:pt x="2310" y="2158"/>
                    <a:pt x="2401" y="2797"/>
                  </a:cubicBezTo>
                  <a:cubicBezTo>
                    <a:pt x="2766" y="4985"/>
                    <a:pt x="4863" y="6505"/>
                    <a:pt x="7082" y="6140"/>
                  </a:cubicBezTo>
                  <a:cubicBezTo>
                    <a:pt x="9301" y="5775"/>
                    <a:pt x="10821" y="3648"/>
                    <a:pt x="10426" y="1429"/>
                  </a:cubicBezTo>
                  <a:cubicBezTo>
                    <a:pt x="10335" y="821"/>
                    <a:pt x="10760" y="213"/>
                    <a:pt x="11399" y="91"/>
                  </a:cubicBezTo>
                  <a:cubicBezTo>
                    <a:pt x="12037" y="0"/>
                    <a:pt x="12614" y="426"/>
                    <a:pt x="12736" y="1064"/>
                  </a:cubicBezTo>
                  <a:cubicBezTo>
                    <a:pt x="13313" y="4529"/>
                    <a:pt x="10943" y="7842"/>
                    <a:pt x="7477" y="8420"/>
                  </a:cubicBezTo>
                  <a:cubicBezTo>
                    <a:pt x="7113" y="8481"/>
                    <a:pt x="6778" y="8511"/>
                    <a:pt x="6414" y="851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875;p66"/>
            <p:cNvSpPr/>
            <p:nvPr/>
          </p:nvSpPr>
          <p:spPr>
            <a:xfrm>
              <a:off x="2295748" y="2964142"/>
              <a:ext cx="382774" cy="639656"/>
            </a:xfrm>
            <a:custGeom>
              <a:avLst/>
              <a:gdLst/>
              <a:ahLst/>
              <a:cxnLst/>
              <a:rect l="l" t="t" r="r" b="b"/>
              <a:pathLst>
                <a:path w="13588" h="22707" extrusionOk="0">
                  <a:moveTo>
                    <a:pt x="1246" y="22706"/>
                  </a:moveTo>
                  <a:cubicBezTo>
                    <a:pt x="1216" y="22706"/>
                    <a:pt x="1155" y="22706"/>
                    <a:pt x="1095" y="22706"/>
                  </a:cubicBezTo>
                  <a:cubicBezTo>
                    <a:pt x="456" y="22615"/>
                    <a:pt x="0" y="22038"/>
                    <a:pt x="91" y="21399"/>
                  </a:cubicBezTo>
                  <a:lnTo>
                    <a:pt x="2037" y="6931"/>
                  </a:lnTo>
                  <a:lnTo>
                    <a:pt x="11581" y="366"/>
                  </a:lnTo>
                  <a:cubicBezTo>
                    <a:pt x="12128" y="1"/>
                    <a:pt x="12858" y="122"/>
                    <a:pt x="13222" y="670"/>
                  </a:cubicBezTo>
                  <a:cubicBezTo>
                    <a:pt x="13587" y="1186"/>
                    <a:pt x="13435" y="1916"/>
                    <a:pt x="12918" y="2280"/>
                  </a:cubicBezTo>
                  <a:lnTo>
                    <a:pt x="4195" y="8268"/>
                  </a:lnTo>
                  <a:lnTo>
                    <a:pt x="2402" y="21703"/>
                  </a:lnTo>
                  <a:cubicBezTo>
                    <a:pt x="2310" y="22281"/>
                    <a:pt x="1824" y="22706"/>
                    <a:pt x="1246" y="22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876;p66"/>
            <p:cNvSpPr/>
            <p:nvPr/>
          </p:nvSpPr>
          <p:spPr>
            <a:xfrm>
              <a:off x="2262339" y="3451342"/>
              <a:ext cx="160146" cy="167865"/>
            </a:xfrm>
            <a:custGeom>
              <a:avLst/>
              <a:gdLst/>
              <a:ahLst/>
              <a:cxnLst/>
              <a:rect l="l" t="t" r="r" b="b"/>
              <a:pathLst>
                <a:path w="5685" h="5959" extrusionOk="0">
                  <a:moveTo>
                    <a:pt x="2372" y="5715"/>
                  </a:moveTo>
                  <a:cubicBezTo>
                    <a:pt x="3861" y="5958"/>
                    <a:pt x="5290" y="4955"/>
                    <a:pt x="5563" y="3436"/>
                  </a:cubicBezTo>
                  <a:cubicBezTo>
                    <a:pt x="5685" y="2554"/>
                    <a:pt x="5411" y="1703"/>
                    <a:pt x="4864" y="1095"/>
                  </a:cubicBezTo>
                  <a:cubicBezTo>
                    <a:pt x="4469" y="670"/>
                    <a:pt x="3891" y="366"/>
                    <a:pt x="3284" y="244"/>
                  </a:cubicBezTo>
                  <a:cubicBezTo>
                    <a:pt x="1764" y="1"/>
                    <a:pt x="335" y="1004"/>
                    <a:pt x="92" y="2524"/>
                  </a:cubicBezTo>
                  <a:cubicBezTo>
                    <a:pt x="1" y="3162"/>
                    <a:pt x="122" y="3770"/>
                    <a:pt x="396" y="4287"/>
                  </a:cubicBezTo>
                  <a:cubicBezTo>
                    <a:pt x="761" y="5016"/>
                    <a:pt x="1490" y="5563"/>
                    <a:pt x="2372" y="571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877;p66"/>
            <p:cNvSpPr/>
            <p:nvPr/>
          </p:nvSpPr>
          <p:spPr>
            <a:xfrm>
              <a:off x="2300030" y="3125978"/>
              <a:ext cx="160992" cy="167865"/>
            </a:xfrm>
            <a:custGeom>
              <a:avLst/>
              <a:gdLst/>
              <a:ahLst/>
              <a:cxnLst/>
              <a:rect l="l" t="t" r="r" b="b"/>
              <a:pathLst>
                <a:path w="5715" h="5959" extrusionOk="0">
                  <a:moveTo>
                    <a:pt x="2371" y="5715"/>
                  </a:moveTo>
                  <a:cubicBezTo>
                    <a:pt x="3891" y="5958"/>
                    <a:pt x="5320" y="4955"/>
                    <a:pt x="5563" y="3435"/>
                  </a:cubicBezTo>
                  <a:cubicBezTo>
                    <a:pt x="5715" y="2554"/>
                    <a:pt x="5441" y="1733"/>
                    <a:pt x="4864" y="1125"/>
                  </a:cubicBezTo>
                  <a:cubicBezTo>
                    <a:pt x="4468" y="669"/>
                    <a:pt x="3921" y="365"/>
                    <a:pt x="3283" y="244"/>
                  </a:cubicBezTo>
                  <a:cubicBezTo>
                    <a:pt x="1794" y="1"/>
                    <a:pt x="365" y="1034"/>
                    <a:pt x="122" y="2523"/>
                  </a:cubicBezTo>
                  <a:cubicBezTo>
                    <a:pt x="0" y="3162"/>
                    <a:pt x="122" y="3770"/>
                    <a:pt x="395" y="4286"/>
                  </a:cubicBezTo>
                  <a:cubicBezTo>
                    <a:pt x="791" y="5016"/>
                    <a:pt x="1490" y="5563"/>
                    <a:pt x="2371" y="571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878;p66"/>
            <p:cNvSpPr/>
            <p:nvPr/>
          </p:nvSpPr>
          <p:spPr>
            <a:xfrm>
              <a:off x="2574012" y="2900787"/>
              <a:ext cx="160146" cy="167865"/>
            </a:xfrm>
            <a:custGeom>
              <a:avLst/>
              <a:gdLst/>
              <a:ahLst/>
              <a:cxnLst/>
              <a:rect l="l" t="t" r="r" b="b"/>
              <a:pathLst>
                <a:path w="5685" h="5959" extrusionOk="0">
                  <a:moveTo>
                    <a:pt x="2372" y="5715"/>
                  </a:moveTo>
                  <a:cubicBezTo>
                    <a:pt x="3861" y="5958"/>
                    <a:pt x="5290" y="4955"/>
                    <a:pt x="5533" y="3435"/>
                  </a:cubicBezTo>
                  <a:cubicBezTo>
                    <a:pt x="5685" y="2584"/>
                    <a:pt x="5411" y="1733"/>
                    <a:pt x="4864" y="1125"/>
                  </a:cubicBezTo>
                  <a:cubicBezTo>
                    <a:pt x="4439" y="669"/>
                    <a:pt x="3892" y="365"/>
                    <a:pt x="3284" y="274"/>
                  </a:cubicBezTo>
                  <a:cubicBezTo>
                    <a:pt x="1764" y="1"/>
                    <a:pt x="335" y="1034"/>
                    <a:pt x="92" y="2554"/>
                  </a:cubicBezTo>
                  <a:cubicBezTo>
                    <a:pt x="1" y="3162"/>
                    <a:pt x="92" y="3770"/>
                    <a:pt x="366" y="4286"/>
                  </a:cubicBezTo>
                  <a:cubicBezTo>
                    <a:pt x="761" y="5016"/>
                    <a:pt x="1490" y="5563"/>
                    <a:pt x="2372" y="571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879;p66"/>
            <p:cNvSpPr/>
            <p:nvPr/>
          </p:nvSpPr>
          <p:spPr>
            <a:xfrm>
              <a:off x="2163885" y="3542979"/>
              <a:ext cx="366492" cy="243192"/>
            </a:xfrm>
            <a:custGeom>
              <a:avLst/>
              <a:gdLst/>
              <a:ahLst/>
              <a:cxnLst/>
              <a:rect l="l" t="t" r="r" b="b"/>
              <a:pathLst>
                <a:path w="13010" h="8633" extrusionOk="0">
                  <a:moveTo>
                    <a:pt x="1429" y="8633"/>
                  </a:moveTo>
                  <a:cubicBezTo>
                    <a:pt x="882" y="8633"/>
                    <a:pt x="365" y="8207"/>
                    <a:pt x="274" y="7660"/>
                  </a:cubicBezTo>
                  <a:cubicBezTo>
                    <a:pt x="0" y="5958"/>
                    <a:pt x="395" y="4256"/>
                    <a:pt x="1399" y="2888"/>
                  </a:cubicBezTo>
                  <a:cubicBezTo>
                    <a:pt x="2371" y="1490"/>
                    <a:pt x="3861" y="578"/>
                    <a:pt x="5532" y="274"/>
                  </a:cubicBezTo>
                  <a:cubicBezTo>
                    <a:pt x="7235" y="0"/>
                    <a:pt x="8906" y="395"/>
                    <a:pt x="10304" y="1398"/>
                  </a:cubicBezTo>
                  <a:cubicBezTo>
                    <a:pt x="11703" y="2371"/>
                    <a:pt x="12615" y="3860"/>
                    <a:pt x="12888" y="5532"/>
                  </a:cubicBezTo>
                  <a:cubicBezTo>
                    <a:pt x="13010" y="6171"/>
                    <a:pt x="12584" y="6778"/>
                    <a:pt x="11946" y="6870"/>
                  </a:cubicBezTo>
                  <a:cubicBezTo>
                    <a:pt x="11308" y="6991"/>
                    <a:pt x="10700" y="6566"/>
                    <a:pt x="10608" y="5927"/>
                  </a:cubicBezTo>
                  <a:cubicBezTo>
                    <a:pt x="10426" y="4864"/>
                    <a:pt x="9849" y="3921"/>
                    <a:pt x="8967" y="3283"/>
                  </a:cubicBezTo>
                  <a:cubicBezTo>
                    <a:pt x="8086" y="2645"/>
                    <a:pt x="6991" y="2401"/>
                    <a:pt x="5927" y="2584"/>
                  </a:cubicBezTo>
                  <a:cubicBezTo>
                    <a:pt x="4864" y="2766"/>
                    <a:pt x="3921" y="3344"/>
                    <a:pt x="3283" y="4225"/>
                  </a:cubicBezTo>
                  <a:cubicBezTo>
                    <a:pt x="2645" y="5107"/>
                    <a:pt x="2402" y="6201"/>
                    <a:pt x="2584" y="7265"/>
                  </a:cubicBezTo>
                  <a:cubicBezTo>
                    <a:pt x="2675" y="7903"/>
                    <a:pt x="2250" y="8511"/>
                    <a:pt x="1611" y="8602"/>
                  </a:cubicBezTo>
                  <a:cubicBezTo>
                    <a:pt x="1551" y="8602"/>
                    <a:pt x="1490" y="8633"/>
                    <a:pt x="1429" y="863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880;p66"/>
            <p:cNvSpPr/>
            <p:nvPr/>
          </p:nvSpPr>
          <p:spPr>
            <a:xfrm>
              <a:off x="2505530" y="3260406"/>
              <a:ext cx="1164520" cy="30846"/>
            </a:xfrm>
            <a:custGeom>
              <a:avLst/>
              <a:gdLst/>
              <a:ahLst/>
              <a:cxnLst/>
              <a:rect l="l" t="t" r="r" b="b"/>
              <a:pathLst>
                <a:path w="41339" h="1095" extrusionOk="0">
                  <a:moveTo>
                    <a:pt x="41338" y="1095"/>
                  </a:moveTo>
                  <a:lnTo>
                    <a:pt x="0" y="1095"/>
                  </a:lnTo>
                  <a:cubicBezTo>
                    <a:pt x="91" y="882"/>
                    <a:pt x="213" y="700"/>
                    <a:pt x="365" y="548"/>
                  </a:cubicBezTo>
                  <a:cubicBezTo>
                    <a:pt x="699" y="213"/>
                    <a:pt x="1155" y="1"/>
                    <a:pt x="1672" y="1"/>
                  </a:cubicBezTo>
                  <a:lnTo>
                    <a:pt x="39697" y="1"/>
                  </a:lnTo>
                  <a:cubicBezTo>
                    <a:pt x="40427" y="1"/>
                    <a:pt x="41065" y="457"/>
                    <a:pt x="41338" y="109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881;p66"/>
            <p:cNvSpPr/>
            <p:nvPr/>
          </p:nvSpPr>
          <p:spPr>
            <a:xfrm>
              <a:off x="2627112" y="3361451"/>
              <a:ext cx="921356" cy="30001"/>
            </a:xfrm>
            <a:custGeom>
              <a:avLst/>
              <a:gdLst/>
              <a:ahLst/>
              <a:cxnLst/>
              <a:rect l="l" t="t" r="r" b="b"/>
              <a:pathLst>
                <a:path w="32707" h="1065" extrusionOk="0">
                  <a:moveTo>
                    <a:pt x="32706" y="1064"/>
                  </a:moveTo>
                  <a:lnTo>
                    <a:pt x="0" y="1064"/>
                  </a:lnTo>
                  <a:cubicBezTo>
                    <a:pt x="92" y="851"/>
                    <a:pt x="213" y="699"/>
                    <a:pt x="365" y="517"/>
                  </a:cubicBezTo>
                  <a:cubicBezTo>
                    <a:pt x="700" y="213"/>
                    <a:pt x="1155" y="0"/>
                    <a:pt x="1672" y="0"/>
                  </a:cubicBezTo>
                  <a:lnTo>
                    <a:pt x="31034" y="0"/>
                  </a:lnTo>
                  <a:cubicBezTo>
                    <a:pt x="31794" y="0"/>
                    <a:pt x="32433" y="426"/>
                    <a:pt x="32706" y="106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882;p66"/>
            <p:cNvSpPr/>
            <p:nvPr/>
          </p:nvSpPr>
          <p:spPr>
            <a:xfrm>
              <a:off x="2864304" y="2922197"/>
              <a:ext cx="447818" cy="231219"/>
            </a:xfrm>
            <a:custGeom>
              <a:avLst/>
              <a:gdLst/>
              <a:ahLst/>
              <a:cxnLst/>
              <a:rect l="l" t="t" r="r" b="b"/>
              <a:pathLst>
                <a:path w="15897" h="8208" extrusionOk="0">
                  <a:moveTo>
                    <a:pt x="578" y="0"/>
                  </a:moveTo>
                  <a:cubicBezTo>
                    <a:pt x="243" y="0"/>
                    <a:pt x="0" y="274"/>
                    <a:pt x="0" y="578"/>
                  </a:cubicBezTo>
                  <a:lnTo>
                    <a:pt x="0" y="7630"/>
                  </a:lnTo>
                  <a:cubicBezTo>
                    <a:pt x="0" y="7934"/>
                    <a:pt x="243" y="8207"/>
                    <a:pt x="578" y="8207"/>
                  </a:cubicBezTo>
                  <a:lnTo>
                    <a:pt x="15289" y="8207"/>
                  </a:lnTo>
                  <a:cubicBezTo>
                    <a:pt x="15623" y="8207"/>
                    <a:pt x="15897" y="7934"/>
                    <a:pt x="15897" y="7630"/>
                  </a:cubicBezTo>
                  <a:lnTo>
                    <a:pt x="15897" y="578"/>
                  </a:lnTo>
                  <a:cubicBezTo>
                    <a:pt x="15897" y="274"/>
                    <a:pt x="15623" y="0"/>
                    <a:pt x="152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883;p66"/>
            <p:cNvSpPr/>
            <p:nvPr/>
          </p:nvSpPr>
          <p:spPr>
            <a:xfrm>
              <a:off x="2874557" y="2930760"/>
              <a:ext cx="426437" cy="214092"/>
            </a:xfrm>
            <a:custGeom>
              <a:avLst/>
              <a:gdLst/>
              <a:ahLst/>
              <a:cxnLst/>
              <a:rect l="l" t="t" r="r" b="b"/>
              <a:pathLst>
                <a:path w="15138" h="7600" extrusionOk="0">
                  <a:moveTo>
                    <a:pt x="15138" y="456"/>
                  </a:moveTo>
                  <a:lnTo>
                    <a:pt x="15138" y="7143"/>
                  </a:lnTo>
                  <a:cubicBezTo>
                    <a:pt x="15138" y="7387"/>
                    <a:pt x="14955" y="7599"/>
                    <a:pt x="14682" y="7599"/>
                  </a:cubicBezTo>
                  <a:lnTo>
                    <a:pt x="457" y="7599"/>
                  </a:lnTo>
                  <a:cubicBezTo>
                    <a:pt x="305" y="7599"/>
                    <a:pt x="153" y="7539"/>
                    <a:pt x="62" y="7417"/>
                  </a:cubicBezTo>
                  <a:cubicBezTo>
                    <a:pt x="31" y="7326"/>
                    <a:pt x="1" y="7235"/>
                    <a:pt x="1" y="7143"/>
                  </a:cubicBezTo>
                  <a:lnTo>
                    <a:pt x="1" y="456"/>
                  </a:lnTo>
                  <a:cubicBezTo>
                    <a:pt x="1" y="183"/>
                    <a:pt x="214" y="0"/>
                    <a:pt x="457" y="0"/>
                  </a:cubicBezTo>
                  <a:lnTo>
                    <a:pt x="14682" y="0"/>
                  </a:lnTo>
                  <a:cubicBezTo>
                    <a:pt x="14712" y="0"/>
                    <a:pt x="14743" y="0"/>
                    <a:pt x="14773" y="0"/>
                  </a:cubicBezTo>
                  <a:cubicBezTo>
                    <a:pt x="14986" y="31"/>
                    <a:pt x="15138" y="213"/>
                    <a:pt x="15138" y="45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884;p66"/>
            <p:cNvSpPr/>
            <p:nvPr/>
          </p:nvSpPr>
          <p:spPr>
            <a:xfrm>
              <a:off x="2895967" y="2950451"/>
              <a:ext cx="35128" cy="35128"/>
            </a:xfrm>
            <a:custGeom>
              <a:avLst/>
              <a:gdLst/>
              <a:ahLst/>
              <a:cxnLst/>
              <a:rect l="l" t="t" r="r" b="b"/>
              <a:pathLst>
                <a:path w="1247" h="1247" extrusionOk="0">
                  <a:moveTo>
                    <a:pt x="639" y="0"/>
                  </a:moveTo>
                  <a:cubicBezTo>
                    <a:pt x="274" y="0"/>
                    <a:pt x="1" y="274"/>
                    <a:pt x="1" y="639"/>
                  </a:cubicBezTo>
                  <a:cubicBezTo>
                    <a:pt x="1" y="973"/>
                    <a:pt x="274" y="1247"/>
                    <a:pt x="639" y="1247"/>
                  </a:cubicBezTo>
                  <a:cubicBezTo>
                    <a:pt x="973" y="1247"/>
                    <a:pt x="1247" y="973"/>
                    <a:pt x="1247" y="639"/>
                  </a:cubicBezTo>
                  <a:cubicBezTo>
                    <a:pt x="1247" y="274"/>
                    <a:pt x="973" y="0"/>
                    <a:pt x="6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885;p66"/>
            <p:cNvSpPr/>
            <p:nvPr/>
          </p:nvSpPr>
          <p:spPr>
            <a:xfrm>
              <a:off x="2908812" y="2963297"/>
              <a:ext cx="10310" cy="10310"/>
            </a:xfrm>
            <a:custGeom>
              <a:avLst/>
              <a:gdLst/>
              <a:ahLst/>
              <a:cxnLst/>
              <a:rect l="l" t="t" r="r" b="b"/>
              <a:pathLst>
                <a:path w="366" h="366" extrusionOk="0">
                  <a:moveTo>
                    <a:pt x="183" y="0"/>
                  </a:moveTo>
                  <a:cubicBezTo>
                    <a:pt x="61" y="0"/>
                    <a:pt x="1" y="61"/>
                    <a:pt x="1" y="183"/>
                  </a:cubicBezTo>
                  <a:cubicBezTo>
                    <a:pt x="1" y="274"/>
                    <a:pt x="61" y="365"/>
                    <a:pt x="183" y="365"/>
                  </a:cubicBezTo>
                  <a:cubicBezTo>
                    <a:pt x="274" y="365"/>
                    <a:pt x="365" y="274"/>
                    <a:pt x="365" y="183"/>
                  </a:cubicBezTo>
                  <a:cubicBezTo>
                    <a:pt x="365" y="61"/>
                    <a:pt x="274" y="0"/>
                    <a:pt x="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886;p66"/>
            <p:cNvSpPr/>
            <p:nvPr/>
          </p:nvSpPr>
          <p:spPr>
            <a:xfrm>
              <a:off x="2960194" y="2950451"/>
              <a:ext cx="35128" cy="35128"/>
            </a:xfrm>
            <a:custGeom>
              <a:avLst/>
              <a:gdLst/>
              <a:ahLst/>
              <a:cxnLst/>
              <a:rect l="l" t="t" r="r" b="b"/>
              <a:pathLst>
                <a:path w="1247" h="1247" extrusionOk="0">
                  <a:moveTo>
                    <a:pt x="639" y="0"/>
                  </a:moveTo>
                  <a:cubicBezTo>
                    <a:pt x="274" y="0"/>
                    <a:pt x="0" y="274"/>
                    <a:pt x="0" y="639"/>
                  </a:cubicBezTo>
                  <a:cubicBezTo>
                    <a:pt x="0" y="973"/>
                    <a:pt x="274" y="1247"/>
                    <a:pt x="639" y="1247"/>
                  </a:cubicBezTo>
                  <a:cubicBezTo>
                    <a:pt x="973" y="1247"/>
                    <a:pt x="1247" y="973"/>
                    <a:pt x="1247" y="639"/>
                  </a:cubicBezTo>
                  <a:cubicBezTo>
                    <a:pt x="1247" y="274"/>
                    <a:pt x="973" y="0"/>
                    <a:pt x="6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887;p66"/>
            <p:cNvSpPr/>
            <p:nvPr/>
          </p:nvSpPr>
          <p:spPr>
            <a:xfrm>
              <a:off x="2973040" y="2963297"/>
              <a:ext cx="10310" cy="10310"/>
            </a:xfrm>
            <a:custGeom>
              <a:avLst/>
              <a:gdLst/>
              <a:ahLst/>
              <a:cxnLst/>
              <a:rect l="l" t="t" r="r" b="b"/>
              <a:pathLst>
                <a:path w="366" h="366" extrusionOk="0">
                  <a:moveTo>
                    <a:pt x="183" y="0"/>
                  </a:moveTo>
                  <a:cubicBezTo>
                    <a:pt x="61" y="0"/>
                    <a:pt x="0" y="61"/>
                    <a:pt x="0" y="183"/>
                  </a:cubicBezTo>
                  <a:cubicBezTo>
                    <a:pt x="0" y="274"/>
                    <a:pt x="61" y="365"/>
                    <a:pt x="183" y="365"/>
                  </a:cubicBezTo>
                  <a:cubicBezTo>
                    <a:pt x="274" y="365"/>
                    <a:pt x="365" y="274"/>
                    <a:pt x="365" y="183"/>
                  </a:cubicBezTo>
                  <a:cubicBezTo>
                    <a:pt x="365" y="61"/>
                    <a:pt x="274" y="0"/>
                    <a:pt x="1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888;p66"/>
            <p:cNvSpPr/>
            <p:nvPr/>
          </p:nvSpPr>
          <p:spPr>
            <a:xfrm>
              <a:off x="3024422" y="2950451"/>
              <a:ext cx="35128" cy="35128"/>
            </a:xfrm>
            <a:custGeom>
              <a:avLst/>
              <a:gdLst/>
              <a:ahLst/>
              <a:cxnLst/>
              <a:rect l="l" t="t" r="r" b="b"/>
              <a:pathLst>
                <a:path w="1247" h="1247" extrusionOk="0">
                  <a:moveTo>
                    <a:pt x="608" y="0"/>
                  </a:moveTo>
                  <a:cubicBezTo>
                    <a:pt x="274" y="0"/>
                    <a:pt x="0" y="274"/>
                    <a:pt x="0" y="639"/>
                  </a:cubicBezTo>
                  <a:cubicBezTo>
                    <a:pt x="0" y="973"/>
                    <a:pt x="274" y="1247"/>
                    <a:pt x="608" y="1247"/>
                  </a:cubicBezTo>
                  <a:cubicBezTo>
                    <a:pt x="973" y="1247"/>
                    <a:pt x="1246" y="973"/>
                    <a:pt x="1246" y="639"/>
                  </a:cubicBezTo>
                  <a:cubicBezTo>
                    <a:pt x="1246" y="274"/>
                    <a:pt x="973" y="0"/>
                    <a:pt x="6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889;p66"/>
            <p:cNvSpPr/>
            <p:nvPr/>
          </p:nvSpPr>
          <p:spPr>
            <a:xfrm>
              <a:off x="3036394" y="2963297"/>
              <a:ext cx="10310" cy="10310"/>
            </a:xfrm>
            <a:custGeom>
              <a:avLst/>
              <a:gdLst/>
              <a:ahLst/>
              <a:cxnLst/>
              <a:rect l="l" t="t" r="r" b="b"/>
              <a:pathLst>
                <a:path w="366" h="366" extrusionOk="0">
                  <a:moveTo>
                    <a:pt x="183" y="0"/>
                  </a:moveTo>
                  <a:cubicBezTo>
                    <a:pt x="92" y="0"/>
                    <a:pt x="1" y="61"/>
                    <a:pt x="1" y="183"/>
                  </a:cubicBezTo>
                  <a:cubicBezTo>
                    <a:pt x="1" y="274"/>
                    <a:pt x="92" y="365"/>
                    <a:pt x="183" y="365"/>
                  </a:cubicBezTo>
                  <a:cubicBezTo>
                    <a:pt x="274" y="365"/>
                    <a:pt x="365" y="274"/>
                    <a:pt x="365" y="183"/>
                  </a:cubicBezTo>
                  <a:cubicBezTo>
                    <a:pt x="365" y="61"/>
                    <a:pt x="274"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890;p66"/>
            <p:cNvSpPr/>
            <p:nvPr/>
          </p:nvSpPr>
          <p:spPr>
            <a:xfrm>
              <a:off x="2822330" y="2375051"/>
              <a:ext cx="531765" cy="371647"/>
            </a:xfrm>
            <a:custGeom>
              <a:avLst/>
              <a:gdLst/>
              <a:ahLst/>
              <a:cxnLst/>
              <a:rect l="l" t="t" r="r" b="b"/>
              <a:pathLst>
                <a:path w="18877" h="13193" extrusionOk="0">
                  <a:moveTo>
                    <a:pt x="17934" y="13192"/>
                  </a:moveTo>
                  <a:lnTo>
                    <a:pt x="913" y="13192"/>
                  </a:lnTo>
                  <a:cubicBezTo>
                    <a:pt x="396" y="13192"/>
                    <a:pt x="1" y="12767"/>
                    <a:pt x="1" y="12250"/>
                  </a:cubicBezTo>
                  <a:lnTo>
                    <a:pt x="1" y="943"/>
                  </a:lnTo>
                  <a:cubicBezTo>
                    <a:pt x="1" y="426"/>
                    <a:pt x="396" y="1"/>
                    <a:pt x="913" y="1"/>
                  </a:cubicBezTo>
                  <a:lnTo>
                    <a:pt x="17934" y="1"/>
                  </a:lnTo>
                  <a:cubicBezTo>
                    <a:pt x="18451" y="1"/>
                    <a:pt x="18876" y="426"/>
                    <a:pt x="18876" y="943"/>
                  </a:cubicBezTo>
                  <a:lnTo>
                    <a:pt x="18876" y="12250"/>
                  </a:lnTo>
                  <a:cubicBezTo>
                    <a:pt x="18876" y="12767"/>
                    <a:pt x="18451" y="13192"/>
                    <a:pt x="17934" y="13192"/>
                  </a:cubicBezTo>
                  <a:close/>
                  <a:moveTo>
                    <a:pt x="913" y="396"/>
                  </a:moveTo>
                  <a:cubicBezTo>
                    <a:pt x="609" y="396"/>
                    <a:pt x="365" y="639"/>
                    <a:pt x="365" y="943"/>
                  </a:cubicBezTo>
                  <a:lnTo>
                    <a:pt x="365" y="12250"/>
                  </a:lnTo>
                  <a:cubicBezTo>
                    <a:pt x="365" y="12554"/>
                    <a:pt x="609" y="12797"/>
                    <a:pt x="913" y="12797"/>
                  </a:cubicBezTo>
                  <a:lnTo>
                    <a:pt x="17934" y="12797"/>
                  </a:lnTo>
                  <a:cubicBezTo>
                    <a:pt x="18238" y="12797"/>
                    <a:pt x="18481" y="12554"/>
                    <a:pt x="18481" y="12250"/>
                  </a:cubicBezTo>
                  <a:lnTo>
                    <a:pt x="18481" y="943"/>
                  </a:lnTo>
                  <a:cubicBezTo>
                    <a:pt x="18481" y="639"/>
                    <a:pt x="18238" y="396"/>
                    <a:pt x="17934" y="396"/>
                  </a:cubicBezTo>
                  <a:lnTo>
                    <a:pt x="913" y="39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891;p66"/>
            <p:cNvSpPr/>
            <p:nvPr/>
          </p:nvSpPr>
          <p:spPr>
            <a:xfrm>
              <a:off x="1924130" y="2796333"/>
              <a:ext cx="77101" cy="86510"/>
            </a:xfrm>
            <a:custGeom>
              <a:avLst/>
              <a:gdLst/>
              <a:ahLst/>
              <a:cxnLst/>
              <a:rect l="l" t="t" r="r" b="b"/>
              <a:pathLst>
                <a:path w="2737" h="3071" extrusionOk="0">
                  <a:moveTo>
                    <a:pt x="365" y="0"/>
                  </a:moveTo>
                  <a:cubicBezTo>
                    <a:pt x="92" y="91"/>
                    <a:pt x="1" y="487"/>
                    <a:pt x="487" y="943"/>
                  </a:cubicBezTo>
                  <a:cubicBezTo>
                    <a:pt x="973" y="1368"/>
                    <a:pt x="2219" y="2584"/>
                    <a:pt x="2645" y="3070"/>
                  </a:cubicBezTo>
                  <a:cubicBezTo>
                    <a:pt x="2645" y="3070"/>
                    <a:pt x="2736" y="1733"/>
                    <a:pt x="2493" y="1064"/>
                  </a:cubicBezTo>
                  <a:cubicBezTo>
                    <a:pt x="2493" y="1034"/>
                    <a:pt x="2463" y="1034"/>
                    <a:pt x="2463" y="1003"/>
                  </a:cubicBezTo>
                  <a:cubicBezTo>
                    <a:pt x="2463" y="973"/>
                    <a:pt x="2432" y="943"/>
                    <a:pt x="2432" y="912"/>
                  </a:cubicBezTo>
                  <a:lnTo>
                    <a:pt x="2341" y="1034"/>
                  </a:lnTo>
                  <a:cubicBezTo>
                    <a:pt x="2341" y="1034"/>
                    <a:pt x="2195" y="1080"/>
                    <a:pt x="1954" y="1080"/>
                  </a:cubicBezTo>
                  <a:cubicBezTo>
                    <a:pt x="1677" y="1080"/>
                    <a:pt x="1275" y="1020"/>
                    <a:pt x="821" y="760"/>
                  </a:cubicBezTo>
                  <a:cubicBezTo>
                    <a:pt x="304" y="426"/>
                    <a:pt x="335" y="91"/>
                    <a:pt x="3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892;p66"/>
            <p:cNvSpPr/>
            <p:nvPr/>
          </p:nvSpPr>
          <p:spPr>
            <a:xfrm>
              <a:off x="1871057" y="2790333"/>
              <a:ext cx="156710" cy="335674"/>
            </a:xfrm>
            <a:custGeom>
              <a:avLst/>
              <a:gdLst/>
              <a:ahLst/>
              <a:cxnLst/>
              <a:rect l="l" t="t" r="r" b="b"/>
              <a:pathLst>
                <a:path w="5563" h="11916" extrusionOk="0">
                  <a:moveTo>
                    <a:pt x="4377" y="1277"/>
                  </a:moveTo>
                  <a:cubicBezTo>
                    <a:pt x="4499" y="1581"/>
                    <a:pt x="4833" y="2341"/>
                    <a:pt x="5137" y="3405"/>
                  </a:cubicBezTo>
                  <a:cubicBezTo>
                    <a:pt x="5562" y="4742"/>
                    <a:pt x="5015" y="7022"/>
                    <a:pt x="4073" y="8754"/>
                  </a:cubicBezTo>
                  <a:cubicBezTo>
                    <a:pt x="4043" y="8815"/>
                    <a:pt x="4012" y="8876"/>
                    <a:pt x="3982" y="8937"/>
                  </a:cubicBezTo>
                  <a:cubicBezTo>
                    <a:pt x="3404" y="9909"/>
                    <a:pt x="2827" y="10882"/>
                    <a:pt x="2371" y="11916"/>
                  </a:cubicBezTo>
                  <a:lnTo>
                    <a:pt x="2249" y="11916"/>
                  </a:lnTo>
                  <a:lnTo>
                    <a:pt x="2249" y="11916"/>
                  </a:lnTo>
                  <a:cubicBezTo>
                    <a:pt x="1246" y="10578"/>
                    <a:pt x="1520" y="8542"/>
                    <a:pt x="1702" y="6657"/>
                  </a:cubicBezTo>
                  <a:cubicBezTo>
                    <a:pt x="1976" y="4104"/>
                    <a:pt x="2037" y="1520"/>
                    <a:pt x="122" y="1460"/>
                  </a:cubicBezTo>
                  <a:lnTo>
                    <a:pt x="30" y="1460"/>
                  </a:lnTo>
                  <a:lnTo>
                    <a:pt x="0" y="548"/>
                  </a:lnTo>
                  <a:cubicBezTo>
                    <a:pt x="912" y="153"/>
                    <a:pt x="1733" y="1"/>
                    <a:pt x="2340" y="61"/>
                  </a:cubicBezTo>
                  <a:lnTo>
                    <a:pt x="2280" y="183"/>
                  </a:lnTo>
                  <a:cubicBezTo>
                    <a:pt x="2280" y="183"/>
                    <a:pt x="2280" y="183"/>
                    <a:pt x="2280" y="213"/>
                  </a:cubicBezTo>
                  <a:cubicBezTo>
                    <a:pt x="1976" y="304"/>
                    <a:pt x="1885" y="700"/>
                    <a:pt x="2371" y="1156"/>
                  </a:cubicBezTo>
                  <a:cubicBezTo>
                    <a:pt x="2857" y="1611"/>
                    <a:pt x="4103" y="2797"/>
                    <a:pt x="4529" y="3283"/>
                  </a:cubicBezTo>
                  <a:cubicBezTo>
                    <a:pt x="4529" y="3283"/>
                    <a:pt x="4620" y="1946"/>
                    <a:pt x="4377" y="1277"/>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893;p66"/>
            <p:cNvSpPr/>
            <p:nvPr/>
          </p:nvSpPr>
          <p:spPr>
            <a:xfrm>
              <a:off x="1932693" y="2720894"/>
              <a:ext cx="142174" cy="106370"/>
            </a:xfrm>
            <a:custGeom>
              <a:avLst/>
              <a:gdLst/>
              <a:ahLst/>
              <a:cxnLst/>
              <a:rect l="l" t="t" r="r" b="b"/>
              <a:pathLst>
                <a:path w="5047" h="3776" extrusionOk="0">
                  <a:moveTo>
                    <a:pt x="3748" y="1"/>
                  </a:moveTo>
                  <a:cubicBezTo>
                    <a:pt x="3734" y="1"/>
                    <a:pt x="3721" y="1"/>
                    <a:pt x="3709" y="3"/>
                  </a:cubicBezTo>
                  <a:cubicBezTo>
                    <a:pt x="3557" y="3"/>
                    <a:pt x="3496" y="247"/>
                    <a:pt x="3283" y="520"/>
                  </a:cubicBezTo>
                  <a:cubicBezTo>
                    <a:pt x="3070" y="763"/>
                    <a:pt x="2767" y="794"/>
                    <a:pt x="2645" y="885"/>
                  </a:cubicBezTo>
                  <a:cubicBezTo>
                    <a:pt x="2523" y="976"/>
                    <a:pt x="2280" y="1462"/>
                    <a:pt x="2219" y="1523"/>
                  </a:cubicBezTo>
                  <a:cubicBezTo>
                    <a:pt x="2209" y="1527"/>
                    <a:pt x="2199" y="1528"/>
                    <a:pt x="2189" y="1528"/>
                  </a:cubicBezTo>
                  <a:cubicBezTo>
                    <a:pt x="2109" y="1528"/>
                    <a:pt x="2037" y="1432"/>
                    <a:pt x="2037" y="1432"/>
                  </a:cubicBezTo>
                  <a:lnTo>
                    <a:pt x="2219" y="946"/>
                  </a:lnTo>
                  <a:cubicBezTo>
                    <a:pt x="2219" y="946"/>
                    <a:pt x="2174" y="515"/>
                    <a:pt x="1888" y="515"/>
                  </a:cubicBezTo>
                  <a:cubicBezTo>
                    <a:pt x="1842" y="515"/>
                    <a:pt x="1791" y="526"/>
                    <a:pt x="1733" y="551"/>
                  </a:cubicBezTo>
                  <a:cubicBezTo>
                    <a:pt x="1399" y="703"/>
                    <a:pt x="1247" y="1067"/>
                    <a:pt x="1308" y="1432"/>
                  </a:cubicBezTo>
                  <a:lnTo>
                    <a:pt x="578" y="1736"/>
                  </a:lnTo>
                  <a:lnTo>
                    <a:pt x="152" y="2526"/>
                  </a:lnTo>
                  <a:lnTo>
                    <a:pt x="92" y="2648"/>
                  </a:lnTo>
                  <a:cubicBezTo>
                    <a:pt x="92" y="2648"/>
                    <a:pt x="92" y="2648"/>
                    <a:pt x="61" y="2678"/>
                  </a:cubicBezTo>
                  <a:cubicBezTo>
                    <a:pt x="31" y="2800"/>
                    <a:pt x="0" y="3104"/>
                    <a:pt x="517" y="3438"/>
                  </a:cubicBezTo>
                  <a:cubicBezTo>
                    <a:pt x="1004" y="3716"/>
                    <a:pt x="1430" y="3776"/>
                    <a:pt x="1707" y="3776"/>
                  </a:cubicBezTo>
                  <a:cubicBezTo>
                    <a:pt x="1914" y="3776"/>
                    <a:pt x="2037" y="3742"/>
                    <a:pt x="2037" y="3742"/>
                  </a:cubicBezTo>
                  <a:lnTo>
                    <a:pt x="2098" y="3590"/>
                  </a:lnTo>
                  <a:lnTo>
                    <a:pt x="2159" y="3499"/>
                  </a:lnTo>
                  <a:lnTo>
                    <a:pt x="2250" y="3317"/>
                  </a:lnTo>
                  <a:cubicBezTo>
                    <a:pt x="2250" y="3317"/>
                    <a:pt x="3101" y="3529"/>
                    <a:pt x="3222" y="3529"/>
                  </a:cubicBezTo>
                  <a:cubicBezTo>
                    <a:pt x="3344" y="3499"/>
                    <a:pt x="4104" y="3104"/>
                    <a:pt x="4499" y="2314"/>
                  </a:cubicBezTo>
                  <a:cubicBezTo>
                    <a:pt x="4894" y="1554"/>
                    <a:pt x="5016" y="459"/>
                    <a:pt x="5046" y="368"/>
                  </a:cubicBezTo>
                  <a:cubicBezTo>
                    <a:pt x="4925" y="368"/>
                    <a:pt x="4803" y="338"/>
                    <a:pt x="4712" y="307"/>
                  </a:cubicBezTo>
                  <a:cubicBezTo>
                    <a:pt x="4371" y="194"/>
                    <a:pt x="3950" y="1"/>
                    <a:pt x="3748" y="1"/>
                  </a:cubicBezTo>
                  <a:close/>
                </a:path>
              </a:pathLst>
            </a:custGeom>
            <a:solidFill>
              <a:srgbClr val="DA7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894;p66"/>
            <p:cNvSpPr/>
            <p:nvPr/>
          </p:nvSpPr>
          <p:spPr>
            <a:xfrm>
              <a:off x="1934412" y="3114851"/>
              <a:ext cx="115610" cy="39410"/>
            </a:xfrm>
            <a:custGeom>
              <a:avLst/>
              <a:gdLst/>
              <a:ahLst/>
              <a:cxnLst/>
              <a:rect l="l" t="t" r="r" b="b"/>
              <a:pathLst>
                <a:path w="4104" h="1399" extrusionOk="0">
                  <a:moveTo>
                    <a:pt x="3161" y="0"/>
                  </a:moveTo>
                  <a:cubicBezTo>
                    <a:pt x="3161" y="0"/>
                    <a:pt x="3557" y="31"/>
                    <a:pt x="4104" y="122"/>
                  </a:cubicBezTo>
                  <a:lnTo>
                    <a:pt x="3709" y="1399"/>
                  </a:lnTo>
                  <a:lnTo>
                    <a:pt x="487" y="912"/>
                  </a:lnTo>
                  <a:lnTo>
                    <a:pt x="487" y="912"/>
                  </a:lnTo>
                  <a:cubicBezTo>
                    <a:pt x="304" y="760"/>
                    <a:pt x="122" y="608"/>
                    <a:pt x="0" y="396"/>
                  </a:cubicBezTo>
                  <a:lnTo>
                    <a:pt x="0" y="396"/>
                  </a:lnTo>
                  <a:lnTo>
                    <a:pt x="122" y="396"/>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895;p66"/>
            <p:cNvSpPr/>
            <p:nvPr/>
          </p:nvSpPr>
          <p:spPr>
            <a:xfrm>
              <a:off x="2171575" y="3062624"/>
              <a:ext cx="45410" cy="46255"/>
            </a:xfrm>
            <a:custGeom>
              <a:avLst/>
              <a:gdLst/>
              <a:ahLst/>
              <a:cxnLst/>
              <a:rect l="l" t="t" r="r" b="b"/>
              <a:pathLst>
                <a:path w="1612" h="1642" extrusionOk="0">
                  <a:moveTo>
                    <a:pt x="1460" y="1338"/>
                  </a:moveTo>
                  <a:cubicBezTo>
                    <a:pt x="1460" y="1368"/>
                    <a:pt x="1460" y="1429"/>
                    <a:pt x="1460" y="1459"/>
                  </a:cubicBezTo>
                  <a:cubicBezTo>
                    <a:pt x="1460" y="1459"/>
                    <a:pt x="761" y="1550"/>
                    <a:pt x="1" y="1642"/>
                  </a:cubicBezTo>
                  <a:lnTo>
                    <a:pt x="548" y="0"/>
                  </a:lnTo>
                  <a:cubicBezTo>
                    <a:pt x="1004" y="31"/>
                    <a:pt x="1369" y="31"/>
                    <a:pt x="1612" y="31"/>
                  </a:cubicBezTo>
                  <a:cubicBezTo>
                    <a:pt x="1612" y="31"/>
                    <a:pt x="1369" y="578"/>
                    <a:pt x="1460" y="1338"/>
                  </a:cubicBezTo>
                  <a:close/>
                </a:path>
              </a:pathLst>
            </a:custGeom>
            <a:solidFill>
              <a:srgbClr val="CE48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896;p66"/>
            <p:cNvSpPr/>
            <p:nvPr/>
          </p:nvSpPr>
          <p:spPr>
            <a:xfrm>
              <a:off x="1799985" y="2831433"/>
              <a:ext cx="265446" cy="392183"/>
            </a:xfrm>
            <a:custGeom>
              <a:avLst/>
              <a:gdLst/>
              <a:ahLst/>
              <a:cxnLst/>
              <a:rect l="l" t="t" r="r" b="b"/>
              <a:pathLst>
                <a:path w="9423" h="13922" extrusionOk="0">
                  <a:moveTo>
                    <a:pt x="4164" y="13040"/>
                  </a:moveTo>
                  <a:cubicBezTo>
                    <a:pt x="1307" y="12037"/>
                    <a:pt x="517" y="8086"/>
                    <a:pt x="274" y="5381"/>
                  </a:cubicBezTo>
                  <a:cubicBezTo>
                    <a:pt x="0" y="2675"/>
                    <a:pt x="973" y="61"/>
                    <a:pt x="2553" y="1"/>
                  </a:cubicBezTo>
                  <a:lnTo>
                    <a:pt x="2614" y="1"/>
                  </a:lnTo>
                  <a:cubicBezTo>
                    <a:pt x="4560" y="61"/>
                    <a:pt x="4499" y="2645"/>
                    <a:pt x="4225" y="5198"/>
                  </a:cubicBezTo>
                  <a:cubicBezTo>
                    <a:pt x="4043" y="7083"/>
                    <a:pt x="3769" y="9119"/>
                    <a:pt x="4772" y="10487"/>
                  </a:cubicBezTo>
                  <a:cubicBezTo>
                    <a:pt x="4894" y="10669"/>
                    <a:pt x="5046" y="10821"/>
                    <a:pt x="5259" y="11004"/>
                  </a:cubicBezTo>
                  <a:lnTo>
                    <a:pt x="5259" y="11004"/>
                  </a:lnTo>
                  <a:cubicBezTo>
                    <a:pt x="5411" y="11125"/>
                    <a:pt x="5593" y="11247"/>
                    <a:pt x="5806" y="11368"/>
                  </a:cubicBezTo>
                  <a:lnTo>
                    <a:pt x="8481" y="11855"/>
                  </a:lnTo>
                  <a:lnTo>
                    <a:pt x="9301" y="11672"/>
                  </a:lnTo>
                  <a:cubicBezTo>
                    <a:pt x="9423" y="11916"/>
                    <a:pt x="9423" y="12159"/>
                    <a:pt x="9392" y="12341"/>
                  </a:cubicBezTo>
                  <a:cubicBezTo>
                    <a:pt x="9362" y="12554"/>
                    <a:pt x="9301" y="12675"/>
                    <a:pt x="9301" y="12675"/>
                  </a:cubicBezTo>
                  <a:cubicBezTo>
                    <a:pt x="9301" y="12675"/>
                    <a:pt x="7508" y="13922"/>
                    <a:pt x="4438" y="13101"/>
                  </a:cubicBezTo>
                  <a:cubicBezTo>
                    <a:pt x="4347" y="13101"/>
                    <a:pt x="4256" y="13071"/>
                    <a:pt x="4164" y="1304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897;p66"/>
            <p:cNvSpPr/>
            <p:nvPr/>
          </p:nvSpPr>
          <p:spPr>
            <a:xfrm>
              <a:off x="1609020" y="2805742"/>
              <a:ext cx="313419" cy="500074"/>
            </a:xfrm>
            <a:custGeom>
              <a:avLst/>
              <a:gdLst/>
              <a:ahLst/>
              <a:cxnLst/>
              <a:rect l="l" t="t" r="r" b="b"/>
              <a:pathLst>
                <a:path w="11126" h="17752" extrusionOk="0">
                  <a:moveTo>
                    <a:pt x="7053" y="6293"/>
                  </a:moveTo>
                  <a:cubicBezTo>
                    <a:pt x="7296" y="8998"/>
                    <a:pt x="8086" y="12949"/>
                    <a:pt x="10943" y="13922"/>
                  </a:cubicBezTo>
                  <a:cubicBezTo>
                    <a:pt x="10943" y="13952"/>
                    <a:pt x="10943" y="13952"/>
                    <a:pt x="10943" y="13952"/>
                  </a:cubicBezTo>
                  <a:cubicBezTo>
                    <a:pt x="10822" y="14955"/>
                    <a:pt x="11126" y="16445"/>
                    <a:pt x="11126" y="16445"/>
                  </a:cubicBezTo>
                  <a:cubicBezTo>
                    <a:pt x="11126" y="16445"/>
                    <a:pt x="10974" y="16505"/>
                    <a:pt x="10731" y="16597"/>
                  </a:cubicBezTo>
                  <a:lnTo>
                    <a:pt x="10731" y="16627"/>
                  </a:lnTo>
                  <a:cubicBezTo>
                    <a:pt x="10032" y="16870"/>
                    <a:pt x="8421" y="17417"/>
                    <a:pt x="6749" y="17600"/>
                  </a:cubicBezTo>
                  <a:cubicBezTo>
                    <a:pt x="6597" y="17630"/>
                    <a:pt x="6445" y="17630"/>
                    <a:pt x="6293" y="17660"/>
                  </a:cubicBezTo>
                  <a:cubicBezTo>
                    <a:pt x="4560" y="17752"/>
                    <a:pt x="2129" y="17508"/>
                    <a:pt x="913" y="17387"/>
                  </a:cubicBezTo>
                  <a:cubicBezTo>
                    <a:pt x="426" y="17326"/>
                    <a:pt x="123" y="17265"/>
                    <a:pt x="123" y="17265"/>
                  </a:cubicBezTo>
                  <a:cubicBezTo>
                    <a:pt x="123" y="17265"/>
                    <a:pt x="1" y="15654"/>
                    <a:pt x="730" y="13253"/>
                  </a:cubicBezTo>
                  <a:cubicBezTo>
                    <a:pt x="1490" y="10791"/>
                    <a:pt x="3557" y="5897"/>
                    <a:pt x="5655" y="3040"/>
                  </a:cubicBezTo>
                  <a:cubicBezTo>
                    <a:pt x="6840" y="1460"/>
                    <a:pt x="8147" y="517"/>
                    <a:pt x="9302" y="1"/>
                  </a:cubicBezTo>
                  <a:lnTo>
                    <a:pt x="9332" y="913"/>
                  </a:lnTo>
                  <a:cubicBezTo>
                    <a:pt x="7782" y="973"/>
                    <a:pt x="6779" y="3557"/>
                    <a:pt x="7053" y="6293"/>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898;p66"/>
            <p:cNvSpPr/>
            <p:nvPr/>
          </p:nvSpPr>
          <p:spPr>
            <a:xfrm>
              <a:off x="2210112" y="3063469"/>
              <a:ext cx="138737" cy="57833"/>
            </a:xfrm>
            <a:custGeom>
              <a:avLst/>
              <a:gdLst/>
              <a:ahLst/>
              <a:cxnLst/>
              <a:rect l="l" t="t" r="r" b="b"/>
              <a:pathLst>
                <a:path w="4925" h="2053" extrusionOk="0">
                  <a:moveTo>
                    <a:pt x="244" y="1"/>
                  </a:moveTo>
                  <a:cubicBezTo>
                    <a:pt x="244" y="1"/>
                    <a:pt x="1" y="548"/>
                    <a:pt x="92" y="1308"/>
                  </a:cubicBezTo>
                  <a:cubicBezTo>
                    <a:pt x="183" y="1277"/>
                    <a:pt x="274" y="1277"/>
                    <a:pt x="305" y="1277"/>
                  </a:cubicBezTo>
                  <a:cubicBezTo>
                    <a:pt x="578" y="1338"/>
                    <a:pt x="791" y="1946"/>
                    <a:pt x="1125" y="2037"/>
                  </a:cubicBezTo>
                  <a:cubicBezTo>
                    <a:pt x="1169" y="2048"/>
                    <a:pt x="1211" y="2053"/>
                    <a:pt x="1251" y="2053"/>
                  </a:cubicBezTo>
                  <a:cubicBezTo>
                    <a:pt x="1545" y="2053"/>
                    <a:pt x="1733" y="1794"/>
                    <a:pt x="1733" y="1794"/>
                  </a:cubicBezTo>
                  <a:cubicBezTo>
                    <a:pt x="1733" y="1794"/>
                    <a:pt x="1947" y="1911"/>
                    <a:pt x="2188" y="1911"/>
                  </a:cubicBezTo>
                  <a:cubicBezTo>
                    <a:pt x="2249" y="1911"/>
                    <a:pt x="2311" y="1903"/>
                    <a:pt x="2372" y="1885"/>
                  </a:cubicBezTo>
                  <a:cubicBezTo>
                    <a:pt x="2645" y="1824"/>
                    <a:pt x="3040" y="1095"/>
                    <a:pt x="3040" y="1095"/>
                  </a:cubicBezTo>
                  <a:cubicBezTo>
                    <a:pt x="3040" y="1095"/>
                    <a:pt x="3568" y="1167"/>
                    <a:pt x="4038" y="1167"/>
                  </a:cubicBezTo>
                  <a:cubicBezTo>
                    <a:pt x="4373" y="1167"/>
                    <a:pt x="4679" y="1130"/>
                    <a:pt x="4742" y="1004"/>
                  </a:cubicBezTo>
                  <a:cubicBezTo>
                    <a:pt x="4925" y="700"/>
                    <a:pt x="3344" y="457"/>
                    <a:pt x="2767" y="274"/>
                  </a:cubicBezTo>
                  <a:cubicBezTo>
                    <a:pt x="2189" y="92"/>
                    <a:pt x="973" y="1"/>
                    <a:pt x="396" y="1"/>
                  </a:cubicBezTo>
                  <a:close/>
                </a:path>
              </a:pathLst>
            </a:custGeom>
            <a:solidFill>
              <a:srgbClr val="DA7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899;p66"/>
            <p:cNvSpPr/>
            <p:nvPr/>
          </p:nvSpPr>
          <p:spPr>
            <a:xfrm>
              <a:off x="2038866" y="2986424"/>
              <a:ext cx="172992" cy="167837"/>
            </a:xfrm>
            <a:custGeom>
              <a:avLst/>
              <a:gdLst/>
              <a:ahLst/>
              <a:cxnLst/>
              <a:rect l="l" t="t" r="r" b="b"/>
              <a:pathLst>
                <a:path w="6141" h="5958" extrusionOk="0">
                  <a:moveTo>
                    <a:pt x="5259" y="2705"/>
                  </a:moveTo>
                  <a:lnTo>
                    <a:pt x="4712" y="4347"/>
                  </a:lnTo>
                  <a:lnTo>
                    <a:pt x="4438" y="5198"/>
                  </a:lnTo>
                  <a:lnTo>
                    <a:pt x="1" y="5958"/>
                  </a:lnTo>
                  <a:lnTo>
                    <a:pt x="396" y="4681"/>
                  </a:lnTo>
                  <a:lnTo>
                    <a:pt x="578" y="4134"/>
                  </a:lnTo>
                  <a:lnTo>
                    <a:pt x="1399" y="1520"/>
                  </a:lnTo>
                  <a:lnTo>
                    <a:pt x="1764" y="334"/>
                  </a:lnTo>
                  <a:cubicBezTo>
                    <a:pt x="1824" y="334"/>
                    <a:pt x="6140" y="0"/>
                    <a:pt x="6140" y="0"/>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900;p66"/>
            <p:cNvSpPr/>
            <p:nvPr/>
          </p:nvSpPr>
          <p:spPr>
            <a:xfrm>
              <a:off x="2038866" y="3132824"/>
              <a:ext cx="125047" cy="32565"/>
            </a:xfrm>
            <a:custGeom>
              <a:avLst/>
              <a:gdLst/>
              <a:ahLst/>
              <a:cxnLst/>
              <a:rect l="l" t="t" r="r" b="b"/>
              <a:pathLst>
                <a:path w="4439" h="1156" extrusionOk="0">
                  <a:moveTo>
                    <a:pt x="4438" y="1"/>
                  </a:moveTo>
                  <a:lnTo>
                    <a:pt x="4438" y="305"/>
                  </a:lnTo>
                  <a:lnTo>
                    <a:pt x="3678" y="426"/>
                  </a:lnTo>
                  <a:lnTo>
                    <a:pt x="821" y="973"/>
                  </a:lnTo>
                  <a:lnTo>
                    <a:pt x="1" y="1156"/>
                  </a:lnTo>
                  <a:lnTo>
                    <a:pt x="1" y="76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901;p66"/>
            <p:cNvSpPr/>
            <p:nvPr/>
          </p:nvSpPr>
          <p:spPr>
            <a:xfrm>
              <a:off x="2061994" y="3144824"/>
              <a:ext cx="83073" cy="33410"/>
            </a:xfrm>
            <a:custGeom>
              <a:avLst/>
              <a:gdLst/>
              <a:ahLst/>
              <a:cxnLst/>
              <a:rect l="l" t="t" r="r" b="b"/>
              <a:pathLst>
                <a:path w="2949" h="1186" extrusionOk="0">
                  <a:moveTo>
                    <a:pt x="2857" y="0"/>
                  </a:moveTo>
                  <a:lnTo>
                    <a:pt x="0" y="547"/>
                  </a:lnTo>
                  <a:cubicBezTo>
                    <a:pt x="91" y="791"/>
                    <a:pt x="122" y="1034"/>
                    <a:pt x="91" y="1186"/>
                  </a:cubicBezTo>
                  <a:lnTo>
                    <a:pt x="517" y="882"/>
                  </a:lnTo>
                  <a:cubicBezTo>
                    <a:pt x="517" y="882"/>
                    <a:pt x="868" y="949"/>
                    <a:pt x="1246" y="949"/>
                  </a:cubicBezTo>
                  <a:cubicBezTo>
                    <a:pt x="1436" y="949"/>
                    <a:pt x="1631" y="932"/>
                    <a:pt x="1794" y="882"/>
                  </a:cubicBezTo>
                  <a:cubicBezTo>
                    <a:pt x="2310" y="730"/>
                    <a:pt x="2645" y="456"/>
                    <a:pt x="2797" y="304"/>
                  </a:cubicBezTo>
                  <a:cubicBezTo>
                    <a:pt x="2949" y="122"/>
                    <a:pt x="2857" y="0"/>
                    <a:pt x="2857" y="0"/>
                  </a:cubicBezTo>
                  <a:close/>
                </a:path>
              </a:pathLst>
            </a:custGeom>
            <a:solidFill>
              <a:srgbClr val="DA7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902;p66"/>
            <p:cNvSpPr/>
            <p:nvPr/>
          </p:nvSpPr>
          <p:spPr>
            <a:xfrm>
              <a:off x="1948976" y="2661032"/>
              <a:ext cx="154991" cy="107919"/>
            </a:xfrm>
            <a:custGeom>
              <a:avLst/>
              <a:gdLst/>
              <a:ahLst/>
              <a:cxnLst/>
              <a:rect l="l" t="t" r="r" b="b"/>
              <a:pathLst>
                <a:path w="5502" h="3831" extrusionOk="0">
                  <a:moveTo>
                    <a:pt x="4468" y="2493"/>
                  </a:moveTo>
                  <a:cubicBezTo>
                    <a:pt x="4347" y="2493"/>
                    <a:pt x="4255" y="2463"/>
                    <a:pt x="4134" y="2432"/>
                  </a:cubicBezTo>
                  <a:cubicBezTo>
                    <a:pt x="3769" y="2311"/>
                    <a:pt x="3313" y="2098"/>
                    <a:pt x="3131" y="2098"/>
                  </a:cubicBezTo>
                  <a:cubicBezTo>
                    <a:pt x="2979" y="2128"/>
                    <a:pt x="2918" y="2372"/>
                    <a:pt x="2705" y="2645"/>
                  </a:cubicBezTo>
                  <a:cubicBezTo>
                    <a:pt x="2492" y="2888"/>
                    <a:pt x="2189" y="2888"/>
                    <a:pt x="2067" y="2980"/>
                  </a:cubicBezTo>
                  <a:cubicBezTo>
                    <a:pt x="1945" y="3101"/>
                    <a:pt x="1702" y="3587"/>
                    <a:pt x="1641" y="3618"/>
                  </a:cubicBezTo>
                  <a:cubicBezTo>
                    <a:pt x="1550" y="3679"/>
                    <a:pt x="1459" y="3557"/>
                    <a:pt x="1459" y="3557"/>
                  </a:cubicBezTo>
                  <a:lnTo>
                    <a:pt x="1641" y="3040"/>
                  </a:lnTo>
                  <a:cubicBezTo>
                    <a:pt x="1641" y="3040"/>
                    <a:pt x="1581" y="2493"/>
                    <a:pt x="1155" y="2676"/>
                  </a:cubicBezTo>
                  <a:cubicBezTo>
                    <a:pt x="821" y="2828"/>
                    <a:pt x="669" y="3192"/>
                    <a:pt x="730" y="3527"/>
                  </a:cubicBezTo>
                  <a:lnTo>
                    <a:pt x="0" y="3831"/>
                  </a:lnTo>
                  <a:cubicBezTo>
                    <a:pt x="0" y="3831"/>
                    <a:pt x="122" y="2493"/>
                    <a:pt x="152" y="2037"/>
                  </a:cubicBezTo>
                  <a:cubicBezTo>
                    <a:pt x="274" y="578"/>
                    <a:pt x="2189" y="1"/>
                    <a:pt x="3374" y="396"/>
                  </a:cubicBezTo>
                  <a:cubicBezTo>
                    <a:pt x="3860" y="548"/>
                    <a:pt x="4316" y="821"/>
                    <a:pt x="4742" y="1125"/>
                  </a:cubicBezTo>
                  <a:cubicBezTo>
                    <a:pt x="5046" y="1369"/>
                    <a:pt x="5502" y="1642"/>
                    <a:pt x="5228" y="2098"/>
                  </a:cubicBezTo>
                  <a:cubicBezTo>
                    <a:pt x="5076" y="2372"/>
                    <a:pt x="4772" y="2493"/>
                    <a:pt x="4468" y="24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903;p66"/>
            <p:cNvSpPr/>
            <p:nvPr/>
          </p:nvSpPr>
          <p:spPr>
            <a:xfrm>
              <a:off x="1985794" y="2819432"/>
              <a:ext cx="92482" cy="283447"/>
            </a:xfrm>
            <a:custGeom>
              <a:avLst/>
              <a:gdLst/>
              <a:ahLst/>
              <a:cxnLst/>
              <a:rect l="l" t="t" r="r" b="b"/>
              <a:pathLst>
                <a:path w="3283" h="10062" extrusionOk="0">
                  <a:moveTo>
                    <a:pt x="3283" y="7448"/>
                  </a:moveTo>
                  <a:lnTo>
                    <a:pt x="2462" y="10062"/>
                  </a:lnTo>
                  <a:cubicBezTo>
                    <a:pt x="1581" y="9697"/>
                    <a:pt x="699" y="8998"/>
                    <a:pt x="0" y="7721"/>
                  </a:cubicBezTo>
                  <a:cubicBezTo>
                    <a:pt x="942" y="5989"/>
                    <a:pt x="1489" y="3709"/>
                    <a:pt x="1064" y="2372"/>
                  </a:cubicBezTo>
                  <a:cubicBezTo>
                    <a:pt x="760" y="1308"/>
                    <a:pt x="426" y="548"/>
                    <a:pt x="304" y="244"/>
                  </a:cubicBezTo>
                  <a:cubicBezTo>
                    <a:pt x="304" y="214"/>
                    <a:pt x="274" y="214"/>
                    <a:pt x="274" y="183"/>
                  </a:cubicBezTo>
                  <a:cubicBezTo>
                    <a:pt x="274" y="153"/>
                    <a:pt x="243" y="123"/>
                    <a:pt x="243" y="92"/>
                  </a:cubicBezTo>
                  <a:lnTo>
                    <a:pt x="274" y="1"/>
                  </a:lnTo>
                  <a:cubicBezTo>
                    <a:pt x="274" y="1"/>
                    <a:pt x="1307" y="700"/>
                    <a:pt x="1824" y="2068"/>
                  </a:cubicBezTo>
                  <a:cubicBezTo>
                    <a:pt x="2340" y="3405"/>
                    <a:pt x="1824" y="6202"/>
                    <a:pt x="3283" y="744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904;p66"/>
            <p:cNvSpPr/>
            <p:nvPr/>
          </p:nvSpPr>
          <p:spPr>
            <a:xfrm>
              <a:off x="1948102" y="3141387"/>
              <a:ext cx="90792" cy="24001"/>
            </a:xfrm>
            <a:custGeom>
              <a:avLst/>
              <a:gdLst/>
              <a:ahLst/>
              <a:cxnLst/>
              <a:rect l="l" t="t" r="r" b="b"/>
              <a:pathLst>
                <a:path w="3223" h="852" extrusionOk="0">
                  <a:moveTo>
                    <a:pt x="3223" y="457"/>
                  </a:moveTo>
                  <a:lnTo>
                    <a:pt x="3223" y="852"/>
                  </a:lnTo>
                  <a:lnTo>
                    <a:pt x="548" y="365"/>
                  </a:lnTo>
                  <a:cubicBezTo>
                    <a:pt x="365" y="244"/>
                    <a:pt x="153" y="122"/>
                    <a:pt x="1" y="1"/>
                  </a:cubicBez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905;p66"/>
            <p:cNvSpPr/>
            <p:nvPr/>
          </p:nvSpPr>
          <p:spPr>
            <a:xfrm>
              <a:off x="1844493" y="3864061"/>
              <a:ext cx="143019" cy="50537"/>
            </a:xfrm>
            <a:custGeom>
              <a:avLst/>
              <a:gdLst/>
              <a:ahLst/>
              <a:cxnLst/>
              <a:rect l="l" t="t" r="r" b="b"/>
              <a:pathLst>
                <a:path w="5077" h="1794" extrusionOk="0">
                  <a:moveTo>
                    <a:pt x="2372" y="1"/>
                  </a:moveTo>
                  <a:cubicBezTo>
                    <a:pt x="2372" y="1"/>
                    <a:pt x="5077" y="1004"/>
                    <a:pt x="4803" y="1399"/>
                  </a:cubicBezTo>
                  <a:cubicBezTo>
                    <a:pt x="4530" y="1794"/>
                    <a:pt x="305" y="1642"/>
                    <a:pt x="153" y="1551"/>
                  </a:cubicBezTo>
                  <a:cubicBezTo>
                    <a:pt x="1" y="1490"/>
                    <a:pt x="244" y="305"/>
                    <a:pt x="305" y="61"/>
                  </a:cubicBezTo>
                  <a:cubicBezTo>
                    <a:pt x="1855" y="335"/>
                    <a:pt x="2372" y="1"/>
                    <a:pt x="23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906;p66"/>
            <p:cNvSpPr/>
            <p:nvPr/>
          </p:nvSpPr>
          <p:spPr>
            <a:xfrm>
              <a:off x="1799111" y="3274124"/>
              <a:ext cx="178992" cy="599373"/>
            </a:xfrm>
            <a:custGeom>
              <a:avLst/>
              <a:gdLst/>
              <a:ahLst/>
              <a:cxnLst/>
              <a:rect l="l" t="t" r="r" b="b"/>
              <a:pathLst>
                <a:path w="6354" h="21277" extrusionOk="0">
                  <a:moveTo>
                    <a:pt x="1916" y="21003"/>
                  </a:moveTo>
                  <a:cubicBezTo>
                    <a:pt x="1855" y="20973"/>
                    <a:pt x="1764" y="20973"/>
                    <a:pt x="1703" y="20943"/>
                  </a:cubicBezTo>
                  <a:cubicBezTo>
                    <a:pt x="1703" y="20943"/>
                    <a:pt x="2797" y="13952"/>
                    <a:pt x="2341" y="11034"/>
                  </a:cubicBezTo>
                  <a:cubicBezTo>
                    <a:pt x="2037" y="8967"/>
                    <a:pt x="1004" y="6809"/>
                    <a:pt x="244" y="5228"/>
                  </a:cubicBezTo>
                  <a:cubicBezTo>
                    <a:pt x="214" y="2827"/>
                    <a:pt x="1" y="973"/>
                    <a:pt x="1" y="973"/>
                  </a:cubicBezTo>
                  <a:cubicBezTo>
                    <a:pt x="1673" y="821"/>
                    <a:pt x="3284" y="243"/>
                    <a:pt x="3983" y="0"/>
                  </a:cubicBezTo>
                  <a:cubicBezTo>
                    <a:pt x="4074" y="152"/>
                    <a:pt x="5594" y="3556"/>
                    <a:pt x="5989" y="8541"/>
                  </a:cubicBezTo>
                  <a:cubicBezTo>
                    <a:pt x="6353" y="13678"/>
                    <a:pt x="3983" y="20943"/>
                    <a:pt x="3983" y="20943"/>
                  </a:cubicBezTo>
                  <a:cubicBezTo>
                    <a:pt x="3983" y="20943"/>
                    <a:pt x="3466" y="21277"/>
                    <a:pt x="1916" y="2100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907;p66"/>
            <p:cNvSpPr/>
            <p:nvPr/>
          </p:nvSpPr>
          <p:spPr>
            <a:xfrm>
              <a:off x="1592766" y="3295505"/>
              <a:ext cx="214092" cy="581429"/>
            </a:xfrm>
            <a:custGeom>
              <a:avLst/>
              <a:gdLst/>
              <a:ahLst/>
              <a:cxnLst/>
              <a:rect l="l" t="t" r="r" b="b"/>
              <a:pathLst>
                <a:path w="7600" h="20640" extrusionOk="0">
                  <a:moveTo>
                    <a:pt x="7569" y="4469"/>
                  </a:moveTo>
                  <a:cubicBezTo>
                    <a:pt x="7599" y="5989"/>
                    <a:pt x="7539" y="7752"/>
                    <a:pt x="7326" y="9363"/>
                  </a:cubicBezTo>
                  <a:cubicBezTo>
                    <a:pt x="6748" y="13557"/>
                    <a:pt x="2219" y="20366"/>
                    <a:pt x="2219" y="20366"/>
                  </a:cubicBezTo>
                  <a:cubicBezTo>
                    <a:pt x="2219" y="20366"/>
                    <a:pt x="1459" y="20640"/>
                    <a:pt x="122" y="20336"/>
                  </a:cubicBezTo>
                  <a:cubicBezTo>
                    <a:pt x="92" y="20336"/>
                    <a:pt x="31" y="20336"/>
                    <a:pt x="0" y="20336"/>
                  </a:cubicBezTo>
                  <a:cubicBezTo>
                    <a:pt x="0" y="20336"/>
                    <a:pt x="2402" y="14226"/>
                    <a:pt x="2554" y="10335"/>
                  </a:cubicBezTo>
                  <a:cubicBezTo>
                    <a:pt x="2706" y="6414"/>
                    <a:pt x="1216" y="2797"/>
                    <a:pt x="1490" y="1"/>
                  </a:cubicBezTo>
                  <a:cubicBezTo>
                    <a:pt x="2706" y="122"/>
                    <a:pt x="5137" y="366"/>
                    <a:pt x="6870" y="274"/>
                  </a:cubicBezTo>
                  <a:cubicBezTo>
                    <a:pt x="7022" y="244"/>
                    <a:pt x="7174" y="244"/>
                    <a:pt x="7326" y="214"/>
                  </a:cubicBezTo>
                  <a:cubicBezTo>
                    <a:pt x="7326" y="214"/>
                    <a:pt x="7539" y="2068"/>
                    <a:pt x="7569" y="446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908;p66"/>
            <p:cNvSpPr/>
            <p:nvPr/>
          </p:nvSpPr>
          <p:spPr>
            <a:xfrm>
              <a:off x="1586766" y="3868342"/>
              <a:ext cx="143892" cy="49692"/>
            </a:xfrm>
            <a:custGeom>
              <a:avLst/>
              <a:gdLst/>
              <a:ahLst/>
              <a:cxnLst/>
              <a:rect l="l" t="t" r="r" b="b"/>
              <a:pathLst>
                <a:path w="5108" h="1764" extrusionOk="0">
                  <a:moveTo>
                    <a:pt x="2432" y="31"/>
                  </a:moveTo>
                  <a:cubicBezTo>
                    <a:pt x="2432" y="31"/>
                    <a:pt x="5107" y="1004"/>
                    <a:pt x="4834" y="1368"/>
                  </a:cubicBezTo>
                  <a:cubicBezTo>
                    <a:pt x="4560" y="1763"/>
                    <a:pt x="335" y="1642"/>
                    <a:pt x="183" y="1551"/>
                  </a:cubicBezTo>
                  <a:cubicBezTo>
                    <a:pt x="1" y="1460"/>
                    <a:pt x="335" y="1"/>
                    <a:pt x="335" y="1"/>
                  </a:cubicBezTo>
                  <a:lnTo>
                    <a:pt x="335" y="1"/>
                  </a:lnTo>
                  <a:cubicBezTo>
                    <a:pt x="1672" y="305"/>
                    <a:pt x="2432" y="31"/>
                    <a:pt x="2432" y="3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909;p66"/>
            <p:cNvSpPr/>
            <p:nvPr/>
          </p:nvSpPr>
          <p:spPr>
            <a:xfrm>
              <a:off x="3328376" y="2881942"/>
              <a:ext cx="330547" cy="288602"/>
            </a:xfrm>
            <a:custGeom>
              <a:avLst/>
              <a:gdLst/>
              <a:ahLst/>
              <a:cxnLst/>
              <a:rect l="l" t="t" r="r" b="b"/>
              <a:pathLst>
                <a:path w="11734" h="10245" extrusionOk="0">
                  <a:moveTo>
                    <a:pt x="11551" y="1"/>
                  </a:moveTo>
                  <a:cubicBezTo>
                    <a:pt x="11460" y="1"/>
                    <a:pt x="10943" y="153"/>
                    <a:pt x="10821" y="153"/>
                  </a:cubicBezTo>
                  <a:cubicBezTo>
                    <a:pt x="10578" y="913"/>
                    <a:pt x="10396" y="1916"/>
                    <a:pt x="10213" y="2858"/>
                  </a:cubicBezTo>
                  <a:cubicBezTo>
                    <a:pt x="9727" y="4955"/>
                    <a:pt x="8238" y="6657"/>
                    <a:pt x="7113" y="7478"/>
                  </a:cubicBezTo>
                  <a:cubicBezTo>
                    <a:pt x="5988" y="8299"/>
                    <a:pt x="2827" y="8876"/>
                    <a:pt x="2827" y="8876"/>
                  </a:cubicBezTo>
                  <a:cubicBezTo>
                    <a:pt x="2827" y="8876"/>
                    <a:pt x="2584" y="8633"/>
                    <a:pt x="2250" y="8572"/>
                  </a:cubicBezTo>
                  <a:cubicBezTo>
                    <a:pt x="2043" y="8531"/>
                    <a:pt x="1654" y="8406"/>
                    <a:pt x="1417" y="8406"/>
                  </a:cubicBezTo>
                  <a:cubicBezTo>
                    <a:pt x="1305" y="8406"/>
                    <a:pt x="1226" y="8434"/>
                    <a:pt x="1216" y="8512"/>
                  </a:cubicBezTo>
                  <a:cubicBezTo>
                    <a:pt x="1156" y="8755"/>
                    <a:pt x="1824" y="8998"/>
                    <a:pt x="1824" y="8998"/>
                  </a:cubicBezTo>
                  <a:cubicBezTo>
                    <a:pt x="1824" y="8998"/>
                    <a:pt x="578" y="9150"/>
                    <a:pt x="304" y="9211"/>
                  </a:cubicBezTo>
                  <a:cubicBezTo>
                    <a:pt x="0" y="9302"/>
                    <a:pt x="31" y="9575"/>
                    <a:pt x="304" y="9788"/>
                  </a:cubicBezTo>
                  <a:cubicBezTo>
                    <a:pt x="578" y="10001"/>
                    <a:pt x="760" y="10244"/>
                    <a:pt x="1399" y="10244"/>
                  </a:cubicBezTo>
                  <a:cubicBezTo>
                    <a:pt x="2007" y="10244"/>
                    <a:pt x="2827" y="9910"/>
                    <a:pt x="2827" y="9910"/>
                  </a:cubicBezTo>
                  <a:cubicBezTo>
                    <a:pt x="2827" y="9910"/>
                    <a:pt x="3327" y="10016"/>
                    <a:pt x="4162" y="10016"/>
                  </a:cubicBezTo>
                  <a:cubicBezTo>
                    <a:pt x="5169" y="10016"/>
                    <a:pt x="6664" y="9862"/>
                    <a:pt x="8359" y="9180"/>
                  </a:cubicBezTo>
                  <a:cubicBezTo>
                    <a:pt x="9727" y="8633"/>
                    <a:pt x="10852" y="7600"/>
                    <a:pt x="11733" y="6384"/>
                  </a:cubicBezTo>
                  <a:cubicBezTo>
                    <a:pt x="10852" y="5411"/>
                    <a:pt x="10761" y="3831"/>
                    <a:pt x="10943" y="2037"/>
                  </a:cubicBezTo>
                  <a:cubicBezTo>
                    <a:pt x="11034" y="1186"/>
                    <a:pt x="11399" y="396"/>
                    <a:pt x="11551" y="1"/>
                  </a:cubicBezTo>
                  <a:close/>
                </a:path>
              </a:pathLst>
            </a:custGeom>
            <a:solidFill>
              <a:srgbClr val="A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910;p66"/>
            <p:cNvSpPr/>
            <p:nvPr/>
          </p:nvSpPr>
          <p:spPr>
            <a:xfrm>
              <a:off x="3547567" y="2699569"/>
              <a:ext cx="298856" cy="197810"/>
            </a:xfrm>
            <a:custGeom>
              <a:avLst/>
              <a:gdLst/>
              <a:ahLst/>
              <a:cxnLst/>
              <a:rect l="l" t="t" r="r" b="b"/>
              <a:pathLst>
                <a:path w="10609" h="7022" extrusionOk="0">
                  <a:moveTo>
                    <a:pt x="791" y="4438"/>
                  </a:moveTo>
                  <a:cubicBezTo>
                    <a:pt x="548" y="4074"/>
                    <a:pt x="396" y="4256"/>
                    <a:pt x="214" y="3375"/>
                  </a:cubicBezTo>
                  <a:cubicBezTo>
                    <a:pt x="1" y="2493"/>
                    <a:pt x="396" y="1642"/>
                    <a:pt x="852" y="1064"/>
                  </a:cubicBezTo>
                  <a:cubicBezTo>
                    <a:pt x="1308" y="517"/>
                    <a:pt x="2280" y="578"/>
                    <a:pt x="2280" y="578"/>
                  </a:cubicBezTo>
                  <a:cubicBezTo>
                    <a:pt x="2949" y="1"/>
                    <a:pt x="4621" y="335"/>
                    <a:pt x="5198" y="609"/>
                  </a:cubicBezTo>
                  <a:cubicBezTo>
                    <a:pt x="5746" y="882"/>
                    <a:pt x="6262" y="2098"/>
                    <a:pt x="6597" y="2371"/>
                  </a:cubicBezTo>
                  <a:cubicBezTo>
                    <a:pt x="6961" y="2645"/>
                    <a:pt x="7539" y="2523"/>
                    <a:pt x="7964" y="3010"/>
                  </a:cubicBezTo>
                  <a:cubicBezTo>
                    <a:pt x="8420" y="3496"/>
                    <a:pt x="8147" y="3982"/>
                    <a:pt x="8633" y="4256"/>
                  </a:cubicBezTo>
                  <a:cubicBezTo>
                    <a:pt x="9120" y="4530"/>
                    <a:pt x="9484" y="4226"/>
                    <a:pt x="10062" y="4864"/>
                  </a:cubicBezTo>
                  <a:cubicBezTo>
                    <a:pt x="10609" y="5502"/>
                    <a:pt x="10153" y="6718"/>
                    <a:pt x="8785" y="6475"/>
                  </a:cubicBezTo>
                  <a:cubicBezTo>
                    <a:pt x="8664" y="6384"/>
                    <a:pt x="8572" y="6323"/>
                    <a:pt x="8451" y="6232"/>
                  </a:cubicBezTo>
                  <a:cubicBezTo>
                    <a:pt x="8451" y="6232"/>
                    <a:pt x="8451" y="6262"/>
                    <a:pt x="8451" y="6232"/>
                  </a:cubicBezTo>
                  <a:cubicBezTo>
                    <a:pt x="8420" y="6232"/>
                    <a:pt x="8116" y="6232"/>
                    <a:pt x="7812" y="6171"/>
                  </a:cubicBezTo>
                  <a:cubicBezTo>
                    <a:pt x="7630" y="6140"/>
                    <a:pt x="7448" y="6110"/>
                    <a:pt x="7326" y="6019"/>
                  </a:cubicBezTo>
                  <a:cubicBezTo>
                    <a:pt x="6992" y="5837"/>
                    <a:pt x="6293" y="6140"/>
                    <a:pt x="5654" y="5928"/>
                  </a:cubicBezTo>
                  <a:cubicBezTo>
                    <a:pt x="5563" y="5897"/>
                    <a:pt x="5472" y="5837"/>
                    <a:pt x="5411" y="5776"/>
                  </a:cubicBezTo>
                  <a:cubicBezTo>
                    <a:pt x="5107" y="5502"/>
                    <a:pt x="5259" y="5046"/>
                    <a:pt x="5077" y="4864"/>
                  </a:cubicBezTo>
                  <a:cubicBezTo>
                    <a:pt x="4864" y="4651"/>
                    <a:pt x="4499" y="4742"/>
                    <a:pt x="4165" y="4651"/>
                  </a:cubicBezTo>
                  <a:cubicBezTo>
                    <a:pt x="3831" y="4530"/>
                    <a:pt x="3709" y="4195"/>
                    <a:pt x="3162" y="3587"/>
                  </a:cubicBezTo>
                  <a:cubicBezTo>
                    <a:pt x="2615" y="2949"/>
                    <a:pt x="1916" y="2645"/>
                    <a:pt x="1916" y="2645"/>
                  </a:cubicBezTo>
                  <a:cubicBezTo>
                    <a:pt x="1673" y="3375"/>
                    <a:pt x="1186" y="3800"/>
                    <a:pt x="1399" y="4469"/>
                  </a:cubicBezTo>
                  <a:cubicBezTo>
                    <a:pt x="1642" y="5137"/>
                    <a:pt x="2432" y="5958"/>
                    <a:pt x="2797" y="6232"/>
                  </a:cubicBezTo>
                  <a:lnTo>
                    <a:pt x="3618" y="5867"/>
                  </a:lnTo>
                  <a:lnTo>
                    <a:pt x="3800" y="6140"/>
                  </a:lnTo>
                  <a:lnTo>
                    <a:pt x="3831" y="6262"/>
                  </a:lnTo>
                  <a:cubicBezTo>
                    <a:pt x="3800" y="6292"/>
                    <a:pt x="3618" y="6505"/>
                    <a:pt x="3405" y="7022"/>
                  </a:cubicBezTo>
                  <a:cubicBezTo>
                    <a:pt x="3284" y="7022"/>
                    <a:pt x="3162" y="7022"/>
                    <a:pt x="3040" y="7022"/>
                  </a:cubicBezTo>
                  <a:cubicBezTo>
                    <a:pt x="2493" y="6992"/>
                    <a:pt x="1946" y="6840"/>
                    <a:pt x="1855" y="6627"/>
                  </a:cubicBezTo>
                  <a:cubicBezTo>
                    <a:pt x="1764" y="6353"/>
                    <a:pt x="1004" y="6323"/>
                    <a:pt x="791" y="5989"/>
                  </a:cubicBezTo>
                  <a:cubicBezTo>
                    <a:pt x="609" y="5654"/>
                    <a:pt x="1034" y="4803"/>
                    <a:pt x="791" y="44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911;p66"/>
            <p:cNvSpPr/>
            <p:nvPr/>
          </p:nvSpPr>
          <p:spPr>
            <a:xfrm>
              <a:off x="3626358" y="2862251"/>
              <a:ext cx="141301" cy="250065"/>
            </a:xfrm>
            <a:custGeom>
              <a:avLst/>
              <a:gdLst/>
              <a:ahLst/>
              <a:cxnLst/>
              <a:rect l="l" t="t" r="r" b="b"/>
              <a:pathLst>
                <a:path w="5016" h="8877" extrusionOk="0">
                  <a:moveTo>
                    <a:pt x="608" y="1247"/>
                  </a:moveTo>
                  <a:cubicBezTo>
                    <a:pt x="821" y="730"/>
                    <a:pt x="1003" y="517"/>
                    <a:pt x="1034" y="487"/>
                  </a:cubicBezTo>
                  <a:lnTo>
                    <a:pt x="1155" y="669"/>
                  </a:lnTo>
                  <a:cubicBezTo>
                    <a:pt x="1155" y="669"/>
                    <a:pt x="1824" y="943"/>
                    <a:pt x="2614" y="1"/>
                  </a:cubicBezTo>
                  <a:cubicBezTo>
                    <a:pt x="2675" y="62"/>
                    <a:pt x="2766" y="122"/>
                    <a:pt x="2857" y="153"/>
                  </a:cubicBezTo>
                  <a:cubicBezTo>
                    <a:pt x="3496" y="365"/>
                    <a:pt x="4195" y="62"/>
                    <a:pt x="4560" y="244"/>
                  </a:cubicBezTo>
                  <a:cubicBezTo>
                    <a:pt x="4681" y="335"/>
                    <a:pt x="4833" y="365"/>
                    <a:pt x="5015" y="396"/>
                  </a:cubicBezTo>
                  <a:lnTo>
                    <a:pt x="4955" y="700"/>
                  </a:lnTo>
                  <a:cubicBezTo>
                    <a:pt x="4864" y="700"/>
                    <a:pt x="4803" y="700"/>
                    <a:pt x="4712" y="700"/>
                  </a:cubicBezTo>
                  <a:cubicBezTo>
                    <a:pt x="2949" y="791"/>
                    <a:pt x="3313" y="3162"/>
                    <a:pt x="3374" y="5442"/>
                  </a:cubicBezTo>
                  <a:cubicBezTo>
                    <a:pt x="3435" y="6688"/>
                    <a:pt x="3101" y="7873"/>
                    <a:pt x="2675" y="8876"/>
                  </a:cubicBezTo>
                  <a:cubicBezTo>
                    <a:pt x="2219" y="8420"/>
                    <a:pt x="1763" y="7995"/>
                    <a:pt x="1398" y="7691"/>
                  </a:cubicBezTo>
                  <a:cubicBezTo>
                    <a:pt x="1307" y="7630"/>
                    <a:pt x="1216" y="7539"/>
                    <a:pt x="1155" y="7448"/>
                  </a:cubicBezTo>
                  <a:cubicBezTo>
                    <a:pt x="304" y="6505"/>
                    <a:pt x="0" y="4894"/>
                    <a:pt x="183" y="3071"/>
                  </a:cubicBezTo>
                  <a:cubicBezTo>
                    <a:pt x="274" y="2250"/>
                    <a:pt x="456" y="1642"/>
                    <a:pt x="608" y="1247"/>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912;p66"/>
            <p:cNvSpPr/>
            <p:nvPr/>
          </p:nvSpPr>
          <p:spPr>
            <a:xfrm>
              <a:off x="3916622" y="3533542"/>
              <a:ext cx="211529" cy="369083"/>
            </a:xfrm>
            <a:custGeom>
              <a:avLst/>
              <a:gdLst/>
              <a:ahLst/>
              <a:cxnLst/>
              <a:rect l="l" t="t" r="r" b="b"/>
              <a:pathLst>
                <a:path w="7509" h="13102" extrusionOk="0">
                  <a:moveTo>
                    <a:pt x="3678" y="1"/>
                  </a:moveTo>
                  <a:cubicBezTo>
                    <a:pt x="2402" y="305"/>
                    <a:pt x="1155" y="426"/>
                    <a:pt x="0" y="487"/>
                  </a:cubicBezTo>
                  <a:cubicBezTo>
                    <a:pt x="92" y="822"/>
                    <a:pt x="213" y="1156"/>
                    <a:pt x="335" y="1460"/>
                  </a:cubicBezTo>
                  <a:cubicBezTo>
                    <a:pt x="1885" y="5533"/>
                    <a:pt x="5806" y="11126"/>
                    <a:pt x="5806" y="11126"/>
                  </a:cubicBezTo>
                  <a:lnTo>
                    <a:pt x="5441" y="13010"/>
                  </a:lnTo>
                  <a:cubicBezTo>
                    <a:pt x="5745" y="13010"/>
                    <a:pt x="6201" y="13101"/>
                    <a:pt x="6201" y="13101"/>
                  </a:cubicBezTo>
                  <a:cubicBezTo>
                    <a:pt x="6201" y="13101"/>
                    <a:pt x="7113" y="12007"/>
                    <a:pt x="7508" y="11065"/>
                  </a:cubicBezTo>
                  <a:cubicBezTo>
                    <a:pt x="6748" y="9241"/>
                    <a:pt x="4256" y="3496"/>
                    <a:pt x="3678" y="1"/>
                  </a:cubicBezTo>
                  <a:close/>
                </a:path>
              </a:pathLst>
            </a:custGeom>
            <a:solidFill>
              <a:srgbClr val="A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913;p66"/>
            <p:cNvSpPr/>
            <p:nvPr/>
          </p:nvSpPr>
          <p:spPr>
            <a:xfrm>
              <a:off x="3771913" y="3125133"/>
              <a:ext cx="258601" cy="423846"/>
            </a:xfrm>
            <a:custGeom>
              <a:avLst/>
              <a:gdLst/>
              <a:ahLst/>
              <a:cxnLst/>
              <a:rect l="l" t="t" r="r" b="b"/>
              <a:pathLst>
                <a:path w="9180" h="15046" extrusionOk="0">
                  <a:moveTo>
                    <a:pt x="9089" y="3952"/>
                  </a:moveTo>
                  <a:cubicBezTo>
                    <a:pt x="9180" y="5532"/>
                    <a:pt x="8967" y="7082"/>
                    <a:pt x="8785" y="8754"/>
                  </a:cubicBezTo>
                  <a:cubicBezTo>
                    <a:pt x="8785" y="8845"/>
                    <a:pt x="8785" y="8936"/>
                    <a:pt x="8754" y="9028"/>
                  </a:cubicBezTo>
                  <a:cubicBezTo>
                    <a:pt x="8602" y="11247"/>
                    <a:pt x="9089" y="14438"/>
                    <a:pt x="9089" y="14438"/>
                  </a:cubicBezTo>
                  <a:cubicBezTo>
                    <a:pt x="8998" y="14468"/>
                    <a:pt x="8906" y="14499"/>
                    <a:pt x="8815" y="14499"/>
                  </a:cubicBezTo>
                  <a:cubicBezTo>
                    <a:pt x="7539" y="14803"/>
                    <a:pt x="6292" y="14924"/>
                    <a:pt x="5137" y="14985"/>
                  </a:cubicBezTo>
                  <a:cubicBezTo>
                    <a:pt x="4864" y="15016"/>
                    <a:pt x="4590" y="15016"/>
                    <a:pt x="4347" y="15016"/>
                  </a:cubicBezTo>
                  <a:cubicBezTo>
                    <a:pt x="2614" y="15046"/>
                    <a:pt x="1247" y="14924"/>
                    <a:pt x="669" y="14864"/>
                  </a:cubicBezTo>
                  <a:cubicBezTo>
                    <a:pt x="456" y="14833"/>
                    <a:pt x="365" y="14803"/>
                    <a:pt x="365" y="14803"/>
                  </a:cubicBezTo>
                  <a:cubicBezTo>
                    <a:pt x="365" y="14803"/>
                    <a:pt x="639" y="10213"/>
                    <a:pt x="517" y="7994"/>
                  </a:cubicBezTo>
                  <a:cubicBezTo>
                    <a:pt x="517" y="7933"/>
                    <a:pt x="517" y="7842"/>
                    <a:pt x="517" y="7781"/>
                  </a:cubicBezTo>
                  <a:cubicBezTo>
                    <a:pt x="487" y="7629"/>
                    <a:pt x="487" y="7508"/>
                    <a:pt x="487" y="7386"/>
                  </a:cubicBezTo>
                  <a:cubicBezTo>
                    <a:pt x="365" y="6170"/>
                    <a:pt x="213" y="5107"/>
                    <a:pt x="0" y="4225"/>
                  </a:cubicBezTo>
                  <a:cubicBezTo>
                    <a:pt x="2949" y="4468"/>
                    <a:pt x="6809" y="2827"/>
                    <a:pt x="7691" y="0"/>
                  </a:cubicBezTo>
                  <a:cubicBezTo>
                    <a:pt x="8481" y="973"/>
                    <a:pt x="8967" y="2128"/>
                    <a:pt x="9089" y="39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914;p66"/>
            <p:cNvSpPr/>
            <p:nvPr/>
          </p:nvSpPr>
          <p:spPr>
            <a:xfrm>
              <a:off x="3750504" y="2873378"/>
              <a:ext cx="238065" cy="377647"/>
            </a:xfrm>
            <a:custGeom>
              <a:avLst/>
              <a:gdLst/>
              <a:ahLst/>
              <a:cxnLst/>
              <a:rect l="l" t="t" r="r" b="b"/>
              <a:pathLst>
                <a:path w="8451" h="13406" extrusionOk="0">
                  <a:moveTo>
                    <a:pt x="8451" y="8937"/>
                  </a:moveTo>
                  <a:lnTo>
                    <a:pt x="8451" y="8937"/>
                  </a:lnTo>
                  <a:cubicBezTo>
                    <a:pt x="7569" y="11764"/>
                    <a:pt x="3709" y="13405"/>
                    <a:pt x="760" y="13162"/>
                  </a:cubicBezTo>
                  <a:cubicBezTo>
                    <a:pt x="639" y="12493"/>
                    <a:pt x="487" y="11916"/>
                    <a:pt x="305" y="11430"/>
                  </a:cubicBezTo>
                  <a:cubicBezTo>
                    <a:pt x="213" y="11186"/>
                    <a:pt x="122" y="10943"/>
                    <a:pt x="1" y="10731"/>
                  </a:cubicBezTo>
                  <a:lnTo>
                    <a:pt x="1" y="10731"/>
                  </a:lnTo>
                  <a:cubicBezTo>
                    <a:pt x="1490" y="8876"/>
                    <a:pt x="2189" y="6323"/>
                    <a:pt x="2280" y="4044"/>
                  </a:cubicBezTo>
                  <a:cubicBezTo>
                    <a:pt x="2341" y="2949"/>
                    <a:pt x="2037" y="457"/>
                    <a:pt x="548" y="305"/>
                  </a:cubicBezTo>
                  <a:lnTo>
                    <a:pt x="608" y="1"/>
                  </a:lnTo>
                  <a:cubicBezTo>
                    <a:pt x="912" y="62"/>
                    <a:pt x="1216" y="62"/>
                    <a:pt x="1247" y="62"/>
                  </a:cubicBezTo>
                  <a:cubicBezTo>
                    <a:pt x="1277" y="62"/>
                    <a:pt x="1277" y="62"/>
                    <a:pt x="1277" y="62"/>
                  </a:cubicBezTo>
                  <a:cubicBezTo>
                    <a:pt x="1368" y="153"/>
                    <a:pt x="1460" y="214"/>
                    <a:pt x="1581" y="305"/>
                  </a:cubicBezTo>
                  <a:cubicBezTo>
                    <a:pt x="1916" y="518"/>
                    <a:pt x="2250" y="822"/>
                    <a:pt x="2584" y="1186"/>
                  </a:cubicBezTo>
                  <a:cubicBezTo>
                    <a:pt x="4378" y="3162"/>
                    <a:pt x="3861" y="5351"/>
                    <a:pt x="6110" y="6931"/>
                  </a:cubicBezTo>
                  <a:cubicBezTo>
                    <a:pt x="7083" y="7600"/>
                    <a:pt x="7843" y="8208"/>
                    <a:pt x="8451" y="8937"/>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915;p66"/>
            <p:cNvSpPr/>
            <p:nvPr/>
          </p:nvSpPr>
          <p:spPr>
            <a:xfrm>
              <a:off x="3782195" y="3543824"/>
              <a:ext cx="112201" cy="350238"/>
            </a:xfrm>
            <a:custGeom>
              <a:avLst/>
              <a:gdLst/>
              <a:ahLst/>
              <a:cxnLst/>
              <a:rect l="l" t="t" r="r" b="b"/>
              <a:pathLst>
                <a:path w="3983" h="12433" extrusionOk="0">
                  <a:moveTo>
                    <a:pt x="304" y="1"/>
                  </a:moveTo>
                  <a:cubicBezTo>
                    <a:pt x="395" y="4165"/>
                    <a:pt x="608" y="9393"/>
                    <a:pt x="1155" y="11490"/>
                  </a:cubicBezTo>
                  <a:cubicBezTo>
                    <a:pt x="1155" y="11490"/>
                    <a:pt x="578" y="11673"/>
                    <a:pt x="0" y="11946"/>
                  </a:cubicBezTo>
                  <a:lnTo>
                    <a:pt x="304" y="12432"/>
                  </a:lnTo>
                  <a:lnTo>
                    <a:pt x="2949" y="12432"/>
                  </a:lnTo>
                  <a:cubicBezTo>
                    <a:pt x="3009" y="11733"/>
                    <a:pt x="2949" y="10578"/>
                    <a:pt x="2949" y="10578"/>
                  </a:cubicBezTo>
                  <a:cubicBezTo>
                    <a:pt x="2949" y="8633"/>
                    <a:pt x="3587" y="3192"/>
                    <a:pt x="3982" y="153"/>
                  </a:cubicBezTo>
                  <a:lnTo>
                    <a:pt x="3982" y="153"/>
                  </a:lnTo>
                  <a:cubicBezTo>
                    <a:pt x="3795" y="156"/>
                    <a:pt x="3611" y="157"/>
                    <a:pt x="3433" y="157"/>
                  </a:cubicBezTo>
                  <a:cubicBezTo>
                    <a:pt x="1963" y="157"/>
                    <a:pt x="819" y="55"/>
                    <a:pt x="304" y="1"/>
                  </a:cubicBezTo>
                  <a:close/>
                </a:path>
              </a:pathLst>
            </a:custGeom>
            <a:solidFill>
              <a:srgbClr val="A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916;p66"/>
            <p:cNvSpPr/>
            <p:nvPr/>
          </p:nvSpPr>
          <p:spPr>
            <a:xfrm>
              <a:off x="3747940" y="3880343"/>
              <a:ext cx="118173" cy="32565"/>
            </a:xfrm>
            <a:custGeom>
              <a:avLst/>
              <a:gdLst/>
              <a:ahLst/>
              <a:cxnLst/>
              <a:rect l="l" t="t" r="r" b="b"/>
              <a:pathLst>
                <a:path w="4195" h="1156" extrusionOk="0">
                  <a:moveTo>
                    <a:pt x="1520" y="486"/>
                  </a:moveTo>
                  <a:lnTo>
                    <a:pt x="4195" y="486"/>
                  </a:lnTo>
                  <a:cubicBezTo>
                    <a:pt x="4165" y="760"/>
                    <a:pt x="4134" y="973"/>
                    <a:pt x="4104" y="1003"/>
                  </a:cubicBezTo>
                  <a:cubicBezTo>
                    <a:pt x="3952" y="1064"/>
                    <a:pt x="396" y="1155"/>
                    <a:pt x="152" y="790"/>
                  </a:cubicBezTo>
                  <a:cubicBezTo>
                    <a:pt x="0" y="608"/>
                    <a:pt x="608" y="274"/>
                    <a:pt x="1216" y="0"/>
                  </a:cubicBezTo>
                  <a:lnTo>
                    <a:pt x="1216"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917;p66"/>
            <p:cNvSpPr/>
            <p:nvPr/>
          </p:nvSpPr>
          <p:spPr>
            <a:xfrm>
              <a:off x="3474804" y="2881942"/>
              <a:ext cx="341674" cy="410944"/>
            </a:xfrm>
            <a:custGeom>
              <a:avLst/>
              <a:gdLst/>
              <a:ahLst/>
              <a:cxnLst/>
              <a:rect l="l" t="t" r="r" b="b"/>
              <a:pathLst>
                <a:path w="12129" h="14588" extrusionOk="0">
                  <a:moveTo>
                    <a:pt x="10092" y="1"/>
                  </a:moveTo>
                  <a:cubicBezTo>
                    <a:pt x="8329" y="122"/>
                    <a:pt x="8693" y="2493"/>
                    <a:pt x="8754" y="4743"/>
                  </a:cubicBezTo>
                  <a:cubicBezTo>
                    <a:pt x="8785" y="5989"/>
                    <a:pt x="8481" y="7174"/>
                    <a:pt x="8055" y="8177"/>
                  </a:cubicBezTo>
                  <a:cubicBezTo>
                    <a:pt x="7690" y="9028"/>
                    <a:pt x="7234" y="9758"/>
                    <a:pt x="6778" y="10244"/>
                  </a:cubicBezTo>
                  <a:cubicBezTo>
                    <a:pt x="5836" y="11369"/>
                    <a:pt x="2766" y="12767"/>
                    <a:pt x="2766" y="12767"/>
                  </a:cubicBezTo>
                  <a:cubicBezTo>
                    <a:pt x="2766" y="12767"/>
                    <a:pt x="2507" y="12612"/>
                    <a:pt x="2204" y="12612"/>
                  </a:cubicBezTo>
                  <a:cubicBezTo>
                    <a:pt x="2179" y="12612"/>
                    <a:pt x="2154" y="12613"/>
                    <a:pt x="2128" y="12615"/>
                  </a:cubicBezTo>
                  <a:cubicBezTo>
                    <a:pt x="2006" y="12615"/>
                    <a:pt x="1841" y="12608"/>
                    <a:pt x="1675" y="12608"/>
                  </a:cubicBezTo>
                  <a:cubicBezTo>
                    <a:pt x="1344" y="12608"/>
                    <a:pt x="1013" y="12635"/>
                    <a:pt x="1034" y="12797"/>
                  </a:cubicBezTo>
                  <a:cubicBezTo>
                    <a:pt x="1034" y="13071"/>
                    <a:pt x="1794" y="13162"/>
                    <a:pt x="1794" y="13162"/>
                  </a:cubicBezTo>
                  <a:cubicBezTo>
                    <a:pt x="1794" y="13162"/>
                    <a:pt x="547" y="13618"/>
                    <a:pt x="274" y="13770"/>
                  </a:cubicBezTo>
                  <a:cubicBezTo>
                    <a:pt x="0" y="13922"/>
                    <a:pt x="91" y="14196"/>
                    <a:pt x="426" y="14348"/>
                  </a:cubicBezTo>
                  <a:cubicBezTo>
                    <a:pt x="671" y="14459"/>
                    <a:pt x="884" y="14587"/>
                    <a:pt x="1220" y="14587"/>
                  </a:cubicBezTo>
                  <a:cubicBezTo>
                    <a:pt x="1342" y="14587"/>
                    <a:pt x="1480" y="14570"/>
                    <a:pt x="1642" y="14530"/>
                  </a:cubicBezTo>
                  <a:cubicBezTo>
                    <a:pt x="2280" y="14348"/>
                    <a:pt x="3040" y="13831"/>
                    <a:pt x="3040" y="13831"/>
                  </a:cubicBezTo>
                  <a:cubicBezTo>
                    <a:pt x="3040" y="13831"/>
                    <a:pt x="5623" y="13740"/>
                    <a:pt x="8481" y="11673"/>
                  </a:cubicBezTo>
                  <a:cubicBezTo>
                    <a:pt x="8967" y="11308"/>
                    <a:pt x="9392" y="10882"/>
                    <a:pt x="9788" y="10427"/>
                  </a:cubicBezTo>
                  <a:cubicBezTo>
                    <a:pt x="11277" y="8603"/>
                    <a:pt x="11976" y="6019"/>
                    <a:pt x="12067" y="3740"/>
                  </a:cubicBezTo>
                  <a:cubicBezTo>
                    <a:pt x="12128" y="2645"/>
                    <a:pt x="11824" y="153"/>
                    <a:pt x="10335" y="1"/>
                  </a:cubicBezTo>
                  <a:close/>
                </a:path>
              </a:pathLst>
            </a:custGeom>
            <a:solidFill>
              <a:srgbClr val="A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918;p66"/>
            <p:cNvSpPr/>
            <p:nvPr/>
          </p:nvSpPr>
          <p:spPr>
            <a:xfrm>
              <a:off x="3580103" y="2774079"/>
              <a:ext cx="119920" cy="108088"/>
            </a:xfrm>
            <a:custGeom>
              <a:avLst/>
              <a:gdLst/>
              <a:ahLst/>
              <a:cxnLst/>
              <a:rect l="l" t="t" r="r" b="b"/>
              <a:pathLst>
                <a:path w="4257" h="3837" extrusionOk="0">
                  <a:moveTo>
                    <a:pt x="761" y="0"/>
                  </a:moveTo>
                  <a:cubicBezTo>
                    <a:pt x="518" y="730"/>
                    <a:pt x="1" y="1155"/>
                    <a:pt x="244" y="1824"/>
                  </a:cubicBezTo>
                  <a:cubicBezTo>
                    <a:pt x="457" y="2492"/>
                    <a:pt x="1277" y="3313"/>
                    <a:pt x="1642" y="3617"/>
                  </a:cubicBezTo>
                  <a:lnTo>
                    <a:pt x="2463" y="3222"/>
                  </a:lnTo>
                  <a:lnTo>
                    <a:pt x="2645" y="3495"/>
                  </a:lnTo>
                  <a:lnTo>
                    <a:pt x="2676" y="3617"/>
                  </a:lnTo>
                  <a:lnTo>
                    <a:pt x="2797" y="3799"/>
                  </a:lnTo>
                  <a:cubicBezTo>
                    <a:pt x="2797" y="3799"/>
                    <a:pt x="2887" y="3836"/>
                    <a:pt x="3041" y="3836"/>
                  </a:cubicBezTo>
                  <a:cubicBezTo>
                    <a:pt x="3305" y="3836"/>
                    <a:pt x="3756" y="3727"/>
                    <a:pt x="4256" y="3131"/>
                  </a:cubicBezTo>
                  <a:cubicBezTo>
                    <a:pt x="3952" y="2857"/>
                    <a:pt x="4104" y="2401"/>
                    <a:pt x="3922" y="2219"/>
                  </a:cubicBezTo>
                  <a:cubicBezTo>
                    <a:pt x="3709" y="2006"/>
                    <a:pt x="3344" y="2097"/>
                    <a:pt x="3010" y="2006"/>
                  </a:cubicBezTo>
                  <a:cubicBezTo>
                    <a:pt x="2676" y="1885"/>
                    <a:pt x="2554" y="1550"/>
                    <a:pt x="2007" y="942"/>
                  </a:cubicBezTo>
                  <a:cubicBezTo>
                    <a:pt x="1429" y="304"/>
                    <a:pt x="761" y="0"/>
                    <a:pt x="761" y="0"/>
                  </a:cubicBezTo>
                  <a:close/>
                </a:path>
              </a:pathLst>
            </a:custGeom>
            <a:solidFill>
              <a:srgbClr val="A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919;p66"/>
            <p:cNvSpPr/>
            <p:nvPr/>
          </p:nvSpPr>
          <p:spPr>
            <a:xfrm>
              <a:off x="4051049" y="3845215"/>
              <a:ext cx="83073" cy="74538"/>
            </a:xfrm>
            <a:custGeom>
              <a:avLst/>
              <a:gdLst/>
              <a:ahLst/>
              <a:cxnLst/>
              <a:rect l="l" t="t" r="r" b="b"/>
              <a:pathLst>
                <a:path w="2949" h="2646" extrusionOk="0">
                  <a:moveTo>
                    <a:pt x="2949" y="548"/>
                  </a:moveTo>
                  <a:cubicBezTo>
                    <a:pt x="2949" y="791"/>
                    <a:pt x="2371" y="1308"/>
                    <a:pt x="2067" y="1946"/>
                  </a:cubicBezTo>
                  <a:cubicBezTo>
                    <a:pt x="1794" y="2615"/>
                    <a:pt x="1095" y="2645"/>
                    <a:pt x="548" y="2584"/>
                  </a:cubicBezTo>
                  <a:cubicBezTo>
                    <a:pt x="0" y="2493"/>
                    <a:pt x="183" y="2068"/>
                    <a:pt x="669" y="1946"/>
                  </a:cubicBezTo>
                  <a:cubicBezTo>
                    <a:pt x="1004" y="1946"/>
                    <a:pt x="1368" y="1916"/>
                    <a:pt x="1368" y="1916"/>
                  </a:cubicBezTo>
                  <a:cubicBezTo>
                    <a:pt x="1368" y="1916"/>
                    <a:pt x="2341" y="943"/>
                    <a:pt x="2736" y="1"/>
                  </a:cubicBezTo>
                  <a:cubicBezTo>
                    <a:pt x="2858" y="305"/>
                    <a:pt x="2918" y="487"/>
                    <a:pt x="2949" y="548"/>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roup 14">
            <a:extLst>
              <a:ext uri="{FF2B5EF4-FFF2-40B4-BE49-F238E27FC236}">
                <a16:creationId xmlns:a16="http://schemas.microsoft.com/office/drawing/2014/main" id="{CF0E6B2F-6D25-C509-A951-35AE4043B191}"/>
              </a:ext>
            </a:extLst>
          </p:cNvPr>
          <p:cNvGrpSpPr/>
          <p:nvPr/>
        </p:nvGrpSpPr>
        <p:grpSpPr>
          <a:xfrm>
            <a:off x="-1601721" y="4482077"/>
            <a:ext cx="18288000" cy="856676"/>
            <a:chOff x="0" y="0"/>
            <a:chExt cx="4816593" cy="225627"/>
          </a:xfrm>
        </p:grpSpPr>
        <p:sp>
          <p:nvSpPr>
            <p:cNvPr id="160" name="Freeform 15">
              <a:extLst>
                <a:ext uri="{FF2B5EF4-FFF2-40B4-BE49-F238E27FC236}">
                  <a16:creationId xmlns:a16="http://schemas.microsoft.com/office/drawing/2014/main" id="{83B25B75-2284-9555-12B5-D3E594263FFE}"/>
                </a:ext>
              </a:extLst>
            </p:cNvPr>
            <p:cNvSpPr/>
            <p:nvPr/>
          </p:nvSpPr>
          <p:spPr>
            <a:xfrm>
              <a:off x="0" y="0"/>
              <a:ext cx="4816592" cy="225627"/>
            </a:xfrm>
            <a:custGeom>
              <a:avLst/>
              <a:gdLst/>
              <a:ahLst/>
              <a:cxnLst/>
              <a:rect l="l" t="t" r="r" b="b"/>
              <a:pathLst>
                <a:path w="4816592" h="225627">
                  <a:moveTo>
                    <a:pt x="0" y="0"/>
                  </a:moveTo>
                  <a:lnTo>
                    <a:pt x="4816592" y="0"/>
                  </a:lnTo>
                  <a:lnTo>
                    <a:pt x="4816592" y="225627"/>
                  </a:lnTo>
                  <a:lnTo>
                    <a:pt x="0" y="225627"/>
                  </a:lnTo>
                  <a:close/>
                </a:path>
              </a:pathLst>
            </a:custGeom>
            <a:solidFill>
              <a:srgbClr val="FFFFFF"/>
            </a:solidFill>
          </p:spPr>
          <p:txBody>
            <a:bodyPr/>
            <a:lstStyle/>
            <a:p>
              <a:endParaRPr lang="es-CL"/>
            </a:p>
          </p:txBody>
        </p:sp>
        <p:sp>
          <p:nvSpPr>
            <p:cNvPr id="161" name="TextBox 16">
              <a:extLst>
                <a:ext uri="{FF2B5EF4-FFF2-40B4-BE49-F238E27FC236}">
                  <a16:creationId xmlns:a16="http://schemas.microsoft.com/office/drawing/2014/main" id="{4C800803-DE69-7218-A820-7B08F5C72CC4}"/>
                </a:ext>
              </a:extLst>
            </p:cNvPr>
            <p:cNvSpPr txBox="1"/>
            <p:nvPr/>
          </p:nvSpPr>
          <p:spPr>
            <a:xfrm>
              <a:off x="0" y="-28575"/>
              <a:ext cx="4816593" cy="254202"/>
            </a:xfrm>
            <a:prstGeom prst="rect">
              <a:avLst/>
            </a:prstGeom>
          </p:spPr>
          <p:txBody>
            <a:bodyPr lIns="50800" tIns="50800" rIns="50800" bIns="50800" rtlCol="0" anchor="ctr"/>
            <a:lstStyle/>
            <a:p>
              <a:pPr algn="ctr">
                <a:lnSpc>
                  <a:spcPts val="2659"/>
                </a:lnSpc>
              </a:pPr>
              <a:endParaRPr/>
            </a:p>
          </p:txBody>
        </p:sp>
      </p:grpSp>
      <p:sp>
        <p:nvSpPr>
          <p:cNvPr id="162" name="Freeform 17">
            <a:extLst>
              <a:ext uri="{FF2B5EF4-FFF2-40B4-BE49-F238E27FC236}">
                <a16:creationId xmlns:a16="http://schemas.microsoft.com/office/drawing/2014/main" id="{90049126-6A02-EBBD-9152-DA20BA14A260}"/>
              </a:ext>
            </a:extLst>
          </p:cNvPr>
          <p:cNvSpPr/>
          <p:nvPr/>
        </p:nvSpPr>
        <p:spPr>
          <a:xfrm>
            <a:off x="3220602" y="4482077"/>
            <a:ext cx="2702796" cy="647086"/>
          </a:xfrm>
          <a:custGeom>
            <a:avLst/>
            <a:gdLst/>
            <a:ahLst/>
            <a:cxnLst/>
            <a:rect l="l" t="t" r="r" b="b"/>
            <a:pathLst>
              <a:path w="2702796" h="647086">
                <a:moveTo>
                  <a:pt x="0" y="0"/>
                </a:moveTo>
                <a:lnTo>
                  <a:pt x="2702796" y="0"/>
                </a:lnTo>
                <a:lnTo>
                  <a:pt x="2702796" y="647087"/>
                </a:lnTo>
                <a:lnTo>
                  <a:pt x="0" y="647087"/>
                </a:lnTo>
                <a:lnTo>
                  <a:pt x="0" y="0"/>
                </a:lnTo>
                <a:close/>
              </a:path>
            </a:pathLst>
          </a:custGeom>
          <a:blipFill>
            <a:blip r:embed="rId3"/>
            <a:stretch>
              <a:fillRect/>
            </a:stretch>
          </a:blipFill>
        </p:spPr>
        <p:txBody>
          <a:bodyPr/>
          <a:lstStyle/>
          <a:p>
            <a:endParaRPr lang="es-CL"/>
          </a:p>
        </p:txBody>
      </p:sp>
    </p:spTree>
  </p:cSld>
  <p:clrMapOvr>
    <a:masterClrMapping/>
  </p:clrMapOvr>
</p:sld>
</file>

<file path=ppt/theme/theme1.xml><?xml version="1.0" encoding="utf-8"?>
<a:theme xmlns:a="http://schemas.openxmlformats.org/drawingml/2006/main" name="Digitalisation: Impacting the Energy Value Chain by Slidesgo">
  <a:themeElements>
    <a:clrScheme name="Simple Light">
      <a:dk1>
        <a:srgbClr val="553E73"/>
      </a:dk1>
      <a:lt1>
        <a:srgbClr val="FFFFFF"/>
      </a:lt1>
      <a:dk2>
        <a:srgbClr val="FF5E7C"/>
      </a:dk2>
      <a:lt2>
        <a:srgbClr val="558DA9"/>
      </a:lt2>
      <a:accent1>
        <a:srgbClr val="58CBB6"/>
      </a:accent1>
      <a:accent2>
        <a:srgbClr val="EAFAF7"/>
      </a:accent2>
      <a:accent3>
        <a:srgbClr val="FD8EA3"/>
      </a:accent3>
      <a:accent4>
        <a:srgbClr val="FFB756"/>
      </a:accent4>
      <a:accent5>
        <a:srgbClr val="6C779F"/>
      </a:accent5>
      <a:accent6>
        <a:srgbClr val="E4E4EB"/>
      </a:accent6>
      <a:hlink>
        <a:srgbClr val="553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889</TotalTime>
  <Words>611</Words>
  <Application>Microsoft Office PowerPoint</Application>
  <PresentationFormat>Presentación en pantalla (16:9)</PresentationFormat>
  <Paragraphs>88</Paragraphs>
  <Slides>10</Slides>
  <Notes>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Encode Sans</vt:lpstr>
      <vt:lpstr>Montserrat Black</vt:lpstr>
      <vt:lpstr>Aptos</vt:lpstr>
      <vt:lpstr>Encode Sans Medium</vt:lpstr>
      <vt:lpstr>Arial</vt:lpstr>
      <vt:lpstr>Digitalisation: Impacting the Energy Value Chain by Slidesgo</vt:lpstr>
      <vt:lpstr>Clase</vt:lpstr>
      <vt:lpstr>Objetivo Aprendizaje: </vt:lpstr>
      <vt:lpstr>¿Qué es una Entrevista a Usuarios?</vt:lpstr>
      <vt:lpstr>¿De Qué Se Trata? </vt:lpstr>
      <vt:lpstr>¿Para Qué Sirve? </vt:lpstr>
      <vt:lpstr>¿Cómo Se Utiliza? </vt:lpstr>
      <vt:lpstr>Instrucciones de uso aplicado: ejemplo aplicado</vt:lpstr>
      <vt:lpstr>Presentación de PowerPoint</vt:lpstr>
      <vt:lpstr>Referencias.</vt:lpstr>
      <vt:lpstr>Muchas 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Digitalisation: Impacting  the Energy Value Chain</dc:title>
  <dc:creator>Estefania González</dc:creator>
  <cp:lastModifiedBy>ESTEFANIA SALOME GONZALEZ CACERES</cp:lastModifiedBy>
  <cp:revision>32</cp:revision>
  <dcterms:modified xsi:type="dcterms:W3CDTF">2025-05-21T00:17:53Z</dcterms:modified>
</cp:coreProperties>
</file>